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</p:sldMasterIdLst>
  <p:notesMasterIdLst>
    <p:notesMasterId r:id="rId17"/>
  </p:notesMasterIdLst>
  <p:sldIdLst>
    <p:sldId id="256" r:id="rId2"/>
    <p:sldId id="258" r:id="rId3"/>
    <p:sldId id="261" r:id="rId4"/>
    <p:sldId id="286" r:id="rId5"/>
    <p:sldId id="287" r:id="rId6"/>
    <p:sldId id="263" r:id="rId7"/>
    <p:sldId id="288" r:id="rId8"/>
    <p:sldId id="290" r:id="rId9"/>
    <p:sldId id="289" r:id="rId10"/>
    <p:sldId id="291" r:id="rId11"/>
    <p:sldId id="264" r:id="rId12"/>
    <p:sldId id="269" r:id="rId13"/>
    <p:sldId id="278" r:id="rId14"/>
    <p:sldId id="285" r:id="rId15"/>
    <p:sldId id="281" r:id="rId16"/>
  </p:sldIdLst>
  <p:sldSz cx="9144000" cy="5143500" type="screen16x9"/>
  <p:notesSz cx="6858000" cy="9144000"/>
  <p:embeddedFontLst>
    <p:embeddedFont>
      <p:font typeface="Bebas Neue" panose="020B0606020202050201" pitchFamily="34" charset="77"/>
      <p:regular r:id="rId18"/>
    </p:embeddedFont>
    <p:embeddedFont>
      <p:font typeface="Catamaran"/>
      <p:regular r:id="rId19"/>
      <p:bold r:id="rId20"/>
    </p:embeddedFont>
    <p:embeddedFont>
      <p:font typeface="Poppins ExtraBold" panose="0000090000000000000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14142E0-C721-41B6-8854-26A521E529F9}">
  <a:tblStyle styleId="{014142E0-C721-41B6-8854-26A521E529F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962"/>
    <p:restoredTop sz="94601"/>
  </p:normalViewPr>
  <p:slideViewPr>
    <p:cSldViewPr snapToGrid="0">
      <p:cViewPr varScale="1">
        <p:scale>
          <a:sx n="131" d="100"/>
          <a:sy n="131" d="100"/>
        </p:scale>
        <p:origin x="200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215e3441ae7_0_2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6" name="Google Shape;646;g215e3441ae7_0_2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10f9e629ec3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2" name="Google Shape;692;g10f9e629ec3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g1105afc42a3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3" name="Google Shape;883;g1105afc42a3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1">
          <a:extLst>
            <a:ext uri="{FF2B5EF4-FFF2-40B4-BE49-F238E27FC236}">
              <a16:creationId xmlns:a16="http://schemas.microsoft.com/office/drawing/2014/main" id="{71292A85-FF1A-DD17-4753-BBCA8770D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g1105afc42a3_1_0:notes">
            <a:extLst>
              <a:ext uri="{FF2B5EF4-FFF2-40B4-BE49-F238E27FC236}">
                <a16:creationId xmlns:a16="http://schemas.microsoft.com/office/drawing/2014/main" id="{D9D6B23A-60C4-3D46-24E7-1AF8FDFC80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3" name="Google Shape;883;g1105afc42a3_1_0:notes">
            <a:extLst>
              <a:ext uri="{FF2B5EF4-FFF2-40B4-BE49-F238E27FC236}">
                <a16:creationId xmlns:a16="http://schemas.microsoft.com/office/drawing/2014/main" id="{E25C5C01-64F0-F46F-8C39-790E5462DF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398802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g10f9e629ec3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9" name="Google Shape;939;g10f9e629ec3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g118898af3b6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5" name="Google Shape;965;g118898af3b6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g118898af350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8" name="Google Shape;1098;g118898af350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g11ea0acc3c9_0_2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2" name="Google Shape;1442;g11ea0acc3c9_0_2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6" name="Google Shape;2276;g1105afc42a3_1_8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7" name="Google Shape;2277;g1105afc42a3_1_8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5" name="Google Shape;1605;g11ea0acc3c9_0_3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6" name="Google Shape;1606;g11ea0acc3c9_0_3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10800000">
            <a:off x="6834276" y="-197562"/>
            <a:ext cx="2517267" cy="1482079"/>
          </a:xfrm>
          <a:custGeom>
            <a:avLst/>
            <a:gdLst/>
            <a:ahLst/>
            <a:cxnLst/>
            <a:rect l="l" t="t" r="r" b="b"/>
            <a:pathLst>
              <a:path w="43418" h="25563" extrusionOk="0">
                <a:moveTo>
                  <a:pt x="18972" y="1"/>
                </a:moveTo>
                <a:cubicBezTo>
                  <a:pt x="18007" y="1"/>
                  <a:pt x="17043" y="87"/>
                  <a:pt x="16095" y="260"/>
                </a:cubicBezTo>
                <a:cubicBezTo>
                  <a:pt x="13354" y="764"/>
                  <a:pt x="10793" y="1965"/>
                  <a:pt x="8098" y="2663"/>
                </a:cubicBezTo>
                <a:cubicBezTo>
                  <a:pt x="6905" y="2975"/>
                  <a:pt x="5642" y="3177"/>
                  <a:pt x="4401" y="3177"/>
                </a:cubicBezTo>
                <a:cubicBezTo>
                  <a:pt x="2841" y="3177"/>
                  <a:pt x="1314" y="2857"/>
                  <a:pt x="0" y="2034"/>
                </a:cubicBezTo>
                <a:lnTo>
                  <a:pt x="0" y="25562"/>
                </a:lnTo>
                <a:lnTo>
                  <a:pt x="43101" y="25562"/>
                </a:lnTo>
                <a:cubicBezTo>
                  <a:pt x="43417" y="23933"/>
                  <a:pt x="42437" y="22318"/>
                  <a:pt x="41236" y="21173"/>
                </a:cubicBezTo>
                <a:cubicBezTo>
                  <a:pt x="40035" y="20031"/>
                  <a:pt x="38573" y="19162"/>
                  <a:pt x="37488" y="17908"/>
                </a:cubicBezTo>
                <a:cubicBezTo>
                  <a:pt x="35516" y="15641"/>
                  <a:pt x="35039" y="12479"/>
                  <a:pt x="33845" y="9721"/>
                </a:cubicBezTo>
                <a:cubicBezTo>
                  <a:pt x="32400" y="6404"/>
                  <a:pt x="29807" y="3600"/>
                  <a:pt x="26615" y="1899"/>
                </a:cubicBezTo>
                <a:cubicBezTo>
                  <a:pt x="24274" y="649"/>
                  <a:pt x="21622" y="1"/>
                  <a:pt x="1897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 rot="10800000">
            <a:off x="7249221" y="-197560"/>
            <a:ext cx="2102322" cy="754693"/>
          </a:xfrm>
          <a:custGeom>
            <a:avLst/>
            <a:gdLst/>
            <a:ahLst/>
            <a:cxnLst/>
            <a:rect l="l" t="t" r="r" b="b"/>
            <a:pathLst>
              <a:path w="36261" h="13017" extrusionOk="0">
                <a:moveTo>
                  <a:pt x="8384" y="1"/>
                </a:moveTo>
                <a:cubicBezTo>
                  <a:pt x="5020" y="1"/>
                  <a:pt x="1613" y="1793"/>
                  <a:pt x="0" y="4777"/>
                </a:cubicBezTo>
                <a:lnTo>
                  <a:pt x="0" y="13016"/>
                </a:lnTo>
                <a:lnTo>
                  <a:pt x="36260" y="13016"/>
                </a:lnTo>
                <a:cubicBezTo>
                  <a:pt x="35829" y="11269"/>
                  <a:pt x="35039" y="9574"/>
                  <a:pt x="33769" y="8304"/>
                </a:cubicBezTo>
                <a:cubicBezTo>
                  <a:pt x="32596" y="7128"/>
                  <a:pt x="30983" y="6352"/>
                  <a:pt x="29334" y="6352"/>
                </a:cubicBezTo>
                <a:cubicBezTo>
                  <a:pt x="29193" y="6352"/>
                  <a:pt x="29051" y="6357"/>
                  <a:pt x="28909" y="6369"/>
                </a:cubicBezTo>
                <a:cubicBezTo>
                  <a:pt x="26422" y="6575"/>
                  <a:pt x="24149" y="8522"/>
                  <a:pt x="21765" y="8522"/>
                </a:cubicBezTo>
                <a:cubicBezTo>
                  <a:pt x="21442" y="8522"/>
                  <a:pt x="21118" y="8487"/>
                  <a:pt x="20791" y="8406"/>
                </a:cubicBezTo>
                <a:cubicBezTo>
                  <a:pt x="18744" y="7903"/>
                  <a:pt x="17543" y="5862"/>
                  <a:pt x="16226" y="4217"/>
                </a:cubicBezTo>
                <a:cubicBezTo>
                  <a:pt x="15098" y="2809"/>
                  <a:pt x="13722" y="1575"/>
                  <a:pt x="12087" y="805"/>
                </a:cubicBezTo>
                <a:cubicBezTo>
                  <a:pt x="10925" y="258"/>
                  <a:pt x="9658" y="1"/>
                  <a:pt x="8384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rot="10800000">
            <a:off x="6505713" y="-268000"/>
            <a:ext cx="3051580" cy="1846768"/>
          </a:xfrm>
          <a:custGeom>
            <a:avLst/>
            <a:gdLst/>
            <a:ahLst/>
            <a:cxnLst/>
            <a:rect l="l" t="t" r="r" b="b"/>
            <a:pathLst>
              <a:path w="128312" h="75726" extrusionOk="0">
                <a:moveTo>
                  <a:pt x="0" y="0"/>
                </a:moveTo>
                <a:cubicBezTo>
                  <a:pt x="3478" y="8110"/>
                  <a:pt x="15449" y="11814"/>
                  <a:pt x="24205" y="10719"/>
                </a:cubicBezTo>
                <a:cubicBezTo>
                  <a:pt x="32250" y="9713"/>
                  <a:pt x="39768" y="6086"/>
                  <a:pt x="47718" y="4495"/>
                </a:cubicBezTo>
                <a:cubicBezTo>
                  <a:pt x="54910" y="3056"/>
                  <a:pt x="62450" y="5590"/>
                  <a:pt x="69502" y="7607"/>
                </a:cubicBezTo>
                <a:cubicBezTo>
                  <a:pt x="80015" y="10613"/>
                  <a:pt x="90849" y="16902"/>
                  <a:pt x="96473" y="26279"/>
                </a:cubicBezTo>
                <a:cubicBezTo>
                  <a:pt x="100080" y="32292"/>
                  <a:pt x="100275" y="40580"/>
                  <a:pt x="105464" y="45297"/>
                </a:cubicBezTo>
                <a:cubicBezTo>
                  <a:pt x="114694" y="53688"/>
                  <a:pt x="132827" y="64569"/>
                  <a:pt x="127248" y="75726"/>
                </a:cubicBezTo>
              </a:path>
            </a:pathLst>
          </a:custGeom>
          <a:noFill/>
          <a:ln w="9525" cap="flat" cmpd="sng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de-DE"/>
          </a:p>
        </p:txBody>
      </p:sp>
      <p:sp>
        <p:nvSpPr>
          <p:cNvPr id="12" name="Google Shape;12;p2"/>
          <p:cNvSpPr/>
          <p:nvPr/>
        </p:nvSpPr>
        <p:spPr>
          <a:xfrm>
            <a:off x="1166753" y="304038"/>
            <a:ext cx="1400879" cy="442589"/>
          </a:xfrm>
          <a:custGeom>
            <a:avLst/>
            <a:gdLst/>
            <a:ahLst/>
            <a:cxnLst/>
            <a:rect l="l" t="t" r="r" b="b"/>
            <a:pathLst>
              <a:path w="10745" h="3395" extrusionOk="0">
                <a:moveTo>
                  <a:pt x="3391" y="1"/>
                </a:moveTo>
                <a:cubicBezTo>
                  <a:pt x="1925" y="1"/>
                  <a:pt x="346" y="1436"/>
                  <a:pt x="1" y="3395"/>
                </a:cubicBezTo>
                <a:lnTo>
                  <a:pt x="10745" y="3395"/>
                </a:lnTo>
                <a:cubicBezTo>
                  <a:pt x="10569" y="2667"/>
                  <a:pt x="9893" y="2287"/>
                  <a:pt x="9206" y="2287"/>
                </a:cubicBezTo>
                <a:cubicBezTo>
                  <a:pt x="8913" y="2287"/>
                  <a:pt x="8618" y="2356"/>
                  <a:pt x="8359" y="2496"/>
                </a:cubicBezTo>
                <a:cubicBezTo>
                  <a:pt x="8239" y="1801"/>
                  <a:pt x="7626" y="1429"/>
                  <a:pt x="7018" y="1429"/>
                </a:cubicBezTo>
                <a:cubicBezTo>
                  <a:pt x="6508" y="1429"/>
                  <a:pt x="6002" y="1689"/>
                  <a:pt x="5789" y="2240"/>
                </a:cubicBezTo>
                <a:cubicBezTo>
                  <a:pt x="5317" y="654"/>
                  <a:pt x="4380" y="1"/>
                  <a:pt x="3391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-487147" y="234863"/>
            <a:ext cx="2380557" cy="765410"/>
          </a:xfrm>
          <a:custGeom>
            <a:avLst/>
            <a:gdLst/>
            <a:ahLst/>
            <a:cxnLst/>
            <a:rect l="l" t="t" r="r" b="b"/>
            <a:pathLst>
              <a:path w="12769" h="4106" extrusionOk="0">
                <a:moveTo>
                  <a:pt x="6300" y="0"/>
                </a:moveTo>
                <a:cubicBezTo>
                  <a:pt x="5212" y="0"/>
                  <a:pt x="4093" y="707"/>
                  <a:pt x="3755" y="2065"/>
                </a:cubicBezTo>
                <a:cubicBezTo>
                  <a:pt x="3367" y="1839"/>
                  <a:pt x="2961" y="1738"/>
                  <a:pt x="2566" y="1738"/>
                </a:cubicBezTo>
                <a:cubicBezTo>
                  <a:pt x="1317" y="1738"/>
                  <a:pt x="170" y="2755"/>
                  <a:pt x="1" y="4105"/>
                </a:cubicBezTo>
                <a:lnTo>
                  <a:pt x="12768" y="4105"/>
                </a:lnTo>
                <a:cubicBezTo>
                  <a:pt x="12664" y="3631"/>
                  <a:pt x="12245" y="3204"/>
                  <a:pt x="11778" y="3204"/>
                </a:cubicBezTo>
                <a:cubicBezTo>
                  <a:pt x="11658" y="3204"/>
                  <a:pt x="11535" y="3232"/>
                  <a:pt x="11413" y="3296"/>
                </a:cubicBezTo>
                <a:cubicBezTo>
                  <a:pt x="11199" y="2451"/>
                  <a:pt x="10371" y="1769"/>
                  <a:pt x="9537" y="1769"/>
                </a:cubicBezTo>
                <a:cubicBezTo>
                  <a:pt x="9227" y="1769"/>
                  <a:pt x="8916" y="1863"/>
                  <a:pt x="8635" y="2078"/>
                </a:cubicBezTo>
                <a:cubicBezTo>
                  <a:pt x="8395" y="676"/>
                  <a:pt x="7362" y="0"/>
                  <a:pt x="630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-237325" y="3904825"/>
            <a:ext cx="4038600" cy="1559215"/>
            <a:chOff x="-82675" y="3662775"/>
            <a:chExt cx="4038600" cy="1559215"/>
          </a:xfrm>
        </p:grpSpPr>
        <p:sp>
          <p:nvSpPr>
            <p:cNvPr id="15" name="Google Shape;15;p2"/>
            <p:cNvSpPr/>
            <p:nvPr/>
          </p:nvSpPr>
          <p:spPr>
            <a:xfrm>
              <a:off x="-49826" y="3775743"/>
              <a:ext cx="3945517" cy="1446246"/>
            </a:xfrm>
            <a:custGeom>
              <a:avLst/>
              <a:gdLst/>
              <a:ahLst/>
              <a:cxnLst/>
              <a:rect l="l" t="t" r="r" b="b"/>
              <a:pathLst>
                <a:path w="65581" h="24039" extrusionOk="0">
                  <a:moveTo>
                    <a:pt x="2133" y="1"/>
                  </a:moveTo>
                  <a:cubicBezTo>
                    <a:pt x="1345" y="1"/>
                    <a:pt x="555" y="316"/>
                    <a:pt x="1" y="876"/>
                  </a:cubicBezTo>
                  <a:lnTo>
                    <a:pt x="1" y="24039"/>
                  </a:lnTo>
                  <a:lnTo>
                    <a:pt x="65581" y="24039"/>
                  </a:lnTo>
                  <a:cubicBezTo>
                    <a:pt x="65101" y="23706"/>
                    <a:pt x="64517" y="23479"/>
                    <a:pt x="63964" y="23479"/>
                  </a:cubicBezTo>
                  <a:cubicBezTo>
                    <a:pt x="63910" y="23479"/>
                    <a:pt x="63857" y="23482"/>
                    <a:pt x="63804" y="23486"/>
                  </a:cubicBezTo>
                  <a:cubicBezTo>
                    <a:pt x="63745" y="22426"/>
                    <a:pt x="63067" y="21423"/>
                    <a:pt x="62099" y="20978"/>
                  </a:cubicBezTo>
                  <a:cubicBezTo>
                    <a:pt x="61684" y="20787"/>
                    <a:pt x="61193" y="20687"/>
                    <a:pt x="60702" y="20687"/>
                  </a:cubicBezTo>
                  <a:cubicBezTo>
                    <a:pt x="60053" y="20687"/>
                    <a:pt x="59403" y="20861"/>
                    <a:pt x="58924" y="21229"/>
                  </a:cubicBezTo>
                  <a:cubicBezTo>
                    <a:pt x="58203" y="20202"/>
                    <a:pt x="56992" y="19531"/>
                    <a:pt x="55732" y="19471"/>
                  </a:cubicBezTo>
                  <a:cubicBezTo>
                    <a:pt x="55650" y="19468"/>
                    <a:pt x="55569" y="19466"/>
                    <a:pt x="55487" y="19466"/>
                  </a:cubicBezTo>
                  <a:cubicBezTo>
                    <a:pt x="54317" y="19466"/>
                    <a:pt x="53171" y="19846"/>
                    <a:pt x="52408" y="20745"/>
                  </a:cubicBezTo>
                  <a:cubicBezTo>
                    <a:pt x="52096" y="19958"/>
                    <a:pt x="51602" y="19234"/>
                    <a:pt x="50911" y="18744"/>
                  </a:cubicBezTo>
                  <a:cubicBezTo>
                    <a:pt x="50400" y="18381"/>
                    <a:pt x="49772" y="18163"/>
                    <a:pt x="49146" y="18163"/>
                  </a:cubicBezTo>
                  <a:cubicBezTo>
                    <a:pt x="48979" y="18163"/>
                    <a:pt x="48812" y="18178"/>
                    <a:pt x="48647" y="18211"/>
                  </a:cubicBezTo>
                  <a:cubicBezTo>
                    <a:pt x="48535" y="17497"/>
                    <a:pt x="48242" y="16816"/>
                    <a:pt x="47758" y="16289"/>
                  </a:cubicBezTo>
                  <a:cubicBezTo>
                    <a:pt x="47230" y="15718"/>
                    <a:pt x="46387" y="15259"/>
                    <a:pt x="45600" y="15259"/>
                  </a:cubicBezTo>
                  <a:cubicBezTo>
                    <a:pt x="45544" y="15259"/>
                    <a:pt x="45488" y="15261"/>
                    <a:pt x="45432" y="15266"/>
                  </a:cubicBezTo>
                  <a:cubicBezTo>
                    <a:pt x="45376" y="14203"/>
                    <a:pt x="44698" y="13199"/>
                    <a:pt x="43731" y="12755"/>
                  </a:cubicBezTo>
                  <a:cubicBezTo>
                    <a:pt x="43314" y="12564"/>
                    <a:pt x="42823" y="12464"/>
                    <a:pt x="42332" y="12464"/>
                  </a:cubicBezTo>
                  <a:cubicBezTo>
                    <a:pt x="41684" y="12464"/>
                    <a:pt x="41035" y="12638"/>
                    <a:pt x="40555" y="13005"/>
                  </a:cubicBezTo>
                  <a:cubicBezTo>
                    <a:pt x="39834" y="11978"/>
                    <a:pt x="38620" y="11307"/>
                    <a:pt x="37363" y="11248"/>
                  </a:cubicBezTo>
                  <a:cubicBezTo>
                    <a:pt x="37281" y="11244"/>
                    <a:pt x="37200" y="11242"/>
                    <a:pt x="37118" y="11242"/>
                  </a:cubicBezTo>
                  <a:cubicBezTo>
                    <a:pt x="35945" y="11242"/>
                    <a:pt x="34799" y="11623"/>
                    <a:pt x="34040" y="12521"/>
                  </a:cubicBezTo>
                  <a:cubicBezTo>
                    <a:pt x="33727" y="11735"/>
                    <a:pt x="33233" y="11011"/>
                    <a:pt x="32542" y="10521"/>
                  </a:cubicBezTo>
                  <a:cubicBezTo>
                    <a:pt x="32026" y="10157"/>
                    <a:pt x="31398" y="9940"/>
                    <a:pt x="30771" y="9940"/>
                  </a:cubicBezTo>
                  <a:cubicBezTo>
                    <a:pt x="30559" y="9940"/>
                    <a:pt x="30347" y="9965"/>
                    <a:pt x="30140" y="10017"/>
                  </a:cubicBezTo>
                  <a:cubicBezTo>
                    <a:pt x="29568" y="10159"/>
                    <a:pt x="29051" y="10432"/>
                    <a:pt x="28577" y="10781"/>
                  </a:cubicBezTo>
                  <a:cubicBezTo>
                    <a:pt x="28156" y="9935"/>
                    <a:pt x="27313" y="9313"/>
                    <a:pt x="26379" y="9158"/>
                  </a:cubicBezTo>
                  <a:cubicBezTo>
                    <a:pt x="26229" y="9134"/>
                    <a:pt x="26077" y="9122"/>
                    <a:pt x="25925" y="9122"/>
                  </a:cubicBezTo>
                  <a:cubicBezTo>
                    <a:pt x="25570" y="9122"/>
                    <a:pt x="25216" y="9187"/>
                    <a:pt x="24882" y="9306"/>
                  </a:cubicBezTo>
                  <a:cubicBezTo>
                    <a:pt x="24799" y="8523"/>
                    <a:pt x="24500" y="7750"/>
                    <a:pt x="23967" y="7164"/>
                  </a:cubicBezTo>
                  <a:cubicBezTo>
                    <a:pt x="23437" y="6592"/>
                    <a:pt x="22591" y="6134"/>
                    <a:pt x="21802" y="6134"/>
                  </a:cubicBezTo>
                  <a:cubicBezTo>
                    <a:pt x="21748" y="6134"/>
                    <a:pt x="21694" y="6136"/>
                    <a:pt x="21640" y="6141"/>
                  </a:cubicBezTo>
                  <a:cubicBezTo>
                    <a:pt x="21584" y="5078"/>
                    <a:pt x="20906" y="4074"/>
                    <a:pt x="19939" y="3630"/>
                  </a:cubicBezTo>
                  <a:cubicBezTo>
                    <a:pt x="19523" y="3439"/>
                    <a:pt x="19033" y="3339"/>
                    <a:pt x="18542" y="3339"/>
                  </a:cubicBezTo>
                  <a:cubicBezTo>
                    <a:pt x="17893" y="3339"/>
                    <a:pt x="17243" y="3514"/>
                    <a:pt x="16763" y="3883"/>
                  </a:cubicBezTo>
                  <a:cubicBezTo>
                    <a:pt x="16043" y="2853"/>
                    <a:pt x="14829" y="2182"/>
                    <a:pt x="13572" y="2126"/>
                  </a:cubicBezTo>
                  <a:cubicBezTo>
                    <a:pt x="13486" y="2122"/>
                    <a:pt x="13400" y="2120"/>
                    <a:pt x="13315" y="2120"/>
                  </a:cubicBezTo>
                  <a:cubicBezTo>
                    <a:pt x="12143" y="2120"/>
                    <a:pt x="11006" y="2504"/>
                    <a:pt x="10248" y="3396"/>
                  </a:cubicBezTo>
                  <a:cubicBezTo>
                    <a:pt x="9935" y="2610"/>
                    <a:pt x="9442" y="1886"/>
                    <a:pt x="8751" y="1399"/>
                  </a:cubicBezTo>
                  <a:cubicBezTo>
                    <a:pt x="8233" y="1034"/>
                    <a:pt x="7603" y="815"/>
                    <a:pt x="6976" y="815"/>
                  </a:cubicBezTo>
                  <a:cubicBezTo>
                    <a:pt x="6765" y="815"/>
                    <a:pt x="6554" y="840"/>
                    <a:pt x="6348" y="892"/>
                  </a:cubicBezTo>
                  <a:cubicBezTo>
                    <a:pt x="5776" y="1037"/>
                    <a:pt x="5259" y="1307"/>
                    <a:pt x="4785" y="1656"/>
                  </a:cubicBezTo>
                  <a:cubicBezTo>
                    <a:pt x="4364" y="810"/>
                    <a:pt x="3522" y="188"/>
                    <a:pt x="2587" y="37"/>
                  </a:cubicBezTo>
                  <a:cubicBezTo>
                    <a:pt x="2437" y="13"/>
                    <a:pt x="2285" y="1"/>
                    <a:pt x="21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" name="Google Shape;16;p2"/>
            <p:cNvGrpSpPr/>
            <p:nvPr/>
          </p:nvGrpSpPr>
          <p:grpSpPr>
            <a:xfrm>
              <a:off x="-82675" y="3662775"/>
              <a:ext cx="4038600" cy="1480725"/>
              <a:chOff x="-82675" y="3285875"/>
              <a:chExt cx="4038600" cy="1480725"/>
            </a:xfrm>
          </p:grpSpPr>
          <p:sp>
            <p:nvSpPr>
              <p:cNvPr id="17" name="Google Shape;17;p2"/>
              <p:cNvSpPr/>
              <p:nvPr/>
            </p:nvSpPr>
            <p:spPr>
              <a:xfrm>
                <a:off x="3854310" y="4707520"/>
                <a:ext cx="101614" cy="59080"/>
              </a:xfrm>
              <a:custGeom>
                <a:avLst/>
                <a:gdLst/>
                <a:ahLst/>
                <a:cxnLst/>
                <a:rect l="l" t="t" r="r" b="b"/>
                <a:pathLst>
                  <a:path w="1689" h="982" fill="none" extrusionOk="0">
                    <a:moveTo>
                      <a:pt x="1688" y="981"/>
                    </a:moveTo>
                    <a:lnTo>
                      <a:pt x="1000" y="504"/>
                    </a:lnTo>
                    <a:cubicBezTo>
                      <a:pt x="685" y="280"/>
                      <a:pt x="342" y="113"/>
                      <a:pt x="0" y="1"/>
                    </a:cubicBezTo>
                  </a:path>
                </a:pathLst>
              </a:custGeom>
              <a:noFill/>
              <a:ln w="9525" cap="flat" cmpd="sng">
                <a:solidFill>
                  <a:schemeClr val="accent3"/>
                </a:solidFill>
                <a:prstDash val="dash"/>
                <a:miter lim="329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3811896" y="4679003"/>
                <a:ext cx="26411" cy="24245"/>
              </a:xfrm>
              <a:custGeom>
                <a:avLst/>
                <a:gdLst/>
                <a:ahLst/>
                <a:cxnLst/>
                <a:rect l="l" t="t" r="r" b="b"/>
                <a:pathLst>
                  <a:path w="439" h="403" fill="none" extrusionOk="0">
                    <a:moveTo>
                      <a:pt x="438" y="402"/>
                    </a:moveTo>
                    <a:cubicBezTo>
                      <a:pt x="323" y="373"/>
                      <a:pt x="208" y="353"/>
                      <a:pt x="93" y="340"/>
                    </a:cubicBezTo>
                    <a:cubicBezTo>
                      <a:pt x="67" y="225"/>
                      <a:pt x="40" y="113"/>
                      <a:pt x="1" y="1"/>
                    </a:cubicBezTo>
                  </a:path>
                </a:pathLst>
              </a:custGeom>
              <a:noFill/>
              <a:ln w="9525" cap="flat" cmpd="sng">
                <a:solidFill>
                  <a:schemeClr val="accent3"/>
                </a:solidFill>
                <a:prstDash val="dash"/>
                <a:miter lim="329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3541284" y="4530160"/>
                <a:ext cx="255450" cy="112323"/>
              </a:xfrm>
              <a:custGeom>
                <a:avLst/>
                <a:gdLst/>
                <a:ahLst/>
                <a:cxnLst/>
                <a:rect l="l" t="t" r="r" b="b"/>
                <a:pathLst>
                  <a:path w="4246" h="1867" fill="none" extrusionOk="0">
                    <a:moveTo>
                      <a:pt x="4245" y="1866"/>
                    </a:moveTo>
                    <a:cubicBezTo>
                      <a:pt x="4186" y="1761"/>
                      <a:pt x="4127" y="1659"/>
                      <a:pt x="4055" y="1554"/>
                    </a:cubicBezTo>
                    <a:cubicBezTo>
                      <a:pt x="3693" y="1020"/>
                      <a:pt x="3206" y="599"/>
                      <a:pt x="2640" y="343"/>
                    </a:cubicBezTo>
                    <a:cubicBezTo>
                      <a:pt x="2156" y="119"/>
                      <a:pt x="1596" y="0"/>
                      <a:pt x="1017" y="0"/>
                    </a:cubicBezTo>
                    <a:cubicBezTo>
                      <a:pt x="662" y="0"/>
                      <a:pt x="316" y="46"/>
                      <a:pt x="0" y="132"/>
                    </a:cubicBezTo>
                  </a:path>
                </a:pathLst>
              </a:custGeom>
              <a:noFill/>
              <a:ln w="9525" cap="flat" cmpd="sng">
                <a:solidFill>
                  <a:schemeClr val="accent3"/>
                </a:solidFill>
                <a:prstDash val="dash"/>
                <a:miter lim="329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3488040" y="4537260"/>
                <a:ext cx="33871" cy="15101"/>
              </a:xfrm>
              <a:custGeom>
                <a:avLst/>
                <a:gdLst/>
                <a:ahLst/>
                <a:cxnLst/>
                <a:rect l="l" t="t" r="r" b="b"/>
                <a:pathLst>
                  <a:path w="563" h="251" fill="none" extrusionOk="0">
                    <a:moveTo>
                      <a:pt x="563" y="113"/>
                    </a:moveTo>
                    <a:cubicBezTo>
                      <a:pt x="454" y="152"/>
                      <a:pt x="346" y="198"/>
                      <a:pt x="244" y="251"/>
                    </a:cubicBezTo>
                    <a:cubicBezTo>
                      <a:pt x="165" y="165"/>
                      <a:pt x="86" y="80"/>
                      <a:pt x="0" y="1"/>
                    </a:cubicBezTo>
                  </a:path>
                </a:pathLst>
              </a:custGeom>
              <a:noFill/>
              <a:ln w="9525" cap="flat" cmpd="sng">
                <a:solidFill>
                  <a:schemeClr val="accent3"/>
                </a:solidFill>
                <a:prstDash val="dash"/>
                <a:miter lim="329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3149264" y="4456882"/>
                <a:ext cx="305986" cy="52943"/>
              </a:xfrm>
              <a:custGeom>
                <a:avLst/>
                <a:gdLst/>
                <a:ahLst/>
                <a:cxnLst/>
                <a:rect l="l" t="t" r="r" b="b"/>
                <a:pathLst>
                  <a:path w="5086" h="880" fill="none" extrusionOk="0">
                    <a:moveTo>
                      <a:pt x="5085" y="879"/>
                    </a:moveTo>
                    <a:cubicBezTo>
                      <a:pt x="4937" y="774"/>
                      <a:pt x="4779" y="675"/>
                      <a:pt x="4614" y="590"/>
                    </a:cubicBezTo>
                    <a:cubicBezTo>
                      <a:pt x="3986" y="244"/>
                      <a:pt x="3282" y="40"/>
                      <a:pt x="2584" y="7"/>
                    </a:cubicBezTo>
                    <a:cubicBezTo>
                      <a:pt x="2489" y="4"/>
                      <a:pt x="2393" y="1"/>
                      <a:pt x="2304" y="1"/>
                    </a:cubicBezTo>
                    <a:cubicBezTo>
                      <a:pt x="1449" y="1"/>
                      <a:pt x="666" y="185"/>
                      <a:pt x="1" y="531"/>
                    </a:cubicBezTo>
                  </a:path>
                </a:pathLst>
              </a:custGeom>
              <a:noFill/>
              <a:ln w="9525" cap="flat" cmpd="sng">
                <a:solidFill>
                  <a:schemeClr val="accent3"/>
                </a:solidFill>
                <a:prstDash val="dash"/>
                <a:miter lim="329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3102578" y="4493521"/>
                <a:ext cx="28156" cy="18109"/>
              </a:xfrm>
              <a:custGeom>
                <a:avLst/>
                <a:gdLst/>
                <a:ahLst/>
                <a:cxnLst/>
                <a:rect l="l" t="t" r="r" b="b"/>
                <a:pathLst>
                  <a:path w="468" h="301" fill="none" extrusionOk="0">
                    <a:moveTo>
                      <a:pt x="468" y="99"/>
                    </a:moveTo>
                    <a:cubicBezTo>
                      <a:pt x="369" y="162"/>
                      <a:pt x="273" y="231"/>
                      <a:pt x="181" y="300"/>
                    </a:cubicBezTo>
                    <a:cubicBezTo>
                      <a:pt x="122" y="198"/>
                      <a:pt x="60" y="99"/>
                      <a:pt x="0" y="1"/>
                    </a:cubicBezTo>
                  </a:path>
                </a:pathLst>
              </a:custGeom>
              <a:noFill/>
              <a:ln w="9525" cap="flat" cmpd="sng">
                <a:solidFill>
                  <a:schemeClr val="accent3"/>
                </a:solidFill>
                <a:prstDash val="dash"/>
                <a:miter lim="329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2945553" y="4382040"/>
                <a:ext cx="130553" cy="76707"/>
              </a:xfrm>
              <a:custGeom>
                <a:avLst/>
                <a:gdLst/>
                <a:ahLst/>
                <a:cxnLst/>
                <a:rect l="l" t="t" r="r" b="b"/>
                <a:pathLst>
                  <a:path w="2170" h="1275" fill="none" extrusionOk="0">
                    <a:moveTo>
                      <a:pt x="2169" y="1274"/>
                    </a:moveTo>
                    <a:cubicBezTo>
                      <a:pt x="1946" y="1021"/>
                      <a:pt x="1705" y="804"/>
                      <a:pt x="1442" y="620"/>
                    </a:cubicBezTo>
                    <a:cubicBezTo>
                      <a:pt x="1004" y="310"/>
                      <a:pt x="508" y="100"/>
                      <a:pt x="1" y="1"/>
                    </a:cubicBezTo>
                  </a:path>
                </a:pathLst>
              </a:custGeom>
              <a:noFill/>
              <a:ln w="9525" cap="flat" cmpd="sng">
                <a:solidFill>
                  <a:schemeClr val="accent3"/>
                </a:solidFill>
                <a:prstDash val="dash"/>
                <a:miter lim="329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2896881" y="4358095"/>
                <a:ext cx="26953" cy="20876"/>
              </a:xfrm>
              <a:custGeom>
                <a:avLst/>
                <a:gdLst/>
                <a:ahLst/>
                <a:cxnLst/>
                <a:rect l="l" t="t" r="r" b="b"/>
                <a:pathLst>
                  <a:path w="448" h="347" fill="none" extrusionOk="0">
                    <a:moveTo>
                      <a:pt x="448" y="346"/>
                    </a:moveTo>
                    <a:cubicBezTo>
                      <a:pt x="352" y="340"/>
                      <a:pt x="254" y="333"/>
                      <a:pt x="162" y="333"/>
                    </a:cubicBezTo>
                    <a:lnTo>
                      <a:pt x="102" y="333"/>
                    </a:lnTo>
                    <a:cubicBezTo>
                      <a:pt x="73" y="218"/>
                      <a:pt x="36" y="109"/>
                      <a:pt x="0" y="1"/>
                    </a:cubicBezTo>
                  </a:path>
                </a:pathLst>
              </a:custGeom>
              <a:noFill/>
              <a:ln w="9525" cap="flat" cmpd="sng">
                <a:solidFill>
                  <a:schemeClr val="accent3"/>
                </a:solidFill>
                <a:prstDash val="dash"/>
                <a:miter lim="329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2755499" y="4214607"/>
                <a:ext cx="121829" cy="101614"/>
              </a:xfrm>
              <a:custGeom>
                <a:avLst/>
                <a:gdLst/>
                <a:ahLst/>
                <a:cxnLst/>
                <a:rect l="l" t="t" r="r" b="b"/>
                <a:pathLst>
                  <a:path w="2025" h="1689" fill="none" extrusionOk="0">
                    <a:moveTo>
                      <a:pt x="2025" y="1688"/>
                    </a:moveTo>
                    <a:cubicBezTo>
                      <a:pt x="1883" y="1445"/>
                      <a:pt x="1718" y="1221"/>
                      <a:pt x="1534" y="1017"/>
                    </a:cubicBezTo>
                    <a:cubicBezTo>
                      <a:pt x="1222" y="675"/>
                      <a:pt x="823" y="378"/>
                      <a:pt x="392" y="165"/>
                    </a:cubicBezTo>
                    <a:cubicBezTo>
                      <a:pt x="264" y="99"/>
                      <a:pt x="132" y="46"/>
                      <a:pt x="1" y="0"/>
                    </a:cubicBezTo>
                  </a:path>
                </a:pathLst>
              </a:custGeom>
              <a:noFill/>
              <a:ln w="9525" cap="flat" cmpd="sng">
                <a:solidFill>
                  <a:schemeClr val="accent3"/>
                </a:solidFill>
                <a:prstDash val="dash"/>
                <a:miter lim="329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2707008" y="4184104"/>
                <a:ext cx="26411" cy="24185"/>
              </a:xfrm>
              <a:custGeom>
                <a:avLst/>
                <a:gdLst/>
                <a:ahLst/>
                <a:cxnLst/>
                <a:rect l="l" t="t" r="r" b="b"/>
                <a:pathLst>
                  <a:path w="439" h="402" fill="none" extrusionOk="0">
                    <a:moveTo>
                      <a:pt x="438" y="402"/>
                    </a:moveTo>
                    <a:cubicBezTo>
                      <a:pt x="323" y="372"/>
                      <a:pt x="208" y="352"/>
                      <a:pt x="89" y="339"/>
                    </a:cubicBezTo>
                    <a:cubicBezTo>
                      <a:pt x="66" y="224"/>
                      <a:pt x="37" y="112"/>
                      <a:pt x="1" y="0"/>
                    </a:cubicBezTo>
                  </a:path>
                </a:pathLst>
              </a:custGeom>
              <a:noFill/>
              <a:ln w="9525" cap="flat" cmpd="sng">
                <a:solidFill>
                  <a:schemeClr val="accent3"/>
                </a:solidFill>
                <a:prstDash val="dash"/>
                <a:miter lim="329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2436396" y="4035202"/>
                <a:ext cx="255450" cy="112323"/>
              </a:xfrm>
              <a:custGeom>
                <a:avLst/>
                <a:gdLst/>
                <a:ahLst/>
                <a:cxnLst/>
                <a:rect l="l" t="t" r="r" b="b"/>
                <a:pathLst>
                  <a:path w="4246" h="1867" fill="none" extrusionOk="0">
                    <a:moveTo>
                      <a:pt x="4245" y="1866"/>
                    </a:moveTo>
                    <a:cubicBezTo>
                      <a:pt x="4186" y="1761"/>
                      <a:pt x="4123" y="1659"/>
                      <a:pt x="4054" y="1554"/>
                    </a:cubicBezTo>
                    <a:cubicBezTo>
                      <a:pt x="3692" y="1021"/>
                      <a:pt x="3202" y="600"/>
                      <a:pt x="2639" y="343"/>
                    </a:cubicBezTo>
                    <a:cubicBezTo>
                      <a:pt x="2156" y="119"/>
                      <a:pt x="1593" y="1"/>
                      <a:pt x="1014" y="1"/>
                    </a:cubicBezTo>
                    <a:cubicBezTo>
                      <a:pt x="662" y="1"/>
                      <a:pt x="316" y="47"/>
                      <a:pt x="0" y="132"/>
                    </a:cubicBezTo>
                  </a:path>
                </a:pathLst>
              </a:custGeom>
              <a:noFill/>
              <a:ln w="9525" cap="flat" cmpd="sng">
                <a:solidFill>
                  <a:schemeClr val="accent3"/>
                </a:solidFill>
                <a:prstDash val="dash"/>
                <a:miter lim="329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2383092" y="4042361"/>
                <a:ext cx="33932" cy="15101"/>
              </a:xfrm>
              <a:custGeom>
                <a:avLst/>
                <a:gdLst/>
                <a:ahLst/>
                <a:cxnLst/>
                <a:rect l="l" t="t" r="r" b="b"/>
                <a:pathLst>
                  <a:path w="564" h="251" fill="none" extrusionOk="0">
                    <a:moveTo>
                      <a:pt x="564" y="112"/>
                    </a:moveTo>
                    <a:cubicBezTo>
                      <a:pt x="452" y="151"/>
                      <a:pt x="346" y="198"/>
                      <a:pt x="244" y="250"/>
                    </a:cubicBezTo>
                    <a:cubicBezTo>
                      <a:pt x="165" y="165"/>
                      <a:pt x="87" y="79"/>
                      <a:pt x="1" y="0"/>
                    </a:cubicBezTo>
                  </a:path>
                </a:pathLst>
              </a:custGeom>
              <a:noFill/>
              <a:ln w="9525" cap="flat" cmpd="sng">
                <a:solidFill>
                  <a:schemeClr val="accent3"/>
                </a:solidFill>
                <a:prstDash val="dash"/>
                <a:miter lim="329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2044376" y="3961743"/>
                <a:ext cx="305926" cy="52943"/>
              </a:xfrm>
              <a:custGeom>
                <a:avLst/>
                <a:gdLst/>
                <a:ahLst/>
                <a:cxnLst/>
                <a:rect l="l" t="t" r="r" b="b"/>
                <a:pathLst>
                  <a:path w="5085" h="880" fill="none" extrusionOk="0">
                    <a:moveTo>
                      <a:pt x="5085" y="879"/>
                    </a:moveTo>
                    <a:cubicBezTo>
                      <a:pt x="4937" y="774"/>
                      <a:pt x="4779" y="675"/>
                      <a:pt x="4614" y="587"/>
                    </a:cubicBezTo>
                    <a:cubicBezTo>
                      <a:pt x="3986" y="241"/>
                      <a:pt x="3281" y="40"/>
                      <a:pt x="2584" y="7"/>
                    </a:cubicBezTo>
                    <a:cubicBezTo>
                      <a:pt x="2488" y="4"/>
                      <a:pt x="2393" y="1"/>
                      <a:pt x="2304" y="1"/>
                    </a:cubicBezTo>
                    <a:cubicBezTo>
                      <a:pt x="1448" y="1"/>
                      <a:pt x="665" y="185"/>
                      <a:pt x="1" y="531"/>
                    </a:cubicBezTo>
                  </a:path>
                </a:pathLst>
              </a:custGeom>
              <a:noFill/>
              <a:ln w="9525" cap="flat" cmpd="sng">
                <a:solidFill>
                  <a:schemeClr val="accent3"/>
                </a:solidFill>
                <a:prstDash val="dash"/>
                <a:miter lim="329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30;p2"/>
              <p:cNvSpPr/>
              <p:nvPr/>
            </p:nvSpPr>
            <p:spPr>
              <a:xfrm>
                <a:off x="1997449" y="3998382"/>
                <a:ext cx="28397" cy="18109"/>
              </a:xfrm>
              <a:custGeom>
                <a:avLst/>
                <a:gdLst/>
                <a:ahLst/>
                <a:cxnLst/>
                <a:rect l="l" t="t" r="r" b="b"/>
                <a:pathLst>
                  <a:path w="472" h="301" fill="none" extrusionOk="0">
                    <a:moveTo>
                      <a:pt x="471" y="99"/>
                    </a:moveTo>
                    <a:cubicBezTo>
                      <a:pt x="373" y="159"/>
                      <a:pt x="277" y="231"/>
                      <a:pt x="182" y="300"/>
                    </a:cubicBezTo>
                    <a:cubicBezTo>
                      <a:pt x="126" y="198"/>
                      <a:pt x="63" y="99"/>
                      <a:pt x="1" y="1"/>
                    </a:cubicBezTo>
                  </a:path>
                </a:pathLst>
              </a:custGeom>
              <a:noFill/>
              <a:ln w="9525" cap="flat" cmpd="sng">
                <a:solidFill>
                  <a:schemeClr val="accent3"/>
                </a:solidFill>
                <a:prstDash val="dash"/>
                <a:miter lim="329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31;p2"/>
              <p:cNvSpPr/>
              <p:nvPr/>
            </p:nvSpPr>
            <p:spPr>
              <a:xfrm>
                <a:off x="1715347" y="3882990"/>
                <a:ext cx="259180" cy="84769"/>
              </a:xfrm>
              <a:custGeom>
                <a:avLst/>
                <a:gdLst/>
                <a:ahLst/>
                <a:cxnLst/>
                <a:rect l="l" t="t" r="r" b="b"/>
                <a:pathLst>
                  <a:path w="4308" h="1409" fill="none" extrusionOk="0">
                    <a:moveTo>
                      <a:pt x="4308" y="1409"/>
                    </a:moveTo>
                    <a:cubicBezTo>
                      <a:pt x="4071" y="1129"/>
                      <a:pt x="3808" y="885"/>
                      <a:pt x="3518" y="685"/>
                    </a:cubicBezTo>
                    <a:cubicBezTo>
                      <a:pt x="2893" y="244"/>
                      <a:pt x="2153" y="0"/>
                      <a:pt x="1429" y="0"/>
                    </a:cubicBezTo>
                    <a:cubicBezTo>
                      <a:pt x="1169" y="0"/>
                      <a:pt x="912" y="33"/>
                      <a:pt x="668" y="96"/>
                    </a:cubicBezTo>
                    <a:cubicBezTo>
                      <a:pt x="441" y="152"/>
                      <a:pt x="221" y="227"/>
                      <a:pt x="0" y="323"/>
                    </a:cubicBezTo>
                  </a:path>
                </a:pathLst>
              </a:custGeom>
              <a:noFill/>
              <a:ln w="9525" cap="flat" cmpd="sng">
                <a:solidFill>
                  <a:schemeClr val="accent3"/>
                </a:solidFill>
                <a:prstDash val="dash"/>
                <a:miter lim="329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1666254" y="3904348"/>
                <a:ext cx="31946" cy="16304"/>
              </a:xfrm>
              <a:custGeom>
                <a:avLst/>
                <a:gdLst/>
                <a:ahLst/>
                <a:cxnLst/>
                <a:rect l="l" t="t" r="r" b="b"/>
                <a:pathLst>
                  <a:path w="531" h="271" fill="none" extrusionOk="0">
                    <a:moveTo>
                      <a:pt x="530" y="103"/>
                    </a:moveTo>
                    <a:cubicBezTo>
                      <a:pt x="428" y="155"/>
                      <a:pt x="323" y="208"/>
                      <a:pt x="221" y="270"/>
                    </a:cubicBezTo>
                    <a:cubicBezTo>
                      <a:pt x="152" y="175"/>
                      <a:pt x="76" y="86"/>
                      <a:pt x="0" y="1"/>
                    </a:cubicBezTo>
                  </a:path>
                </a:pathLst>
              </a:custGeom>
              <a:noFill/>
              <a:ln w="9525" cap="flat" cmpd="sng">
                <a:solidFill>
                  <a:schemeClr val="accent3"/>
                </a:solidFill>
                <a:prstDash val="dash"/>
                <a:miter lim="329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1513802" y="3834439"/>
                <a:ext cx="124175" cy="44219"/>
              </a:xfrm>
              <a:custGeom>
                <a:avLst/>
                <a:gdLst/>
                <a:ahLst/>
                <a:cxnLst/>
                <a:rect l="l" t="t" r="r" b="b"/>
                <a:pathLst>
                  <a:path w="2064" h="735" fill="none" extrusionOk="0">
                    <a:moveTo>
                      <a:pt x="2064" y="735"/>
                    </a:moveTo>
                    <a:cubicBezTo>
                      <a:pt x="1603" y="379"/>
                      <a:pt x="1057" y="133"/>
                      <a:pt x="481" y="44"/>
                    </a:cubicBezTo>
                    <a:cubicBezTo>
                      <a:pt x="323" y="17"/>
                      <a:pt x="159" y="1"/>
                      <a:pt x="1" y="1"/>
                    </a:cubicBezTo>
                  </a:path>
                </a:pathLst>
              </a:custGeom>
              <a:noFill/>
              <a:ln w="9525" cap="flat" cmpd="sng">
                <a:solidFill>
                  <a:schemeClr val="accent3"/>
                </a:solidFill>
                <a:prstDash val="dash"/>
                <a:miter lim="329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>
                <a:off x="1467898" y="3816871"/>
                <a:ext cx="26592" cy="20395"/>
              </a:xfrm>
              <a:custGeom>
                <a:avLst/>
                <a:gdLst/>
                <a:ahLst/>
                <a:cxnLst/>
                <a:rect l="l" t="t" r="r" b="b"/>
                <a:pathLst>
                  <a:path w="442" h="339" fill="none" extrusionOk="0">
                    <a:moveTo>
                      <a:pt x="441" y="296"/>
                    </a:moveTo>
                    <a:cubicBezTo>
                      <a:pt x="326" y="306"/>
                      <a:pt x="211" y="323"/>
                      <a:pt x="96" y="339"/>
                    </a:cubicBezTo>
                    <a:cubicBezTo>
                      <a:pt x="66" y="224"/>
                      <a:pt x="40" y="112"/>
                      <a:pt x="0" y="0"/>
                    </a:cubicBezTo>
                  </a:path>
                </a:pathLst>
              </a:custGeom>
              <a:noFill/>
              <a:ln w="9525" cap="flat" cmpd="sng">
                <a:solidFill>
                  <a:schemeClr val="accent3"/>
                </a:solidFill>
                <a:prstDash val="dash"/>
                <a:miter lim="329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>
                <a:off x="1324951" y="3666164"/>
                <a:ext cx="124175" cy="106969"/>
              </a:xfrm>
              <a:custGeom>
                <a:avLst/>
                <a:gdLst/>
                <a:ahLst/>
                <a:cxnLst/>
                <a:rect l="l" t="t" r="r" b="b"/>
                <a:pathLst>
                  <a:path w="2064" h="1778" fill="none" extrusionOk="0">
                    <a:moveTo>
                      <a:pt x="2063" y="1778"/>
                    </a:moveTo>
                    <a:cubicBezTo>
                      <a:pt x="1912" y="1498"/>
                      <a:pt x="1731" y="1245"/>
                      <a:pt x="1521" y="1014"/>
                    </a:cubicBezTo>
                    <a:cubicBezTo>
                      <a:pt x="1208" y="672"/>
                      <a:pt x="810" y="376"/>
                      <a:pt x="379" y="162"/>
                    </a:cubicBezTo>
                    <a:cubicBezTo>
                      <a:pt x="254" y="100"/>
                      <a:pt x="125" y="47"/>
                      <a:pt x="0" y="1"/>
                    </a:cubicBezTo>
                  </a:path>
                </a:pathLst>
              </a:custGeom>
              <a:noFill/>
              <a:ln w="9525" cap="flat" cmpd="sng">
                <a:solidFill>
                  <a:schemeClr val="accent3"/>
                </a:solidFill>
                <a:prstDash val="dash"/>
                <a:miter lim="329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36;p2"/>
              <p:cNvSpPr/>
              <p:nvPr/>
            </p:nvSpPr>
            <p:spPr>
              <a:xfrm>
                <a:off x="1275618" y="3635481"/>
                <a:ext cx="26411" cy="24005"/>
              </a:xfrm>
              <a:custGeom>
                <a:avLst/>
                <a:gdLst/>
                <a:ahLst/>
                <a:cxnLst/>
                <a:rect l="l" t="t" r="r" b="b"/>
                <a:pathLst>
                  <a:path w="439" h="399" fill="none" extrusionOk="0">
                    <a:moveTo>
                      <a:pt x="439" y="399"/>
                    </a:moveTo>
                    <a:cubicBezTo>
                      <a:pt x="323" y="373"/>
                      <a:pt x="205" y="350"/>
                      <a:pt x="93" y="340"/>
                    </a:cubicBezTo>
                    <a:cubicBezTo>
                      <a:pt x="67" y="225"/>
                      <a:pt x="37" y="113"/>
                      <a:pt x="1" y="1"/>
                    </a:cubicBezTo>
                  </a:path>
                </a:pathLst>
              </a:custGeom>
              <a:noFill/>
              <a:ln w="9525" cap="flat" cmpd="sng">
                <a:solidFill>
                  <a:schemeClr val="accent3"/>
                </a:solidFill>
                <a:prstDash val="dash"/>
                <a:miter lim="329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>
                <a:off x="1005006" y="3486638"/>
                <a:ext cx="255450" cy="112323"/>
              </a:xfrm>
              <a:custGeom>
                <a:avLst/>
                <a:gdLst/>
                <a:ahLst/>
                <a:cxnLst/>
                <a:rect l="l" t="t" r="r" b="b"/>
                <a:pathLst>
                  <a:path w="4246" h="1867" fill="none" extrusionOk="0">
                    <a:moveTo>
                      <a:pt x="4245" y="1866"/>
                    </a:moveTo>
                    <a:cubicBezTo>
                      <a:pt x="4186" y="1761"/>
                      <a:pt x="4124" y="1655"/>
                      <a:pt x="4055" y="1553"/>
                    </a:cubicBezTo>
                    <a:cubicBezTo>
                      <a:pt x="3693" y="1020"/>
                      <a:pt x="3202" y="599"/>
                      <a:pt x="2640" y="339"/>
                    </a:cubicBezTo>
                    <a:cubicBezTo>
                      <a:pt x="2156" y="119"/>
                      <a:pt x="1596" y="0"/>
                      <a:pt x="1014" y="0"/>
                    </a:cubicBezTo>
                    <a:cubicBezTo>
                      <a:pt x="662" y="0"/>
                      <a:pt x="316" y="43"/>
                      <a:pt x="0" y="132"/>
                    </a:cubicBezTo>
                  </a:path>
                </a:pathLst>
              </a:custGeom>
              <a:noFill/>
              <a:ln w="9525" cap="flat" cmpd="sng">
                <a:solidFill>
                  <a:schemeClr val="accent3"/>
                </a:solidFill>
                <a:prstDash val="dash"/>
                <a:miter lim="329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38;p2"/>
              <p:cNvSpPr/>
              <p:nvPr/>
            </p:nvSpPr>
            <p:spPr>
              <a:xfrm>
                <a:off x="951762" y="3493737"/>
                <a:ext cx="33871" cy="15101"/>
              </a:xfrm>
              <a:custGeom>
                <a:avLst/>
                <a:gdLst/>
                <a:ahLst/>
                <a:cxnLst/>
                <a:rect l="l" t="t" r="r" b="b"/>
                <a:pathLst>
                  <a:path w="563" h="251" fill="none" extrusionOk="0">
                    <a:moveTo>
                      <a:pt x="563" y="113"/>
                    </a:moveTo>
                    <a:cubicBezTo>
                      <a:pt x="451" y="152"/>
                      <a:pt x="346" y="198"/>
                      <a:pt x="244" y="251"/>
                    </a:cubicBezTo>
                    <a:cubicBezTo>
                      <a:pt x="165" y="165"/>
                      <a:pt x="86" y="80"/>
                      <a:pt x="0" y="1"/>
                    </a:cubicBezTo>
                  </a:path>
                </a:pathLst>
              </a:custGeom>
              <a:noFill/>
              <a:ln w="9525" cap="flat" cmpd="sng">
                <a:solidFill>
                  <a:schemeClr val="accent3"/>
                </a:solidFill>
                <a:prstDash val="dash"/>
                <a:miter lim="329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612986" y="3412999"/>
                <a:ext cx="305986" cy="53063"/>
              </a:xfrm>
              <a:custGeom>
                <a:avLst/>
                <a:gdLst/>
                <a:ahLst/>
                <a:cxnLst/>
                <a:rect l="l" t="t" r="r" b="b"/>
                <a:pathLst>
                  <a:path w="5086" h="882" fill="none" extrusionOk="0">
                    <a:moveTo>
                      <a:pt x="5085" y="882"/>
                    </a:moveTo>
                    <a:cubicBezTo>
                      <a:pt x="4937" y="773"/>
                      <a:pt x="4779" y="675"/>
                      <a:pt x="4614" y="589"/>
                    </a:cubicBezTo>
                    <a:cubicBezTo>
                      <a:pt x="3986" y="244"/>
                      <a:pt x="3282" y="43"/>
                      <a:pt x="2584" y="10"/>
                    </a:cubicBezTo>
                    <a:cubicBezTo>
                      <a:pt x="2489" y="7"/>
                      <a:pt x="2393" y="0"/>
                      <a:pt x="2304" y="0"/>
                    </a:cubicBezTo>
                    <a:cubicBezTo>
                      <a:pt x="1449" y="0"/>
                      <a:pt x="666" y="188"/>
                      <a:pt x="1" y="533"/>
                    </a:cubicBezTo>
                  </a:path>
                </a:pathLst>
              </a:custGeom>
              <a:noFill/>
              <a:ln w="9525" cap="flat" cmpd="sng">
                <a:solidFill>
                  <a:schemeClr val="accent3"/>
                </a:solidFill>
                <a:prstDash val="dash"/>
                <a:miter lim="329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566119" y="3449578"/>
                <a:ext cx="28337" cy="18289"/>
              </a:xfrm>
              <a:custGeom>
                <a:avLst/>
                <a:gdLst/>
                <a:ahLst/>
                <a:cxnLst/>
                <a:rect l="l" t="t" r="r" b="b"/>
                <a:pathLst>
                  <a:path w="471" h="304" fill="none" extrusionOk="0">
                    <a:moveTo>
                      <a:pt x="471" y="100"/>
                    </a:moveTo>
                    <a:cubicBezTo>
                      <a:pt x="372" y="162"/>
                      <a:pt x="276" y="231"/>
                      <a:pt x="181" y="304"/>
                    </a:cubicBezTo>
                    <a:cubicBezTo>
                      <a:pt x="125" y="198"/>
                      <a:pt x="63" y="100"/>
                      <a:pt x="0" y="1"/>
                    </a:cubicBezTo>
                  </a:path>
                </a:pathLst>
              </a:custGeom>
              <a:noFill/>
              <a:ln w="9525" cap="flat" cmpd="sng">
                <a:solidFill>
                  <a:schemeClr val="accent3"/>
                </a:solidFill>
                <a:prstDash val="dash"/>
                <a:miter lim="329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283956" y="3334366"/>
                <a:ext cx="259240" cy="84588"/>
              </a:xfrm>
              <a:custGeom>
                <a:avLst/>
                <a:gdLst/>
                <a:ahLst/>
                <a:cxnLst/>
                <a:rect l="l" t="t" r="r" b="b"/>
                <a:pathLst>
                  <a:path w="4309" h="1406" fill="none" extrusionOk="0">
                    <a:moveTo>
                      <a:pt x="4308" y="1406"/>
                    </a:moveTo>
                    <a:cubicBezTo>
                      <a:pt x="4071" y="1126"/>
                      <a:pt x="3808" y="886"/>
                      <a:pt x="3519" y="682"/>
                    </a:cubicBezTo>
                    <a:cubicBezTo>
                      <a:pt x="2893" y="244"/>
                      <a:pt x="2153" y="1"/>
                      <a:pt x="1429" y="1"/>
                    </a:cubicBezTo>
                    <a:cubicBezTo>
                      <a:pt x="1169" y="1"/>
                      <a:pt x="912" y="34"/>
                      <a:pt x="669" y="96"/>
                    </a:cubicBezTo>
                    <a:cubicBezTo>
                      <a:pt x="442" y="152"/>
                      <a:pt x="221" y="228"/>
                      <a:pt x="1" y="320"/>
                    </a:cubicBezTo>
                  </a:path>
                </a:pathLst>
              </a:custGeom>
              <a:noFill/>
              <a:ln w="9525" cap="flat" cmpd="sng">
                <a:solidFill>
                  <a:schemeClr val="accent3"/>
                </a:solidFill>
                <a:prstDash val="dash"/>
                <a:miter lim="329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234864" y="3355543"/>
                <a:ext cx="31946" cy="16485"/>
              </a:xfrm>
              <a:custGeom>
                <a:avLst/>
                <a:gdLst/>
                <a:ahLst/>
                <a:cxnLst/>
                <a:rect l="l" t="t" r="r" b="b"/>
                <a:pathLst>
                  <a:path w="531" h="274" fill="none" extrusionOk="0">
                    <a:moveTo>
                      <a:pt x="531" y="106"/>
                    </a:moveTo>
                    <a:cubicBezTo>
                      <a:pt x="429" y="159"/>
                      <a:pt x="323" y="211"/>
                      <a:pt x="221" y="274"/>
                    </a:cubicBezTo>
                    <a:cubicBezTo>
                      <a:pt x="152" y="178"/>
                      <a:pt x="76" y="90"/>
                      <a:pt x="1" y="1"/>
                    </a:cubicBezTo>
                  </a:path>
                </a:pathLst>
              </a:custGeom>
              <a:noFill/>
              <a:ln w="9525" cap="flat" cmpd="sng">
                <a:solidFill>
                  <a:schemeClr val="accent3"/>
                </a:solidFill>
                <a:prstDash val="dash"/>
                <a:miter lim="329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-53556" y="3285875"/>
                <a:ext cx="260985" cy="45002"/>
              </a:xfrm>
              <a:custGeom>
                <a:avLst/>
                <a:gdLst/>
                <a:ahLst/>
                <a:cxnLst/>
                <a:rect l="l" t="t" r="r" b="b"/>
                <a:pathLst>
                  <a:path w="4338" h="748" fill="none" extrusionOk="0">
                    <a:moveTo>
                      <a:pt x="4337" y="741"/>
                    </a:moveTo>
                    <a:cubicBezTo>
                      <a:pt x="3870" y="382"/>
                      <a:pt x="3320" y="132"/>
                      <a:pt x="2741" y="40"/>
                    </a:cubicBezTo>
                    <a:cubicBezTo>
                      <a:pt x="2564" y="14"/>
                      <a:pt x="2379" y="0"/>
                      <a:pt x="2198" y="0"/>
                    </a:cubicBezTo>
                    <a:lnTo>
                      <a:pt x="2198" y="0"/>
                    </a:lnTo>
                    <a:cubicBezTo>
                      <a:pt x="1738" y="0"/>
                      <a:pt x="1267" y="96"/>
                      <a:pt x="836" y="267"/>
                    </a:cubicBezTo>
                    <a:cubicBezTo>
                      <a:pt x="537" y="392"/>
                      <a:pt x="257" y="550"/>
                      <a:pt x="0" y="747"/>
                    </a:cubicBezTo>
                  </a:path>
                </a:pathLst>
              </a:custGeom>
              <a:noFill/>
              <a:ln w="9525" cap="flat" cmpd="sng">
                <a:solidFill>
                  <a:schemeClr val="accent3"/>
                </a:solidFill>
                <a:prstDash val="dash"/>
                <a:miter lim="329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-82675" y="3342669"/>
                <a:ext cx="15101" cy="14920"/>
              </a:xfrm>
              <a:custGeom>
                <a:avLst/>
                <a:gdLst/>
                <a:ahLst/>
                <a:cxnLst/>
                <a:rect l="l" t="t" r="r" b="b"/>
                <a:pathLst>
                  <a:path w="251" h="248" fill="none" extrusionOk="0">
                    <a:moveTo>
                      <a:pt x="251" y="1"/>
                    </a:moveTo>
                    <a:cubicBezTo>
                      <a:pt x="221" y="31"/>
                      <a:pt x="188" y="60"/>
                      <a:pt x="162" y="86"/>
                    </a:cubicBezTo>
                    <a:lnTo>
                      <a:pt x="0" y="248"/>
                    </a:lnTo>
                  </a:path>
                </a:pathLst>
              </a:custGeom>
              <a:noFill/>
              <a:ln w="9525" cap="flat" cmpd="sng">
                <a:solidFill>
                  <a:schemeClr val="accent3"/>
                </a:solidFill>
                <a:prstDash val="dash"/>
                <a:miter lim="329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5" name="Google Shape;45;p2"/>
            <p:cNvSpPr/>
            <p:nvPr/>
          </p:nvSpPr>
          <p:spPr>
            <a:xfrm>
              <a:off x="-50428" y="4184549"/>
              <a:ext cx="2975637" cy="1036841"/>
            </a:xfrm>
            <a:custGeom>
              <a:avLst/>
              <a:gdLst/>
              <a:ahLst/>
              <a:cxnLst/>
              <a:rect l="l" t="t" r="r" b="b"/>
              <a:pathLst>
                <a:path w="49460" h="17234" extrusionOk="0">
                  <a:moveTo>
                    <a:pt x="1" y="1"/>
                  </a:moveTo>
                  <a:lnTo>
                    <a:pt x="1" y="17234"/>
                  </a:lnTo>
                  <a:lnTo>
                    <a:pt x="49460" y="17234"/>
                  </a:lnTo>
                  <a:cubicBezTo>
                    <a:pt x="48989" y="16931"/>
                    <a:pt x="48453" y="16721"/>
                    <a:pt x="47887" y="16684"/>
                  </a:cubicBezTo>
                  <a:cubicBezTo>
                    <a:pt x="47832" y="16681"/>
                    <a:pt x="47777" y="16679"/>
                    <a:pt x="47722" y="16679"/>
                  </a:cubicBezTo>
                  <a:cubicBezTo>
                    <a:pt x="47282" y="16679"/>
                    <a:pt x="46833" y="16797"/>
                    <a:pt x="46488" y="17063"/>
                  </a:cubicBezTo>
                  <a:cubicBezTo>
                    <a:pt x="45899" y="16625"/>
                    <a:pt x="45182" y="16362"/>
                    <a:pt x="44462" y="16362"/>
                  </a:cubicBezTo>
                  <a:cubicBezTo>
                    <a:pt x="44274" y="16362"/>
                    <a:pt x="44085" y="16380"/>
                    <a:pt x="43899" y="16418"/>
                  </a:cubicBezTo>
                  <a:cubicBezTo>
                    <a:pt x="43800" y="15562"/>
                    <a:pt x="43619" y="14710"/>
                    <a:pt x="43240" y="13937"/>
                  </a:cubicBezTo>
                  <a:cubicBezTo>
                    <a:pt x="42862" y="13167"/>
                    <a:pt x="42270" y="12485"/>
                    <a:pt x="41503" y="12114"/>
                  </a:cubicBezTo>
                  <a:cubicBezTo>
                    <a:pt x="41098" y="11921"/>
                    <a:pt x="40680" y="11833"/>
                    <a:pt x="40263" y="11833"/>
                  </a:cubicBezTo>
                  <a:cubicBezTo>
                    <a:pt x="39526" y="11833"/>
                    <a:pt x="38794" y="12108"/>
                    <a:pt x="38146" y="12568"/>
                  </a:cubicBezTo>
                  <a:cubicBezTo>
                    <a:pt x="37758" y="11768"/>
                    <a:pt x="37307" y="10978"/>
                    <a:pt x="36639" y="10399"/>
                  </a:cubicBezTo>
                  <a:cubicBezTo>
                    <a:pt x="36110" y="9938"/>
                    <a:pt x="35419" y="9628"/>
                    <a:pt x="34729" y="9628"/>
                  </a:cubicBezTo>
                  <a:cubicBezTo>
                    <a:pt x="34552" y="9628"/>
                    <a:pt x="34375" y="9648"/>
                    <a:pt x="34201" y="9692"/>
                  </a:cubicBezTo>
                  <a:cubicBezTo>
                    <a:pt x="33345" y="9906"/>
                    <a:pt x="32654" y="10268"/>
                    <a:pt x="32078" y="10939"/>
                  </a:cubicBezTo>
                  <a:cubicBezTo>
                    <a:pt x="31769" y="10123"/>
                    <a:pt x="31012" y="9494"/>
                    <a:pt x="30160" y="9346"/>
                  </a:cubicBezTo>
                  <a:cubicBezTo>
                    <a:pt x="30027" y="9323"/>
                    <a:pt x="29892" y="9312"/>
                    <a:pt x="29756" y="9312"/>
                  </a:cubicBezTo>
                  <a:cubicBezTo>
                    <a:pt x="29031" y="9312"/>
                    <a:pt x="28302" y="9638"/>
                    <a:pt x="27830" y="10198"/>
                  </a:cubicBezTo>
                  <a:cubicBezTo>
                    <a:pt x="27504" y="9192"/>
                    <a:pt x="26550" y="8431"/>
                    <a:pt x="25504" y="8343"/>
                  </a:cubicBezTo>
                  <a:lnTo>
                    <a:pt x="25504" y="8349"/>
                  </a:lnTo>
                  <a:cubicBezTo>
                    <a:pt x="25431" y="8344"/>
                    <a:pt x="25359" y="8341"/>
                    <a:pt x="25287" y="8341"/>
                  </a:cubicBezTo>
                  <a:cubicBezTo>
                    <a:pt x="25229" y="8341"/>
                    <a:pt x="25172" y="8343"/>
                    <a:pt x="25115" y="8346"/>
                  </a:cubicBezTo>
                  <a:cubicBezTo>
                    <a:pt x="23904" y="8425"/>
                    <a:pt x="22861" y="9270"/>
                    <a:pt x="22177" y="10281"/>
                  </a:cubicBezTo>
                  <a:cubicBezTo>
                    <a:pt x="21687" y="8971"/>
                    <a:pt x="20326" y="8022"/>
                    <a:pt x="18954" y="8022"/>
                  </a:cubicBezTo>
                  <a:cubicBezTo>
                    <a:pt x="18767" y="8022"/>
                    <a:pt x="18581" y="8039"/>
                    <a:pt x="18396" y="8076"/>
                  </a:cubicBezTo>
                  <a:cubicBezTo>
                    <a:pt x="18297" y="7220"/>
                    <a:pt x="18116" y="6368"/>
                    <a:pt x="17738" y="5595"/>
                  </a:cubicBezTo>
                  <a:cubicBezTo>
                    <a:pt x="17359" y="4825"/>
                    <a:pt x="16767" y="4144"/>
                    <a:pt x="16000" y="3772"/>
                  </a:cubicBezTo>
                  <a:cubicBezTo>
                    <a:pt x="15596" y="3579"/>
                    <a:pt x="15177" y="3491"/>
                    <a:pt x="14760" y="3491"/>
                  </a:cubicBezTo>
                  <a:cubicBezTo>
                    <a:pt x="14024" y="3491"/>
                    <a:pt x="13291" y="3766"/>
                    <a:pt x="12644" y="4226"/>
                  </a:cubicBezTo>
                  <a:cubicBezTo>
                    <a:pt x="12255" y="3426"/>
                    <a:pt x="11805" y="2636"/>
                    <a:pt x="11137" y="2057"/>
                  </a:cubicBezTo>
                  <a:cubicBezTo>
                    <a:pt x="10608" y="1596"/>
                    <a:pt x="9916" y="1286"/>
                    <a:pt x="9226" y="1286"/>
                  </a:cubicBezTo>
                  <a:cubicBezTo>
                    <a:pt x="9049" y="1286"/>
                    <a:pt x="8872" y="1306"/>
                    <a:pt x="8698" y="1350"/>
                  </a:cubicBezTo>
                  <a:cubicBezTo>
                    <a:pt x="7843" y="1564"/>
                    <a:pt x="7151" y="1926"/>
                    <a:pt x="6576" y="2597"/>
                  </a:cubicBezTo>
                  <a:cubicBezTo>
                    <a:pt x="6266" y="1781"/>
                    <a:pt x="5509" y="1152"/>
                    <a:pt x="4657" y="1004"/>
                  </a:cubicBezTo>
                  <a:cubicBezTo>
                    <a:pt x="4524" y="981"/>
                    <a:pt x="4389" y="970"/>
                    <a:pt x="4254" y="970"/>
                  </a:cubicBezTo>
                  <a:cubicBezTo>
                    <a:pt x="3528" y="970"/>
                    <a:pt x="2799" y="1296"/>
                    <a:pt x="2327" y="1857"/>
                  </a:cubicBezTo>
                  <a:cubicBezTo>
                    <a:pt x="2002" y="853"/>
                    <a:pt x="1047" y="90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" name="Google Shape;46;p2"/>
          <p:cNvSpPr/>
          <p:nvPr/>
        </p:nvSpPr>
        <p:spPr>
          <a:xfrm>
            <a:off x="-174725" y="1486775"/>
            <a:ext cx="555428" cy="570430"/>
          </a:xfrm>
          <a:custGeom>
            <a:avLst/>
            <a:gdLst/>
            <a:ahLst/>
            <a:cxnLst/>
            <a:rect l="l" t="t" r="r" b="b"/>
            <a:pathLst>
              <a:path w="5299" h="5442" extrusionOk="0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2"/>
          <p:cNvSpPr/>
          <p:nvPr/>
        </p:nvSpPr>
        <p:spPr>
          <a:xfrm rot="4562313">
            <a:off x="8813598" y="3088475"/>
            <a:ext cx="398739" cy="409499"/>
          </a:xfrm>
          <a:custGeom>
            <a:avLst/>
            <a:gdLst/>
            <a:ahLst/>
            <a:cxnLst/>
            <a:rect l="l" t="t" r="r" b="b"/>
            <a:pathLst>
              <a:path w="5299" h="5442" extrusionOk="0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2"/>
          <p:cNvSpPr/>
          <p:nvPr/>
        </p:nvSpPr>
        <p:spPr>
          <a:xfrm rot="6941015">
            <a:off x="4515950" y="-127557"/>
            <a:ext cx="517581" cy="576110"/>
          </a:xfrm>
          <a:custGeom>
            <a:avLst/>
            <a:gdLst/>
            <a:ahLst/>
            <a:cxnLst/>
            <a:rect l="l" t="t" r="r" b="b"/>
            <a:pathLst>
              <a:path w="5299" h="5442" extrusionOk="0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2"/>
          <p:cNvSpPr/>
          <p:nvPr/>
        </p:nvSpPr>
        <p:spPr>
          <a:xfrm rot="4562439">
            <a:off x="4462323" y="4287683"/>
            <a:ext cx="624831" cy="641633"/>
          </a:xfrm>
          <a:custGeom>
            <a:avLst/>
            <a:gdLst/>
            <a:ahLst/>
            <a:cxnLst/>
            <a:rect l="l" t="t" r="r" b="b"/>
            <a:pathLst>
              <a:path w="5299" h="5442" extrusionOk="0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2"/>
          <p:cNvSpPr txBox="1">
            <a:spLocks noGrp="1"/>
          </p:cNvSpPr>
          <p:nvPr>
            <p:ph type="ctrTitle"/>
          </p:nvPr>
        </p:nvSpPr>
        <p:spPr>
          <a:xfrm>
            <a:off x="715100" y="1677450"/>
            <a:ext cx="6102900" cy="167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600">
                <a:solidFill>
                  <a:srgbClr val="191919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2"/>
          <p:cNvSpPr txBox="1">
            <a:spLocks noGrp="1"/>
          </p:cNvSpPr>
          <p:nvPr>
            <p:ph type="subTitle" idx="1"/>
          </p:nvPr>
        </p:nvSpPr>
        <p:spPr>
          <a:xfrm>
            <a:off x="715100" y="3389700"/>
            <a:ext cx="4359000" cy="40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"/>
          <p:cNvSpPr txBox="1">
            <a:spLocks noGrp="1"/>
          </p:cNvSpPr>
          <p:nvPr>
            <p:ph type="subTitle" idx="1"/>
          </p:nvPr>
        </p:nvSpPr>
        <p:spPr>
          <a:xfrm>
            <a:off x="713225" y="1142925"/>
            <a:ext cx="3538800" cy="33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0" name="Google Shape;80;p5"/>
          <p:cNvSpPr txBox="1">
            <a:spLocks noGrp="1"/>
          </p:cNvSpPr>
          <p:nvPr>
            <p:ph type="subTitle" idx="2"/>
          </p:nvPr>
        </p:nvSpPr>
        <p:spPr>
          <a:xfrm>
            <a:off x="4724625" y="1143025"/>
            <a:ext cx="3538800" cy="33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1" name="Google Shape;81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82" name="Google Shape;82;p5"/>
          <p:cNvGrpSpPr/>
          <p:nvPr/>
        </p:nvGrpSpPr>
        <p:grpSpPr>
          <a:xfrm>
            <a:off x="-804065" y="-311552"/>
            <a:ext cx="2657070" cy="851052"/>
            <a:chOff x="-700590" y="-229602"/>
            <a:chExt cx="2657070" cy="851052"/>
          </a:xfrm>
        </p:grpSpPr>
        <p:sp>
          <p:nvSpPr>
            <p:cNvPr id="83" name="Google Shape;83;p5"/>
            <p:cNvSpPr/>
            <p:nvPr/>
          </p:nvSpPr>
          <p:spPr>
            <a:xfrm rot="10800000">
              <a:off x="-671457" y="-51851"/>
              <a:ext cx="2598946" cy="644133"/>
            </a:xfrm>
            <a:custGeom>
              <a:avLst/>
              <a:gdLst/>
              <a:ahLst/>
              <a:cxnLst/>
              <a:rect l="l" t="t" r="r" b="b"/>
              <a:pathLst>
                <a:path w="73510" h="18219" extrusionOk="0">
                  <a:moveTo>
                    <a:pt x="33837" y="0"/>
                  </a:moveTo>
                  <a:cubicBezTo>
                    <a:pt x="33373" y="0"/>
                    <a:pt x="32909" y="37"/>
                    <a:pt x="32453" y="113"/>
                  </a:cubicBezTo>
                  <a:cubicBezTo>
                    <a:pt x="28682" y="745"/>
                    <a:pt x="25536" y="3598"/>
                    <a:pt x="23848" y="7017"/>
                  </a:cubicBezTo>
                  <a:cubicBezTo>
                    <a:pt x="22703" y="6042"/>
                    <a:pt x="21010" y="5499"/>
                    <a:pt x="19412" y="5499"/>
                  </a:cubicBezTo>
                  <a:cubicBezTo>
                    <a:pt x="18874" y="5499"/>
                    <a:pt x="18347" y="5560"/>
                    <a:pt x="17855" y="5688"/>
                  </a:cubicBezTo>
                  <a:cubicBezTo>
                    <a:pt x="15907" y="6195"/>
                    <a:pt x="14249" y="7695"/>
                    <a:pt x="13558" y="9581"/>
                  </a:cubicBezTo>
                  <a:cubicBezTo>
                    <a:pt x="12316" y="8874"/>
                    <a:pt x="10862" y="8547"/>
                    <a:pt x="9393" y="8547"/>
                  </a:cubicBezTo>
                  <a:cubicBezTo>
                    <a:pt x="7832" y="8547"/>
                    <a:pt x="6253" y="8916"/>
                    <a:pt x="4893" y="9591"/>
                  </a:cubicBezTo>
                  <a:cubicBezTo>
                    <a:pt x="4235" y="9920"/>
                    <a:pt x="3623" y="10331"/>
                    <a:pt x="3067" y="10815"/>
                  </a:cubicBezTo>
                  <a:cubicBezTo>
                    <a:pt x="1093" y="12529"/>
                    <a:pt x="0" y="15043"/>
                    <a:pt x="0" y="17653"/>
                  </a:cubicBezTo>
                  <a:lnTo>
                    <a:pt x="0" y="18219"/>
                  </a:lnTo>
                  <a:lnTo>
                    <a:pt x="73504" y="18206"/>
                  </a:lnTo>
                  <a:lnTo>
                    <a:pt x="73504" y="18199"/>
                  </a:lnTo>
                  <a:cubicBezTo>
                    <a:pt x="73510" y="16394"/>
                    <a:pt x="72034" y="15002"/>
                    <a:pt x="70332" y="15002"/>
                  </a:cubicBezTo>
                  <a:cubicBezTo>
                    <a:pt x="70061" y="15002"/>
                    <a:pt x="69784" y="15038"/>
                    <a:pt x="69506" y="15112"/>
                  </a:cubicBezTo>
                  <a:cubicBezTo>
                    <a:pt x="69496" y="15116"/>
                    <a:pt x="69483" y="15119"/>
                    <a:pt x="69467" y="15126"/>
                  </a:cubicBezTo>
                  <a:cubicBezTo>
                    <a:pt x="68812" y="11144"/>
                    <a:pt x="65620" y="7695"/>
                    <a:pt x="61687" y="6724"/>
                  </a:cubicBezTo>
                  <a:cubicBezTo>
                    <a:pt x="60907" y="6532"/>
                    <a:pt x="60107" y="6439"/>
                    <a:pt x="59307" y="6439"/>
                  </a:cubicBezTo>
                  <a:cubicBezTo>
                    <a:pt x="56072" y="6439"/>
                    <a:pt x="52831" y="7955"/>
                    <a:pt x="50871" y="10535"/>
                  </a:cubicBezTo>
                  <a:cubicBezTo>
                    <a:pt x="50815" y="8515"/>
                    <a:pt x="49298" y="6494"/>
                    <a:pt x="47570" y="5438"/>
                  </a:cubicBezTo>
                  <a:cubicBezTo>
                    <a:pt x="46605" y="4848"/>
                    <a:pt x="45472" y="4547"/>
                    <a:pt x="44340" y="4547"/>
                  </a:cubicBezTo>
                  <a:cubicBezTo>
                    <a:pt x="43445" y="4547"/>
                    <a:pt x="42552" y="4735"/>
                    <a:pt x="41743" y="5115"/>
                  </a:cubicBezTo>
                  <a:cubicBezTo>
                    <a:pt x="40635" y="1956"/>
                    <a:pt x="37213" y="0"/>
                    <a:pt x="338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5"/>
            <p:cNvSpPr/>
            <p:nvPr/>
          </p:nvSpPr>
          <p:spPr>
            <a:xfrm rot="10800000">
              <a:off x="-700590" y="-51391"/>
              <a:ext cx="2657070" cy="672841"/>
            </a:xfrm>
            <a:custGeom>
              <a:avLst/>
              <a:gdLst/>
              <a:ahLst/>
              <a:cxnLst/>
              <a:rect l="l" t="t" r="r" b="b"/>
              <a:pathLst>
                <a:path w="75154" h="19031" fill="none" extrusionOk="0">
                  <a:moveTo>
                    <a:pt x="1" y="18478"/>
                  </a:moveTo>
                  <a:cubicBezTo>
                    <a:pt x="1" y="15589"/>
                    <a:pt x="1222" y="12867"/>
                    <a:pt x="3354" y="11018"/>
                  </a:cubicBezTo>
                  <a:cubicBezTo>
                    <a:pt x="3966" y="10481"/>
                    <a:pt x="4641" y="10034"/>
                    <a:pt x="5351" y="9682"/>
                  </a:cubicBezTo>
                  <a:cubicBezTo>
                    <a:pt x="6842" y="8941"/>
                    <a:pt x="8524" y="8546"/>
                    <a:pt x="10218" y="8546"/>
                  </a:cubicBezTo>
                  <a:cubicBezTo>
                    <a:pt x="11564" y="8546"/>
                    <a:pt x="12848" y="8800"/>
                    <a:pt x="13980" y="9287"/>
                  </a:cubicBezTo>
                  <a:cubicBezTo>
                    <a:pt x="14901" y="7546"/>
                    <a:pt x="16553" y="6213"/>
                    <a:pt x="18471" y="5717"/>
                  </a:cubicBezTo>
                  <a:cubicBezTo>
                    <a:pt x="19021" y="5572"/>
                    <a:pt x="19617" y="5496"/>
                    <a:pt x="20239" y="5496"/>
                  </a:cubicBezTo>
                  <a:cubicBezTo>
                    <a:pt x="21723" y="5496"/>
                    <a:pt x="23210" y="5907"/>
                    <a:pt x="24388" y="6625"/>
                  </a:cubicBezTo>
                  <a:cubicBezTo>
                    <a:pt x="25257" y="5124"/>
                    <a:pt x="26376" y="3778"/>
                    <a:pt x="27669" y="2709"/>
                  </a:cubicBezTo>
                  <a:cubicBezTo>
                    <a:pt x="29314" y="1340"/>
                    <a:pt x="31210" y="445"/>
                    <a:pt x="33141" y="126"/>
                  </a:cubicBezTo>
                  <a:cubicBezTo>
                    <a:pt x="33642" y="43"/>
                    <a:pt x="34152" y="1"/>
                    <a:pt x="34665" y="1"/>
                  </a:cubicBezTo>
                  <a:cubicBezTo>
                    <a:pt x="36495" y="1"/>
                    <a:pt x="38354" y="534"/>
                    <a:pt x="39900" y="1498"/>
                  </a:cubicBezTo>
                  <a:cubicBezTo>
                    <a:pt x="41296" y="2370"/>
                    <a:pt x="42362" y="3528"/>
                    <a:pt x="43013" y="4881"/>
                  </a:cubicBezTo>
                  <a:cubicBezTo>
                    <a:pt x="43701" y="4660"/>
                    <a:pt x="44428" y="4548"/>
                    <a:pt x="45166" y="4548"/>
                  </a:cubicBezTo>
                  <a:cubicBezTo>
                    <a:pt x="46478" y="4548"/>
                    <a:pt x="47742" y="4897"/>
                    <a:pt x="48821" y="5559"/>
                  </a:cubicBezTo>
                  <a:cubicBezTo>
                    <a:pt x="50177" y="6388"/>
                    <a:pt x="51559" y="7859"/>
                    <a:pt x="52178" y="9590"/>
                  </a:cubicBezTo>
                  <a:cubicBezTo>
                    <a:pt x="53017" y="8797"/>
                    <a:pt x="54001" y="8115"/>
                    <a:pt x="55080" y="7602"/>
                  </a:cubicBezTo>
                  <a:cubicBezTo>
                    <a:pt x="56663" y="6842"/>
                    <a:pt x="58407" y="6444"/>
                    <a:pt x="60132" y="6444"/>
                  </a:cubicBezTo>
                  <a:cubicBezTo>
                    <a:pt x="61010" y="6444"/>
                    <a:pt x="61876" y="6546"/>
                    <a:pt x="62708" y="6753"/>
                  </a:cubicBezTo>
                  <a:cubicBezTo>
                    <a:pt x="64794" y="7266"/>
                    <a:pt x="66703" y="8408"/>
                    <a:pt x="68233" y="10063"/>
                  </a:cubicBezTo>
                  <a:cubicBezTo>
                    <a:pt x="69566" y="11502"/>
                    <a:pt x="70491" y="13203"/>
                    <a:pt x="70935" y="15013"/>
                  </a:cubicBezTo>
                  <a:cubicBezTo>
                    <a:pt x="71011" y="15006"/>
                    <a:pt x="71080" y="15006"/>
                    <a:pt x="71155" y="15006"/>
                  </a:cubicBezTo>
                  <a:cubicBezTo>
                    <a:pt x="73360" y="15006"/>
                    <a:pt x="75154" y="16813"/>
                    <a:pt x="75154" y="19031"/>
                  </a:cubicBezTo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dash"/>
              <a:miter lim="329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5"/>
            <p:cNvSpPr/>
            <p:nvPr/>
          </p:nvSpPr>
          <p:spPr>
            <a:xfrm rot="10800000">
              <a:off x="-489500" y="-229602"/>
              <a:ext cx="2234888" cy="553903"/>
            </a:xfrm>
            <a:custGeom>
              <a:avLst/>
              <a:gdLst/>
              <a:ahLst/>
              <a:cxnLst/>
              <a:rect l="l" t="t" r="r" b="b"/>
              <a:pathLst>
                <a:path w="73510" h="18219" extrusionOk="0">
                  <a:moveTo>
                    <a:pt x="33837" y="0"/>
                  </a:moveTo>
                  <a:cubicBezTo>
                    <a:pt x="33373" y="0"/>
                    <a:pt x="32909" y="37"/>
                    <a:pt x="32453" y="113"/>
                  </a:cubicBezTo>
                  <a:cubicBezTo>
                    <a:pt x="28682" y="745"/>
                    <a:pt x="25536" y="3598"/>
                    <a:pt x="23848" y="7017"/>
                  </a:cubicBezTo>
                  <a:cubicBezTo>
                    <a:pt x="22703" y="6042"/>
                    <a:pt x="21010" y="5499"/>
                    <a:pt x="19412" y="5499"/>
                  </a:cubicBezTo>
                  <a:cubicBezTo>
                    <a:pt x="18874" y="5499"/>
                    <a:pt x="18347" y="5560"/>
                    <a:pt x="17855" y="5688"/>
                  </a:cubicBezTo>
                  <a:cubicBezTo>
                    <a:pt x="15907" y="6195"/>
                    <a:pt x="14249" y="7695"/>
                    <a:pt x="13558" y="9581"/>
                  </a:cubicBezTo>
                  <a:cubicBezTo>
                    <a:pt x="12316" y="8874"/>
                    <a:pt x="10862" y="8547"/>
                    <a:pt x="9393" y="8547"/>
                  </a:cubicBezTo>
                  <a:cubicBezTo>
                    <a:pt x="7832" y="8547"/>
                    <a:pt x="6253" y="8916"/>
                    <a:pt x="4893" y="9591"/>
                  </a:cubicBezTo>
                  <a:cubicBezTo>
                    <a:pt x="4235" y="9920"/>
                    <a:pt x="3623" y="10331"/>
                    <a:pt x="3067" y="10815"/>
                  </a:cubicBezTo>
                  <a:cubicBezTo>
                    <a:pt x="1093" y="12529"/>
                    <a:pt x="0" y="15043"/>
                    <a:pt x="0" y="17653"/>
                  </a:cubicBezTo>
                  <a:lnTo>
                    <a:pt x="0" y="18219"/>
                  </a:lnTo>
                  <a:lnTo>
                    <a:pt x="73504" y="18206"/>
                  </a:lnTo>
                  <a:lnTo>
                    <a:pt x="73504" y="18199"/>
                  </a:lnTo>
                  <a:cubicBezTo>
                    <a:pt x="73510" y="16394"/>
                    <a:pt x="72034" y="15002"/>
                    <a:pt x="70332" y="15002"/>
                  </a:cubicBezTo>
                  <a:cubicBezTo>
                    <a:pt x="70061" y="15002"/>
                    <a:pt x="69784" y="15038"/>
                    <a:pt x="69506" y="15112"/>
                  </a:cubicBezTo>
                  <a:cubicBezTo>
                    <a:pt x="69496" y="15116"/>
                    <a:pt x="69483" y="15119"/>
                    <a:pt x="69467" y="15126"/>
                  </a:cubicBezTo>
                  <a:cubicBezTo>
                    <a:pt x="68812" y="11144"/>
                    <a:pt x="65620" y="7695"/>
                    <a:pt x="61687" y="6724"/>
                  </a:cubicBezTo>
                  <a:cubicBezTo>
                    <a:pt x="60907" y="6532"/>
                    <a:pt x="60107" y="6439"/>
                    <a:pt x="59307" y="6439"/>
                  </a:cubicBezTo>
                  <a:cubicBezTo>
                    <a:pt x="56072" y="6439"/>
                    <a:pt x="52831" y="7955"/>
                    <a:pt x="50871" y="10535"/>
                  </a:cubicBezTo>
                  <a:cubicBezTo>
                    <a:pt x="50815" y="8515"/>
                    <a:pt x="49298" y="6494"/>
                    <a:pt x="47570" y="5438"/>
                  </a:cubicBezTo>
                  <a:cubicBezTo>
                    <a:pt x="46605" y="4848"/>
                    <a:pt x="45472" y="4547"/>
                    <a:pt x="44340" y="4547"/>
                  </a:cubicBezTo>
                  <a:cubicBezTo>
                    <a:pt x="43445" y="4547"/>
                    <a:pt x="42552" y="4735"/>
                    <a:pt x="41743" y="5115"/>
                  </a:cubicBezTo>
                  <a:cubicBezTo>
                    <a:pt x="40635" y="1956"/>
                    <a:pt x="37213" y="0"/>
                    <a:pt x="338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6" name="Google Shape;86;p5"/>
          <p:cNvSpPr/>
          <p:nvPr/>
        </p:nvSpPr>
        <p:spPr>
          <a:xfrm rot="4500044">
            <a:off x="-1122954" y="4194346"/>
            <a:ext cx="2657037" cy="672833"/>
          </a:xfrm>
          <a:custGeom>
            <a:avLst/>
            <a:gdLst/>
            <a:ahLst/>
            <a:cxnLst/>
            <a:rect l="l" t="t" r="r" b="b"/>
            <a:pathLst>
              <a:path w="75154" h="19031" fill="none" extrusionOk="0">
                <a:moveTo>
                  <a:pt x="1" y="18478"/>
                </a:moveTo>
                <a:cubicBezTo>
                  <a:pt x="1" y="15589"/>
                  <a:pt x="1222" y="12867"/>
                  <a:pt x="3354" y="11018"/>
                </a:cubicBezTo>
                <a:cubicBezTo>
                  <a:pt x="3966" y="10481"/>
                  <a:pt x="4641" y="10034"/>
                  <a:pt x="5351" y="9682"/>
                </a:cubicBezTo>
                <a:cubicBezTo>
                  <a:pt x="6842" y="8941"/>
                  <a:pt x="8524" y="8546"/>
                  <a:pt x="10218" y="8546"/>
                </a:cubicBezTo>
                <a:cubicBezTo>
                  <a:pt x="11564" y="8546"/>
                  <a:pt x="12848" y="8800"/>
                  <a:pt x="13980" y="9287"/>
                </a:cubicBezTo>
                <a:cubicBezTo>
                  <a:pt x="14901" y="7546"/>
                  <a:pt x="16553" y="6213"/>
                  <a:pt x="18471" y="5717"/>
                </a:cubicBezTo>
                <a:cubicBezTo>
                  <a:pt x="19021" y="5572"/>
                  <a:pt x="19617" y="5496"/>
                  <a:pt x="20239" y="5496"/>
                </a:cubicBezTo>
                <a:cubicBezTo>
                  <a:pt x="21723" y="5496"/>
                  <a:pt x="23210" y="5907"/>
                  <a:pt x="24388" y="6625"/>
                </a:cubicBezTo>
                <a:cubicBezTo>
                  <a:pt x="25257" y="5124"/>
                  <a:pt x="26376" y="3778"/>
                  <a:pt x="27669" y="2709"/>
                </a:cubicBezTo>
                <a:cubicBezTo>
                  <a:pt x="29314" y="1340"/>
                  <a:pt x="31210" y="445"/>
                  <a:pt x="33141" y="126"/>
                </a:cubicBezTo>
                <a:cubicBezTo>
                  <a:pt x="33642" y="43"/>
                  <a:pt x="34152" y="1"/>
                  <a:pt x="34665" y="1"/>
                </a:cubicBezTo>
                <a:cubicBezTo>
                  <a:pt x="36495" y="1"/>
                  <a:pt x="38354" y="534"/>
                  <a:pt x="39900" y="1498"/>
                </a:cubicBezTo>
                <a:cubicBezTo>
                  <a:pt x="41296" y="2370"/>
                  <a:pt x="42362" y="3528"/>
                  <a:pt x="43013" y="4881"/>
                </a:cubicBezTo>
                <a:cubicBezTo>
                  <a:pt x="43701" y="4660"/>
                  <a:pt x="44428" y="4548"/>
                  <a:pt x="45166" y="4548"/>
                </a:cubicBezTo>
                <a:cubicBezTo>
                  <a:pt x="46478" y="4548"/>
                  <a:pt x="47742" y="4897"/>
                  <a:pt x="48821" y="5559"/>
                </a:cubicBezTo>
                <a:cubicBezTo>
                  <a:pt x="50177" y="6388"/>
                  <a:pt x="51559" y="7859"/>
                  <a:pt x="52178" y="9590"/>
                </a:cubicBezTo>
                <a:cubicBezTo>
                  <a:pt x="53017" y="8797"/>
                  <a:pt x="54001" y="8115"/>
                  <a:pt x="55080" y="7602"/>
                </a:cubicBezTo>
                <a:cubicBezTo>
                  <a:pt x="56663" y="6842"/>
                  <a:pt x="58407" y="6444"/>
                  <a:pt x="60132" y="6444"/>
                </a:cubicBezTo>
                <a:cubicBezTo>
                  <a:pt x="61010" y="6444"/>
                  <a:pt x="61876" y="6546"/>
                  <a:pt x="62708" y="6753"/>
                </a:cubicBezTo>
                <a:cubicBezTo>
                  <a:pt x="64794" y="7266"/>
                  <a:pt x="66703" y="8408"/>
                  <a:pt x="68233" y="10063"/>
                </a:cubicBezTo>
                <a:cubicBezTo>
                  <a:pt x="69566" y="11502"/>
                  <a:pt x="70491" y="13203"/>
                  <a:pt x="70935" y="15013"/>
                </a:cubicBezTo>
                <a:cubicBezTo>
                  <a:pt x="71011" y="15006"/>
                  <a:pt x="71080" y="15006"/>
                  <a:pt x="71155" y="15006"/>
                </a:cubicBezTo>
                <a:cubicBezTo>
                  <a:pt x="73360" y="15006"/>
                  <a:pt x="75154" y="16813"/>
                  <a:pt x="75154" y="19031"/>
                </a:cubicBezTo>
              </a:path>
            </a:pathLst>
          </a:custGeom>
          <a:noFill/>
          <a:ln w="9525" cap="flat" cmpd="sng">
            <a:solidFill>
              <a:schemeClr val="accent3"/>
            </a:solidFill>
            <a:prstDash val="dash"/>
            <a:miter lim="329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5"/>
          <p:cNvSpPr/>
          <p:nvPr/>
        </p:nvSpPr>
        <p:spPr>
          <a:xfrm rot="4562313">
            <a:off x="8630011" y="3133413"/>
            <a:ext cx="398739" cy="409499"/>
          </a:xfrm>
          <a:custGeom>
            <a:avLst/>
            <a:gdLst/>
            <a:ahLst/>
            <a:cxnLst/>
            <a:rect l="l" t="t" r="r" b="b"/>
            <a:pathLst>
              <a:path w="5299" h="5442" extrusionOk="0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5"/>
          <p:cNvSpPr/>
          <p:nvPr/>
        </p:nvSpPr>
        <p:spPr>
          <a:xfrm rot="4562459">
            <a:off x="-164994" y="1867731"/>
            <a:ext cx="564986" cy="580203"/>
          </a:xfrm>
          <a:custGeom>
            <a:avLst/>
            <a:gdLst/>
            <a:ahLst/>
            <a:cxnLst/>
            <a:rect l="l" t="t" r="r" b="b"/>
            <a:pathLst>
              <a:path w="5299" h="5442" extrusionOk="0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5"/>
          <p:cNvSpPr/>
          <p:nvPr/>
        </p:nvSpPr>
        <p:spPr>
          <a:xfrm rot="6940965">
            <a:off x="2106501" y="4828206"/>
            <a:ext cx="595971" cy="612078"/>
          </a:xfrm>
          <a:custGeom>
            <a:avLst/>
            <a:gdLst/>
            <a:ahLst/>
            <a:cxnLst/>
            <a:rect l="l" t="t" r="r" b="b"/>
            <a:pathLst>
              <a:path w="5299" h="5442" extrusionOk="0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5"/>
          <p:cNvSpPr/>
          <p:nvPr/>
        </p:nvSpPr>
        <p:spPr>
          <a:xfrm rot="4562436">
            <a:off x="8763264" y="1031516"/>
            <a:ext cx="812145" cy="834035"/>
          </a:xfrm>
          <a:custGeom>
            <a:avLst/>
            <a:gdLst/>
            <a:ahLst/>
            <a:cxnLst/>
            <a:rect l="l" t="t" r="r" b="b"/>
            <a:pathLst>
              <a:path w="5299" h="5442" extrusionOk="0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1" name="Google Shape;91;p5"/>
          <p:cNvGrpSpPr/>
          <p:nvPr/>
        </p:nvGrpSpPr>
        <p:grpSpPr>
          <a:xfrm>
            <a:off x="7372538" y="4391383"/>
            <a:ext cx="2299450" cy="914413"/>
            <a:chOff x="7372538" y="4391383"/>
            <a:chExt cx="2299450" cy="914413"/>
          </a:xfrm>
        </p:grpSpPr>
        <p:sp>
          <p:nvSpPr>
            <p:cNvPr id="92" name="Google Shape;92;p5"/>
            <p:cNvSpPr/>
            <p:nvPr/>
          </p:nvSpPr>
          <p:spPr>
            <a:xfrm flipH="1">
              <a:off x="7484531" y="4511875"/>
              <a:ext cx="1874331" cy="672849"/>
            </a:xfrm>
            <a:custGeom>
              <a:avLst/>
              <a:gdLst/>
              <a:ahLst/>
              <a:cxnLst/>
              <a:rect l="l" t="t" r="r" b="b"/>
              <a:pathLst>
                <a:path w="36261" h="13017" extrusionOk="0">
                  <a:moveTo>
                    <a:pt x="8384" y="1"/>
                  </a:moveTo>
                  <a:cubicBezTo>
                    <a:pt x="5020" y="1"/>
                    <a:pt x="1613" y="1793"/>
                    <a:pt x="0" y="4777"/>
                  </a:cubicBezTo>
                  <a:lnTo>
                    <a:pt x="0" y="13016"/>
                  </a:lnTo>
                  <a:lnTo>
                    <a:pt x="36260" y="13016"/>
                  </a:lnTo>
                  <a:cubicBezTo>
                    <a:pt x="35829" y="11269"/>
                    <a:pt x="35039" y="9574"/>
                    <a:pt x="33769" y="8304"/>
                  </a:cubicBezTo>
                  <a:cubicBezTo>
                    <a:pt x="32596" y="7128"/>
                    <a:pt x="30983" y="6352"/>
                    <a:pt x="29334" y="6352"/>
                  </a:cubicBezTo>
                  <a:cubicBezTo>
                    <a:pt x="29193" y="6352"/>
                    <a:pt x="29051" y="6357"/>
                    <a:pt x="28909" y="6369"/>
                  </a:cubicBezTo>
                  <a:cubicBezTo>
                    <a:pt x="26422" y="6575"/>
                    <a:pt x="24149" y="8522"/>
                    <a:pt x="21765" y="8522"/>
                  </a:cubicBezTo>
                  <a:cubicBezTo>
                    <a:pt x="21442" y="8522"/>
                    <a:pt x="21118" y="8487"/>
                    <a:pt x="20791" y="8406"/>
                  </a:cubicBezTo>
                  <a:cubicBezTo>
                    <a:pt x="18744" y="7903"/>
                    <a:pt x="17543" y="5862"/>
                    <a:pt x="16226" y="4217"/>
                  </a:cubicBezTo>
                  <a:cubicBezTo>
                    <a:pt x="15098" y="2809"/>
                    <a:pt x="13722" y="1575"/>
                    <a:pt x="12087" y="805"/>
                  </a:cubicBezTo>
                  <a:cubicBezTo>
                    <a:pt x="10925" y="258"/>
                    <a:pt x="9658" y="1"/>
                    <a:pt x="83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5"/>
            <p:cNvSpPr/>
            <p:nvPr/>
          </p:nvSpPr>
          <p:spPr>
            <a:xfrm flipH="1">
              <a:off x="7763478" y="4733080"/>
              <a:ext cx="1595393" cy="572715"/>
            </a:xfrm>
            <a:custGeom>
              <a:avLst/>
              <a:gdLst/>
              <a:ahLst/>
              <a:cxnLst/>
              <a:rect l="l" t="t" r="r" b="b"/>
              <a:pathLst>
                <a:path w="36261" h="13017" extrusionOk="0">
                  <a:moveTo>
                    <a:pt x="8384" y="1"/>
                  </a:moveTo>
                  <a:cubicBezTo>
                    <a:pt x="5020" y="1"/>
                    <a:pt x="1613" y="1793"/>
                    <a:pt x="0" y="4777"/>
                  </a:cubicBezTo>
                  <a:lnTo>
                    <a:pt x="0" y="13016"/>
                  </a:lnTo>
                  <a:lnTo>
                    <a:pt x="36260" y="13016"/>
                  </a:lnTo>
                  <a:cubicBezTo>
                    <a:pt x="35829" y="11269"/>
                    <a:pt x="35039" y="9574"/>
                    <a:pt x="33769" y="8304"/>
                  </a:cubicBezTo>
                  <a:cubicBezTo>
                    <a:pt x="32596" y="7128"/>
                    <a:pt x="30983" y="6352"/>
                    <a:pt x="29334" y="6352"/>
                  </a:cubicBezTo>
                  <a:cubicBezTo>
                    <a:pt x="29193" y="6352"/>
                    <a:pt x="29051" y="6357"/>
                    <a:pt x="28909" y="6369"/>
                  </a:cubicBezTo>
                  <a:cubicBezTo>
                    <a:pt x="26422" y="6575"/>
                    <a:pt x="24149" y="8522"/>
                    <a:pt x="21765" y="8522"/>
                  </a:cubicBezTo>
                  <a:cubicBezTo>
                    <a:pt x="21442" y="8522"/>
                    <a:pt x="21118" y="8487"/>
                    <a:pt x="20791" y="8406"/>
                  </a:cubicBezTo>
                  <a:cubicBezTo>
                    <a:pt x="18744" y="7903"/>
                    <a:pt x="17543" y="5862"/>
                    <a:pt x="16226" y="4217"/>
                  </a:cubicBezTo>
                  <a:cubicBezTo>
                    <a:pt x="15098" y="2809"/>
                    <a:pt x="13722" y="1575"/>
                    <a:pt x="12087" y="805"/>
                  </a:cubicBezTo>
                  <a:cubicBezTo>
                    <a:pt x="10925" y="258"/>
                    <a:pt x="9658" y="1"/>
                    <a:pt x="83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>
              <a:off x="7372538" y="4391383"/>
              <a:ext cx="2299450" cy="812625"/>
            </a:xfrm>
            <a:custGeom>
              <a:avLst/>
              <a:gdLst/>
              <a:ahLst/>
              <a:cxnLst/>
              <a:rect l="l" t="t" r="r" b="b"/>
              <a:pathLst>
                <a:path w="91978" h="32505" extrusionOk="0">
                  <a:moveTo>
                    <a:pt x="0" y="32505"/>
                  </a:moveTo>
                  <a:cubicBezTo>
                    <a:pt x="2138" y="25027"/>
                    <a:pt x="7152" y="15490"/>
                    <a:pt x="14869" y="14525"/>
                  </a:cubicBezTo>
                  <a:cubicBezTo>
                    <a:pt x="22277" y="13599"/>
                    <a:pt x="29916" y="20345"/>
                    <a:pt x="36999" y="17983"/>
                  </a:cubicBezTo>
                  <a:cubicBezTo>
                    <a:pt x="45693" y="15084"/>
                    <a:pt x="49051" y="1855"/>
                    <a:pt x="58091" y="348"/>
                  </a:cubicBezTo>
                  <a:cubicBezTo>
                    <a:pt x="70258" y="-1681"/>
                    <a:pt x="83249" y="6500"/>
                    <a:pt x="91978" y="15216"/>
                  </a:cubicBezTo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de-DE"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6"/>
          <p:cNvSpPr/>
          <p:nvPr/>
        </p:nvSpPr>
        <p:spPr>
          <a:xfrm rot="10800000" flipH="1">
            <a:off x="7469582" y="-68956"/>
            <a:ext cx="2348644" cy="582097"/>
          </a:xfrm>
          <a:custGeom>
            <a:avLst/>
            <a:gdLst/>
            <a:ahLst/>
            <a:cxnLst/>
            <a:rect l="l" t="t" r="r" b="b"/>
            <a:pathLst>
              <a:path w="73510" h="18219" extrusionOk="0">
                <a:moveTo>
                  <a:pt x="33837" y="0"/>
                </a:moveTo>
                <a:cubicBezTo>
                  <a:pt x="33373" y="0"/>
                  <a:pt x="32909" y="37"/>
                  <a:pt x="32453" y="113"/>
                </a:cubicBezTo>
                <a:cubicBezTo>
                  <a:pt x="28682" y="745"/>
                  <a:pt x="25536" y="3598"/>
                  <a:pt x="23848" y="7017"/>
                </a:cubicBezTo>
                <a:cubicBezTo>
                  <a:pt x="22703" y="6042"/>
                  <a:pt x="21010" y="5499"/>
                  <a:pt x="19412" y="5499"/>
                </a:cubicBezTo>
                <a:cubicBezTo>
                  <a:pt x="18874" y="5499"/>
                  <a:pt x="18347" y="5560"/>
                  <a:pt x="17855" y="5688"/>
                </a:cubicBezTo>
                <a:cubicBezTo>
                  <a:pt x="15907" y="6195"/>
                  <a:pt x="14249" y="7695"/>
                  <a:pt x="13558" y="9581"/>
                </a:cubicBezTo>
                <a:cubicBezTo>
                  <a:pt x="12316" y="8874"/>
                  <a:pt x="10862" y="8547"/>
                  <a:pt x="9393" y="8547"/>
                </a:cubicBezTo>
                <a:cubicBezTo>
                  <a:pt x="7832" y="8547"/>
                  <a:pt x="6253" y="8916"/>
                  <a:pt x="4893" y="9591"/>
                </a:cubicBezTo>
                <a:cubicBezTo>
                  <a:pt x="4235" y="9920"/>
                  <a:pt x="3623" y="10331"/>
                  <a:pt x="3067" y="10815"/>
                </a:cubicBezTo>
                <a:cubicBezTo>
                  <a:pt x="1093" y="12529"/>
                  <a:pt x="0" y="15043"/>
                  <a:pt x="0" y="17653"/>
                </a:cubicBezTo>
                <a:lnTo>
                  <a:pt x="0" y="18219"/>
                </a:lnTo>
                <a:lnTo>
                  <a:pt x="73504" y="18206"/>
                </a:lnTo>
                <a:lnTo>
                  <a:pt x="73504" y="18199"/>
                </a:lnTo>
                <a:cubicBezTo>
                  <a:pt x="73510" y="16394"/>
                  <a:pt x="72034" y="15002"/>
                  <a:pt x="70332" y="15002"/>
                </a:cubicBezTo>
                <a:cubicBezTo>
                  <a:pt x="70061" y="15002"/>
                  <a:pt x="69784" y="15038"/>
                  <a:pt x="69506" y="15112"/>
                </a:cubicBezTo>
                <a:cubicBezTo>
                  <a:pt x="69496" y="15116"/>
                  <a:pt x="69483" y="15119"/>
                  <a:pt x="69467" y="15126"/>
                </a:cubicBezTo>
                <a:cubicBezTo>
                  <a:pt x="68812" y="11144"/>
                  <a:pt x="65620" y="7695"/>
                  <a:pt x="61687" y="6724"/>
                </a:cubicBezTo>
                <a:cubicBezTo>
                  <a:pt x="60907" y="6532"/>
                  <a:pt x="60107" y="6439"/>
                  <a:pt x="59307" y="6439"/>
                </a:cubicBezTo>
                <a:cubicBezTo>
                  <a:pt x="56072" y="6439"/>
                  <a:pt x="52831" y="7955"/>
                  <a:pt x="50871" y="10535"/>
                </a:cubicBezTo>
                <a:cubicBezTo>
                  <a:pt x="50815" y="8515"/>
                  <a:pt x="49298" y="6494"/>
                  <a:pt x="47570" y="5438"/>
                </a:cubicBezTo>
                <a:cubicBezTo>
                  <a:pt x="46605" y="4848"/>
                  <a:pt x="45472" y="4547"/>
                  <a:pt x="44340" y="4547"/>
                </a:cubicBezTo>
                <a:cubicBezTo>
                  <a:pt x="43445" y="4547"/>
                  <a:pt x="42552" y="4735"/>
                  <a:pt x="41743" y="5115"/>
                </a:cubicBezTo>
                <a:cubicBezTo>
                  <a:pt x="40635" y="1956"/>
                  <a:pt x="37213" y="0"/>
                  <a:pt x="3383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6"/>
          <p:cNvSpPr/>
          <p:nvPr/>
        </p:nvSpPr>
        <p:spPr>
          <a:xfrm rot="10800000" flipH="1">
            <a:off x="7443382" y="-68541"/>
            <a:ext cx="2401170" cy="608040"/>
          </a:xfrm>
          <a:custGeom>
            <a:avLst/>
            <a:gdLst/>
            <a:ahLst/>
            <a:cxnLst/>
            <a:rect l="l" t="t" r="r" b="b"/>
            <a:pathLst>
              <a:path w="75154" h="19031" fill="none" extrusionOk="0">
                <a:moveTo>
                  <a:pt x="1" y="18478"/>
                </a:moveTo>
                <a:cubicBezTo>
                  <a:pt x="1" y="15589"/>
                  <a:pt x="1222" y="12867"/>
                  <a:pt x="3354" y="11018"/>
                </a:cubicBezTo>
                <a:cubicBezTo>
                  <a:pt x="3966" y="10481"/>
                  <a:pt x="4641" y="10034"/>
                  <a:pt x="5351" y="9682"/>
                </a:cubicBezTo>
                <a:cubicBezTo>
                  <a:pt x="6842" y="8941"/>
                  <a:pt x="8524" y="8546"/>
                  <a:pt x="10218" y="8546"/>
                </a:cubicBezTo>
                <a:cubicBezTo>
                  <a:pt x="11564" y="8546"/>
                  <a:pt x="12848" y="8800"/>
                  <a:pt x="13980" y="9287"/>
                </a:cubicBezTo>
                <a:cubicBezTo>
                  <a:pt x="14901" y="7546"/>
                  <a:pt x="16553" y="6213"/>
                  <a:pt x="18471" y="5717"/>
                </a:cubicBezTo>
                <a:cubicBezTo>
                  <a:pt x="19021" y="5572"/>
                  <a:pt x="19617" y="5496"/>
                  <a:pt x="20239" y="5496"/>
                </a:cubicBezTo>
                <a:cubicBezTo>
                  <a:pt x="21723" y="5496"/>
                  <a:pt x="23210" y="5907"/>
                  <a:pt x="24388" y="6625"/>
                </a:cubicBezTo>
                <a:cubicBezTo>
                  <a:pt x="25257" y="5124"/>
                  <a:pt x="26376" y="3778"/>
                  <a:pt x="27669" y="2709"/>
                </a:cubicBezTo>
                <a:cubicBezTo>
                  <a:pt x="29314" y="1340"/>
                  <a:pt x="31210" y="445"/>
                  <a:pt x="33141" y="126"/>
                </a:cubicBezTo>
                <a:cubicBezTo>
                  <a:pt x="33642" y="43"/>
                  <a:pt x="34152" y="1"/>
                  <a:pt x="34665" y="1"/>
                </a:cubicBezTo>
                <a:cubicBezTo>
                  <a:pt x="36495" y="1"/>
                  <a:pt x="38354" y="534"/>
                  <a:pt x="39900" y="1498"/>
                </a:cubicBezTo>
                <a:cubicBezTo>
                  <a:pt x="41296" y="2370"/>
                  <a:pt x="42362" y="3528"/>
                  <a:pt x="43013" y="4881"/>
                </a:cubicBezTo>
                <a:cubicBezTo>
                  <a:pt x="43701" y="4660"/>
                  <a:pt x="44428" y="4548"/>
                  <a:pt x="45166" y="4548"/>
                </a:cubicBezTo>
                <a:cubicBezTo>
                  <a:pt x="46478" y="4548"/>
                  <a:pt x="47742" y="4897"/>
                  <a:pt x="48821" y="5559"/>
                </a:cubicBezTo>
                <a:cubicBezTo>
                  <a:pt x="50177" y="6388"/>
                  <a:pt x="51559" y="7859"/>
                  <a:pt x="52178" y="9590"/>
                </a:cubicBezTo>
                <a:cubicBezTo>
                  <a:pt x="53017" y="8797"/>
                  <a:pt x="54001" y="8115"/>
                  <a:pt x="55080" y="7602"/>
                </a:cubicBezTo>
                <a:cubicBezTo>
                  <a:pt x="56663" y="6842"/>
                  <a:pt x="58407" y="6444"/>
                  <a:pt x="60132" y="6444"/>
                </a:cubicBezTo>
                <a:cubicBezTo>
                  <a:pt x="61010" y="6444"/>
                  <a:pt x="61876" y="6546"/>
                  <a:pt x="62708" y="6753"/>
                </a:cubicBezTo>
                <a:cubicBezTo>
                  <a:pt x="64794" y="7266"/>
                  <a:pt x="66703" y="8408"/>
                  <a:pt x="68233" y="10063"/>
                </a:cubicBezTo>
                <a:cubicBezTo>
                  <a:pt x="69566" y="11502"/>
                  <a:pt x="70491" y="13203"/>
                  <a:pt x="70935" y="15013"/>
                </a:cubicBezTo>
                <a:cubicBezTo>
                  <a:pt x="71011" y="15006"/>
                  <a:pt x="71080" y="15006"/>
                  <a:pt x="71155" y="15006"/>
                </a:cubicBezTo>
                <a:cubicBezTo>
                  <a:pt x="73360" y="15006"/>
                  <a:pt x="75154" y="16813"/>
                  <a:pt x="75154" y="19031"/>
                </a:cubicBezTo>
              </a:path>
            </a:pathLst>
          </a:custGeom>
          <a:noFill/>
          <a:ln w="9525" cap="flat" cmpd="sng">
            <a:solidFill>
              <a:schemeClr val="accent3"/>
            </a:solidFill>
            <a:prstDash val="dash"/>
            <a:miter lim="329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6"/>
          <p:cNvSpPr/>
          <p:nvPr/>
        </p:nvSpPr>
        <p:spPr>
          <a:xfrm rot="10800000" flipH="1">
            <a:off x="7634147" y="-229602"/>
            <a:ext cx="2019687" cy="500567"/>
          </a:xfrm>
          <a:custGeom>
            <a:avLst/>
            <a:gdLst/>
            <a:ahLst/>
            <a:cxnLst/>
            <a:rect l="l" t="t" r="r" b="b"/>
            <a:pathLst>
              <a:path w="73510" h="18219" extrusionOk="0">
                <a:moveTo>
                  <a:pt x="33837" y="0"/>
                </a:moveTo>
                <a:cubicBezTo>
                  <a:pt x="33373" y="0"/>
                  <a:pt x="32909" y="37"/>
                  <a:pt x="32453" y="113"/>
                </a:cubicBezTo>
                <a:cubicBezTo>
                  <a:pt x="28682" y="745"/>
                  <a:pt x="25536" y="3598"/>
                  <a:pt x="23848" y="7017"/>
                </a:cubicBezTo>
                <a:cubicBezTo>
                  <a:pt x="22703" y="6042"/>
                  <a:pt x="21010" y="5499"/>
                  <a:pt x="19412" y="5499"/>
                </a:cubicBezTo>
                <a:cubicBezTo>
                  <a:pt x="18874" y="5499"/>
                  <a:pt x="18347" y="5560"/>
                  <a:pt x="17855" y="5688"/>
                </a:cubicBezTo>
                <a:cubicBezTo>
                  <a:pt x="15907" y="6195"/>
                  <a:pt x="14249" y="7695"/>
                  <a:pt x="13558" y="9581"/>
                </a:cubicBezTo>
                <a:cubicBezTo>
                  <a:pt x="12316" y="8874"/>
                  <a:pt x="10862" y="8547"/>
                  <a:pt x="9393" y="8547"/>
                </a:cubicBezTo>
                <a:cubicBezTo>
                  <a:pt x="7832" y="8547"/>
                  <a:pt x="6253" y="8916"/>
                  <a:pt x="4893" y="9591"/>
                </a:cubicBezTo>
                <a:cubicBezTo>
                  <a:pt x="4235" y="9920"/>
                  <a:pt x="3623" y="10331"/>
                  <a:pt x="3067" y="10815"/>
                </a:cubicBezTo>
                <a:cubicBezTo>
                  <a:pt x="1093" y="12529"/>
                  <a:pt x="0" y="15043"/>
                  <a:pt x="0" y="17653"/>
                </a:cubicBezTo>
                <a:lnTo>
                  <a:pt x="0" y="18219"/>
                </a:lnTo>
                <a:lnTo>
                  <a:pt x="73504" y="18206"/>
                </a:lnTo>
                <a:lnTo>
                  <a:pt x="73504" y="18199"/>
                </a:lnTo>
                <a:cubicBezTo>
                  <a:pt x="73510" y="16394"/>
                  <a:pt x="72034" y="15002"/>
                  <a:pt x="70332" y="15002"/>
                </a:cubicBezTo>
                <a:cubicBezTo>
                  <a:pt x="70061" y="15002"/>
                  <a:pt x="69784" y="15038"/>
                  <a:pt x="69506" y="15112"/>
                </a:cubicBezTo>
                <a:cubicBezTo>
                  <a:pt x="69496" y="15116"/>
                  <a:pt x="69483" y="15119"/>
                  <a:pt x="69467" y="15126"/>
                </a:cubicBezTo>
                <a:cubicBezTo>
                  <a:pt x="68812" y="11144"/>
                  <a:pt x="65620" y="7695"/>
                  <a:pt x="61687" y="6724"/>
                </a:cubicBezTo>
                <a:cubicBezTo>
                  <a:pt x="60907" y="6532"/>
                  <a:pt x="60107" y="6439"/>
                  <a:pt x="59307" y="6439"/>
                </a:cubicBezTo>
                <a:cubicBezTo>
                  <a:pt x="56072" y="6439"/>
                  <a:pt x="52831" y="7955"/>
                  <a:pt x="50871" y="10535"/>
                </a:cubicBezTo>
                <a:cubicBezTo>
                  <a:pt x="50815" y="8515"/>
                  <a:pt x="49298" y="6494"/>
                  <a:pt x="47570" y="5438"/>
                </a:cubicBezTo>
                <a:cubicBezTo>
                  <a:pt x="46605" y="4848"/>
                  <a:pt x="45472" y="4547"/>
                  <a:pt x="44340" y="4547"/>
                </a:cubicBezTo>
                <a:cubicBezTo>
                  <a:pt x="43445" y="4547"/>
                  <a:pt x="42552" y="4735"/>
                  <a:pt x="41743" y="5115"/>
                </a:cubicBezTo>
                <a:cubicBezTo>
                  <a:pt x="40635" y="1956"/>
                  <a:pt x="37213" y="0"/>
                  <a:pt x="3383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0" name="Google Shape;100;p6"/>
          <p:cNvGrpSpPr/>
          <p:nvPr/>
        </p:nvGrpSpPr>
        <p:grpSpPr>
          <a:xfrm flipH="1">
            <a:off x="-700590" y="114937"/>
            <a:ext cx="1223038" cy="840129"/>
            <a:chOff x="6920025" y="1454275"/>
            <a:chExt cx="328350" cy="225550"/>
          </a:xfrm>
        </p:grpSpPr>
        <p:sp>
          <p:nvSpPr>
            <p:cNvPr id="101" name="Google Shape;101;p6"/>
            <p:cNvSpPr/>
            <p:nvPr/>
          </p:nvSpPr>
          <p:spPr>
            <a:xfrm>
              <a:off x="6937950" y="1454275"/>
              <a:ext cx="310425" cy="118675"/>
            </a:xfrm>
            <a:custGeom>
              <a:avLst/>
              <a:gdLst/>
              <a:ahLst/>
              <a:cxnLst/>
              <a:rect l="l" t="t" r="r" b="b"/>
              <a:pathLst>
                <a:path w="12417" h="4747" extrusionOk="0">
                  <a:moveTo>
                    <a:pt x="5911" y="1"/>
                  </a:moveTo>
                  <a:cubicBezTo>
                    <a:pt x="4785" y="1"/>
                    <a:pt x="3675" y="796"/>
                    <a:pt x="3077" y="2493"/>
                  </a:cubicBezTo>
                  <a:cubicBezTo>
                    <a:pt x="2760" y="2367"/>
                    <a:pt x="2456" y="2309"/>
                    <a:pt x="2171" y="2309"/>
                  </a:cubicBezTo>
                  <a:cubicBezTo>
                    <a:pt x="951" y="2309"/>
                    <a:pt x="83" y="3375"/>
                    <a:pt x="0" y="4747"/>
                  </a:cubicBezTo>
                  <a:lnTo>
                    <a:pt x="12416" y="4747"/>
                  </a:lnTo>
                  <a:cubicBezTo>
                    <a:pt x="12075" y="3722"/>
                    <a:pt x="10887" y="2645"/>
                    <a:pt x="9774" y="2645"/>
                  </a:cubicBezTo>
                  <a:cubicBezTo>
                    <a:pt x="9525" y="2645"/>
                    <a:pt x="9281" y="2698"/>
                    <a:pt x="9050" y="2818"/>
                  </a:cubicBezTo>
                  <a:cubicBezTo>
                    <a:pt x="8441" y="989"/>
                    <a:pt x="7166" y="1"/>
                    <a:pt x="591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>
              <a:off x="6987225" y="1582075"/>
              <a:ext cx="18700" cy="26750"/>
            </a:xfrm>
            <a:custGeom>
              <a:avLst/>
              <a:gdLst/>
              <a:ahLst/>
              <a:cxnLst/>
              <a:rect l="l" t="t" r="r" b="b"/>
              <a:pathLst>
                <a:path w="748" h="1070" fill="none" extrusionOk="0">
                  <a:moveTo>
                    <a:pt x="1" y="1070"/>
                  </a:moveTo>
                  <a:lnTo>
                    <a:pt x="748" y="0"/>
                  </a:lnTo>
                </a:path>
              </a:pathLst>
            </a:custGeom>
            <a:noFill/>
            <a:ln w="1325" cap="flat" cmpd="sng">
              <a:solidFill>
                <a:schemeClr val="dk1"/>
              </a:solidFill>
              <a:prstDash val="solid"/>
              <a:miter lim="329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6"/>
            <p:cNvSpPr/>
            <p:nvPr/>
          </p:nvSpPr>
          <p:spPr>
            <a:xfrm>
              <a:off x="7013875" y="1582075"/>
              <a:ext cx="18700" cy="26750"/>
            </a:xfrm>
            <a:custGeom>
              <a:avLst/>
              <a:gdLst/>
              <a:ahLst/>
              <a:cxnLst/>
              <a:rect l="l" t="t" r="r" b="b"/>
              <a:pathLst>
                <a:path w="748" h="1070" fill="none" extrusionOk="0">
                  <a:moveTo>
                    <a:pt x="1" y="1070"/>
                  </a:moveTo>
                  <a:lnTo>
                    <a:pt x="748" y="0"/>
                  </a:lnTo>
                </a:path>
              </a:pathLst>
            </a:custGeom>
            <a:noFill/>
            <a:ln w="1325" cap="flat" cmpd="sng">
              <a:solidFill>
                <a:schemeClr val="dk1"/>
              </a:solidFill>
              <a:prstDash val="solid"/>
              <a:miter lim="329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6"/>
            <p:cNvSpPr/>
            <p:nvPr/>
          </p:nvSpPr>
          <p:spPr>
            <a:xfrm>
              <a:off x="7040450" y="1582075"/>
              <a:ext cx="18775" cy="26750"/>
            </a:xfrm>
            <a:custGeom>
              <a:avLst/>
              <a:gdLst/>
              <a:ahLst/>
              <a:cxnLst/>
              <a:rect l="l" t="t" r="r" b="b"/>
              <a:pathLst>
                <a:path w="751" h="1070" fill="none" extrusionOk="0">
                  <a:moveTo>
                    <a:pt x="1" y="1070"/>
                  </a:moveTo>
                  <a:lnTo>
                    <a:pt x="751" y="0"/>
                  </a:lnTo>
                </a:path>
              </a:pathLst>
            </a:custGeom>
            <a:noFill/>
            <a:ln w="1325" cap="flat" cmpd="sng">
              <a:solidFill>
                <a:schemeClr val="dk1"/>
              </a:solidFill>
              <a:prstDash val="solid"/>
              <a:miter lim="329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6"/>
            <p:cNvSpPr/>
            <p:nvPr/>
          </p:nvSpPr>
          <p:spPr>
            <a:xfrm>
              <a:off x="7067100" y="1582075"/>
              <a:ext cx="18800" cy="26750"/>
            </a:xfrm>
            <a:custGeom>
              <a:avLst/>
              <a:gdLst/>
              <a:ahLst/>
              <a:cxnLst/>
              <a:rect l="l" t="t" r="r" b="b"/>
              <a:pathLst>
                <a:path w="752" h="1070" fill="none" extrusionOk="0">
                  <a:moveTo>
                    <a:pt x="1" y="1070"/>
                  </a:moveTo>
                  <a:lnTo>
                    <a:pt x="751" y="0"/>
                  </a:lnTo>
                </a:path>
              </a:pathLst>
            </a:custGeom>
            <a:noFill/>
            <a:ln w="1325" cap="flat" cmpd="sng">
              <a:solidFill>
                <a:schemeClr val="dk1"/>
              </a:solidFill>
              <a:prstDash val="solid"/>
              <a:miter lim="329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6"/>
            <p:cNvSpPr/>
            <p:nvPr/>
          </p:nvSpPr>
          <p:spPr>
            <a:xfrm>
              <a:off x="7093775" y="1582075"/>
              <a:ext cx="18675" cy="26750"/>
            </a:xfrm>
            <a:custGeom>
              <a:avLst/>
              <a:gdLst/>
              <a:ahLst/>
              <a:cxnLst/>
              <a:rect l="l" t="t" r="r" b="b"/>
              <a:pathLst>
                <a:path w="747" h="1070" fill="none" extrusionOk="0">
                  <a:moveTo>
                    <a:pt x="0" y="1070"/>
                  </a:moveTo>
                  <a:lnTo>
                    <a:pt x="747" y="0"/>
                  </a:lnTo>
                </a:path>
              </a:pathLst>
            </a:custGeom>
            <a:noFill/>
            <a:ln w="1325" cap="flat" cmpd="sng">
              <a:solidFill>
                <a:schemeClr val="dk1"/>
              </a:solidFill>
              <a:prstDash val="solid"/>
              <a:miter lim="329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6"/>
            <p:cNvSpPr/>
            <p:nvPr/>
          </p:nvSpPr>
          <p:spPr>
            <a:xfrm>
              <a:off x="7120425" y="1582075"/>
              <a:ext cx="18700" cy="26750"/>
            </a:xfrm>
            <a:custGeom>
              <a:avLst/>
              <a:gdLst/>
              <a:ahLst/>
              <a:cxnLst/>
              <a:rect l="l" t="t" r="r" b="b"/>
              <a:pathLst>
                <a:path w="748" h="1070" fill="none" extrusionOk="0">
                  <a:moveTo>
                    <a:pt x="0" y="1070"/>
                  </a:moveTo>
                  <a:lnTo>
                    <a:pt x="747" y="0"/>
                  </a:lnTo>
                </a:path>
              </a:pathLst>
            </a:custGeom>
            <a:noFill/>
            <a:ln w="1325" cap="flat" cmpd="sng">
              <a:solidFill>
                <a:schemeClr val="dk1"/>
              </a:solidFill>
              <a:prstDash val="solid"/>
              <a:miter lim="329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6"/>
            <p:cNvSpPr/>
            <p:nvPr/>
          </p:nvSpPr>
          <p:spPr>
            <a:xfrm>
              <a:off x="7147000" y="1582075"/>
              <a:ext cx="18775" cy="26750"/>
            </a:xfrm>
            <a:custGeom>
              <a:avLst/>
              <a:gdLst/>
              <a:ahLst/>
              <a:cxnLst/>
              <a:rect l="l" t="t" r="r" b="b"/>
              <a:pathLst>
                <a:path w="751" h="1070" fill="none" extrusionOk="0">
                  <a:moveTo>
                    <a:pt x="0" y="1070"/>
                  </a:moveTo>
                  <a:lnTo>
                    <a:pt x="750" y="0"/>
                  </a:lnTo>
                </a:path>
              </a:pathLst>
            </a:custGeom>
            <a:noFill/>
            <a:ln w="1325" cap="flat" cmpd="sng">
              <a:solidFill>
                <a:schemeClr val="dk1"/>
              </a:solidFill>
              <a:prstDash val="solid"/>
              <a:miter lim="329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6"/>
            <p:cNvSpPr/>
            <p:nvPr/>
          </p:nvSpPr>
          <p:spPr>
            <a:xfrm>
              <a:off x="7173650" y="1582075"/>
              <a:ext cx="18775" cy="26750"/>
            </a:xfrm>
            <a:custGeom>
              <a:avLst/>
              <a:gdLst/>
              <a:ahLst/>
              <a:cxnLst/>
              <a:rect l="l" t="t" r="r" b="b"/>
              <a:pathLst>
                <a:path w="751" h="1070" fill="none" extrusionOk="0">
                  <a:moveTo>
                    <a:pt x="0" y="1070"/>
                  </a:moveTo>
                  <a:lnTo>
                    <a:pt x="751" y="0"/>
                  </a:lnTo>
                </a:path>
              </a:pathLst>
            </a:custGeom>
            <a:noFill/>
            <a:ln w="1325" cap="flat" cmpd="sng">
              <a:solidFill>
                <a:schemeClr val="dk1"/>
              </a:solidFill>
              <a:prstDash val="solid"/>
              <a:miter lim="329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6"/>
            <p:cNvSpPr/>
            <p:nvPr/>
          </p:nvSpPr>
          <p:spPr>
            <a:xfrm>
              <a:off x="7200300" y="1582075"/>
              <a:ext cx="18700" cy="26750"/>
            </a:xfrm>
            <a:custGeom>
              <a:avLst/>
              <a:gdLst/>
              <a:ahLst/>
              <a:cxnLst/>
              <a:rect l="l" t="t" r="r" b="b"/>
              <a:pathLst>
                <a:path w="748" h="1070" fill="none" extrusionOk="0">
                  <a:moveTo>
                    <a:pt x="0" y="1070"/>
                  </a:moveTo>
                  <a:lnTo>
                    <a:pt x="747" y="0"/>
                  </a:lnTo>
                </a:path>
              </a:pathLst>
            </a:custGeom>
            <a:noFill/>
            <a:ln w="1325" cap="flat" cmpd="sng">
              <a:solidFill>
                <a:schemeClr val="dk1"/>
              </a:solidFill>
              <a:prstDash val="solid"/>
              <a:miter lim="329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6"/>
            <p:cNvSpPr/>
            <p:nvPr/>
          </p:nvSpPr>
          <p:spPr>
            <a:xfrm>
              <a:off x="6953575" y="1617675"/>
              <a:ext cx="18875" cy="26700"/>
            </a:xfrm>
            <a:custGeom>
              <a:avLst/>
              <a:gdLst/>
              <a:ahLst/>
              <a:cxnLst/>
              <a:rect l="l" t="t" r="r" b="b"/>
              <a:pathLst>
                <a:path w="755" h="1068" fill="none" extrusionOk="0">
                  <a:moveTo>
                    <a:pt x="1" y="1067"/>
                  </a:moveTo>
                  <a:lnTo>
                    <a:pt x="754" y="1"/>
                  </a:lnTo>
                </a:path>
              </a:pathLst>
            </a:custGeom>
            <a:noFill/>
            <a:ln w="1325" cap="flat" cmpd="sng">
              <a:solidFill>
                <a:schemeClr val="dk1"/>
              </a:solidFill>
              <a:prstDash val="solid"/>
              <a:miter lim="329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6"/>
            <p:cNvSpPr/>
            <p:nvPr/>
          </p:nvSpPr>
          <p:spPr>
            <a:xfrm>
              <a:off x="6980225" y="1617675"/>
              <a:ext cx="18875" cy="26700"/>
            </a:xfrm>
            <a:custGeom>
              <a:avLst/>
              <a:gdLst/>
              <a:ahLst/>
              <a:cxnLst/>
              <a:rect l="l" t="t" r="r" b="b"/>
              <a:pathLst>
                <a:path w="755" h="1068" fill="none" extrusionOk="0">
                  <a:moveTo>
                    <a:pt x="1" y="1067"/>
                  </a:moveTo>
                  <a:lnTo>
                    <a:pt x="754" y="1"/>
                  </a:lnTo>
                </a:path>
              </a:pathLst>
            </a:custGeom>
            <a:noFill/>
            <a:ln w="1325" cap="flat" cmpd="sng">
              <a:solidFill>
                <a:schemeClr val="dk1"/>
              </a:solidFill>
              <a:prstDash val="solid"/>
              <a:miter lim="329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6"/>
            <p:cNvSpPr/>
            <p:nvPr/>
          </p:nvSpPr>
          <p:spPr>
            <a:xfrm>
              <a:off x="7006900" y="1617675"/>
              <a:ext cx="18775" cy="26700"/>
            </a:xfrm>
            <a:custGeom>
              <a:avLst/>
              <a:gdLst/>
              <a:ahLst/>
              <a:cxnLst/>
              <a:rect l="l" t="t" r="r" b="b"/>
              <a:pathLst>
                <a:path w="751" h="1068" fill="none" extrusionOk="0">
                  <a:moveTo>
                    <a:pt x="0" y="1067"/>
                  </a:moveTo>
                  <a:lnTo>
                    <a:pt x="750" y="1"/>
                  </a:lnTo>
                </a:path>
              </a:pathLst>
            </a:custGeom>
            <a:noFill/>
            <a:ln w="1325" cap="flat" cmpd="sng">
              <a:solidFill>
                <a:schemeClr val="dk1"/>
              </a:solidFill>
              <a:prstDash val="solid"/>
              <a:miter lim="329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6"/>
            <p:cNvSpPr/>
            <p:nvPr/>
          </p:nvSpPr>
          <p:spPr>
            <a:xfrm>
              <a:off x="7033625" y="1617675"/>
              <a:ext cx="18700" cy="26700"/>
            </a:xfrm>
            <a:custGeom>
              <a:avLst/>
              <a:gdLst/>
              <a:ahLst/>
              <a:cxnLst/>
              <a:rect l="l" t="t" r="r" b="b"/>
              <a:pathLst>
                <a:path w="748" h="1068" fill="none" extrusionOk="0">
                  <a:moveTo>
                    <a:pt x="1" y="1067"/>
                  </a:moveTo>
                  <a:lnTo>
                    <a:pt x="748" y="1"/>
                  </a:lnTo>
                </a:path>
              </a:pathLst>
            </a:custGeom>
            <a:noFill/>
            <a:ln w="1325" cap="flat" cmpd="sng">
              <a:solidFill>
                <a:schemeClr val="dk1"/>
              </a:solidFill>
              <a:prstDash val="solid"/>
              <a:miter lim="329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6"/>
            <p:cNvSpPr/>
            <p:nvPr/>
          </p:nvSpPr>
          <p:spPr>
            <a:xfrm>
              <a:off x="7060200" y="1617675"/>
              <a:ext cx="18775" cy="26700"/>
            </a:xfrm>
            <a:custGeom>
              <a:avLst/>
              <a:gdLst/>
              <a:ahLst/>
              <a:cxnLst/>
              <a:rect l="l" t="t" r="r" b="b"/>
              <a:pathLst>
                <a:path w="751" h="1068" fill="none" extrusionOk="0">
                  <a:moveTo>
                    <a:pt x="0" y="1067"/>
                  </a:moveTo>
                  <a:lnTo>
                    <a:pt x="751" y="1"/>
                  </a:lnTo>
                </a:path>
              </a:pathLst>
            </a:custGeom>
            <a:noFill/>
            <a:ln w="1325" cap="flat" cmpd="sng">
              <a:solidFill>
                <a:schemeClr val="dk1"/>
              </a:solidFill>
              <a:prstDash val="solid"/>
              <a:miter lim="329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6"/>
            <p:cNvSpPr/>
            <p:nvPr/>
          </p:nvSpPr>
          <p:spPr>
            <a:xfrm>
              <a:off x="7086850" y="1617675"/>
              <a:ext cx="18775" cy="26700"/>
            </a:xfrm>
            <a:custGeom>
              <a:avLst/>
              <a:gdLst/>
              <a:ahLst/>
              <a:cxnLst/>
              <a:rect l="l" t="t" r="r" b="b"/>
              <a:pathLst>
                <a:path w="751" h="1068" fill="none" extrusionOk="0">
                  <a:moveTo>
                    <a:pt x="1" y="1067"/>
                  </a:moveTo>
                  <a:lnTo>
                    <a:pt x="751" y="1"/>
                  </a:lnTo>
                </a:path>
              </a:pathLst>
            </a:custGeom>
            <a:noFill/>
            <a:ln w="1325" cap="flat" cmpd="sng">
              <a:solidFill>
                <a:schemeClr val="dk1"/>
              </a:solidFill>
              <a:prstDash val="solid"/>
              <a:miter lim="329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6"/>
            <p:cNvSpPr/>
            <p:nvPr/>
          </p:nvSpPr>
          <p:spPr>
            <a:xfrm>
              <a:off x="7113500" y="1617675"/>
              <a:ext cx="18700" cy="26700"/>
            </a:xfrm>
            <a:custGeom>
              <a:avLst/>
              <a:gdLst/>
              <a:ahLst/>
              <a:cxnLst/>
              <a:rect l="l" t="t" r="r" b="b"/>
              <a:pathLst>
                <a:path w="748" h="1068" fill="none" extrusionOk="0">
                  <a:moveTo>
                    <a:pt x="1" y="1067"/>
                  </a:moveTo>
                  <a:lnTo>
                    <a:pt x="748" y="1"/>
                  </a:lnTo>
                </a:path>
              </a:pathLst>
            </a:custGeom>
            <a:noFill/>
            <a:ln w="1325" cap="flat" cmpd="sng">
              <a:solidFill>
                <a:schemeClr val="dk1"/>
              </a:solidFill>
              <a:prstDash val="solid"/>
              <a:miter lim="329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6"/>
            <p:cNvSpPr/>
            <p:nvPr/>
          </p:nvSpPr>
          <p:spPr>
            <a:xfrm>
              <a:off x="7140075" y="1617675"/>
              <a:ext cx="18775" cy="26700"/>
            </a:xfrm>
            <a:custGeom>
              <a:avLst/>
              <a:gdLst/>
              <a:ahLst/>
              <a:cxnLst/>
              <a:rect l="l" t="t" r="r" b="b"/>
              <a:pathLst>
                <a:path w="751" h="1068" fill="none" extrusionOk="0">
                  <a:moveTo>
                    <a:pt x="1" y="1067"/>
                  </a:moveTo>
                  <a:lnTo>
                    <a:pt x="751" y="1"/>
                  </a:lnTo>
                </a:path>
              </a:pathLst>
            </a:custGeom>
            <a:noFill/>
            <a:ln w="1325" cap="flat" cmpd="sng">
              <a:solidFill>
                <a:schemeClr val="dk1"/>
              </a:solidFill>
              <a:prstDash val="solid"/>
              <a:miter lim="329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6"/>
            <p:cNvSpPr/>
            <p:nvPr/>
          </p:nvSpPr>
          <p:spPr>
            <a:xfrm>
              <a:off x="7166725" y="1617675"/>
              <a:ext cx="18800" cy="26700"/>
            </a:xfrm>
            <a:custGeom>
              <a:avLst/>
              <a:gdLst/>
              <a:ahLst/>
              <a:cxnLst/>
              <a:rect l="l" t="t" r="r" b="b"/>
              <a:pathLst>
                <a:path w="752" h="1068" fill="none" extrusionOk="0">
                  <a:moveTo>
                    <a:pt x="1" y="1067"/>
                  </a:moveTo>
                  <a:lnTo>
                    <a:pt x="751" y="1"/>
                  </a:lnTo>
                </a:path>
              </a:pathLst>
            </a:custGeom>
            <a:noFill/>
            <a:ln w="1325" cap="flat" cmpd="sng">
              <a:solidFill>
                <a:schemeClr val="dk1"/>
              </a:solidFill>
              <a:prstDash val="solid"/>
              <a:miter lim="329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6"/>
            <p:cNvSpPr/>
            <p:nvPr/>
          </p:nvSpPr>
          <p:spPr>
            <a:xfrm>
              <a:off x="6920025" y="1653150"/>
              <a:ext cx="18775" cy="26675"/>
            </a:xfrm>
            <a:custGeom>
              <a:avLst/>
              <a:gdLst/>
              <a:ahLst/>
              <a:cxnLst/>
              <a:rect l="l" t="t" r="r" b="b"/>
              <a:pathLst>
                <a:path w="751" h="1067" fill="none" extrusionOk="0">
                  <a:moveTo>
                    <a:pt x="0" y="1066"/>
                  </a:moveTo>
                  <a:lnTo>
                    <a:pt x="750" y="0"/>
                  </a:lnTo>
                </a:path>
              </a:pathLst>
            </a:custGeom>
            <a:noFill/>
            <a:ln w="1325" cap="flat" cmpd="sng">
              <a:solidFill>
                <a:schemeClr val="dk1"/>
              </a:solidFill>
              <a:prstDash val="solid"/>
              <a:miter lim="329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6"/>
            <p:cNvSpPr/>
            <p:nvPr/>
          </p:nvSpPr>
          <p:spPr>
            <a:xfrm>
              <a:off x="6946675" y="1653150"/>
              <a:ext cx="18850" cy="26675"/>
            </a:xfrm>
            <a:custGeom>
              <a:avLst/>
              <a:gdLst/>
              <a:ahLst/>
              <a:cxnLst/>
              <a:rect l="l" t="t" r="r" b="b"/>
              <a:pathLst>
                <a:path w="754" h="1067" fill="none" extrusionOk="0">
                  <a:moveTo>
                    <a:pt x="0" y="1066"/>
                  </a:moveTo>
                  <a:lnTo>
                    <a:pt x="754" y="0"/>
                  </a:lnTo>
                </a:path>
              </a:pathLst>
            </a:custGeom>
            <a:noFill/>
            <a:ln w="1325" cap="flat" cmpd="sng">
              <a:solidFill>
                <a:schemeClr val="dk1"/>
              </a:solidFill>
              <a:prstDash val="solid"/>
              <a:miter lim="329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6"/>
            <p:cNvSpPr/>
            <p:nvPr/>
          </p:nvSpPr>
          <p:spPr>
            <a:xfrm>
              <a:off x="6973325" y="1653150"/>
              <a:ext cx="18875" cy="26675"/>
            </a:xfrm>
            <a:custGeom>
              <a:avLst/>
              <a:gdLst/>
              <a:ahLst/>
              <a:cxnLst/>
              <a:rect l="l" t="t" r="r" b="b"/>
              <a:pathLst>
                <a:path w="755" h="1067" fill="none" extrusionOk="0">
                  <a:moveTo>
                    <a:pt x="0" y="1066"/>
                  </a:moveTo>
                  <a:lnTo>
                    <a:pt x="754" y="0"/>
                  </a:lnTo>
                </a:path>
              </a:pathLst>
            </a:custGeom>
            <a:noFill/>
            <a:ln w="1325" cap="flat" cmpd="sng">
              <a:solidFill>
                <a:schemeClr val="dk1"/>
              </a:solidFill>
              <a:prstDash val="solid"/>
              <a:miter lim="329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6"/>
            <p:cNvSpPr/>
            <p:nvPr/>
          </p:nvSpPr>
          <p:spPr>
            <a:xfrm>
              <a:off x="6999975" y="1653150"/>
              <a:ext cx="18775" cy="26675"/>
            </a:xfrm>
            <a:custGeom>
              <a:avLst/>
              <a:gdLst/>
              <a:ahLst/>
              <a:cxnLst/>
              <a:rect l="l" t="t" r="r" b="b"/>
              <a:pathLst>
                <a:path w="751" h="1067" fill="none" extrusionOk="0">
                  <a:moveTo>
                    <a:pt x="1" y="1066"/>
                  </a:moveTo>
                  <a:lnTo>
                    <a:pt x="751" y="0"/>
                  </a:lnTo>
                </a:path>
              </a:pathLst>
            </a:custGeom>
            <a:noFill/>
            <a:ln w="1325" cap="flat" cmpd="sng">
              <a:solidFill>
                <a:schemeClr val="dk1"/>
              </a:solidFill>
              <a:prstDash val="solid"/>
              <a:miter lim="329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6"/>
            <p:cNvSpPr/>
            <p:nvPr/>
          </p:nvSpPr>
          <p:spPr>
            <a:xfrm>
              <a:off x="7026550" y="1653150"/>
              <a:ext cx="18875" cy="26675"/>
            </a:xfrm>
            <a:custGeom>
              <a:avLst/>
              <a:gdLst/>
              <a:ahLst/>
              <a:cxnLst/>
              <a:rect l="l" t="t" r="r" b="b"/>
              <a:pathLst>
                <a:path w="755" h="1067" fill="none" extrusionOk="0">
                  <a:moveTo>
                    <a:pt x="1" y="1066"/>
                  </a:moveTo>
                  <a:lnTo>
                    <a:pt x="754" y="0"/>
                  </a:lnTo>
                </a:path>
              </a:pathLst>
            </a:custGeom>
            <a:noFill/>
            <a:ln w="1325" cap="flat" cmpd="sng">
              <a:solidFill>
                <a:schemeClr val="dk1"/>
              </a:solidFill>
              <a:prstDash val="solid"/>
              <a:miter lim="329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6"/>
            <p:cNvSpPr/>
            <p:nvPr/>
          </p:nvSpPr>
          <p:spPr>
            <a:xfrm>
              <a:off x="7053200" y="1653150"/>
              <a:ext cx="18875" cy="26675"/>
            </a:xfrm>
            <a:custGeom>
              <a:avLst/>
              <a:gdLst/>
              <a:ahLst/>
              <a:cxnLst/>
              <a:rect l="l" t="t" r="r" b="b"/>
              <a:pathLst>
                <a:path w="755" h="1067" fill="none" extrusionOk="0">
                  <a:moveTo>
                    <a:pt x="1" y="1066"/>
                  </a:moveTo>
                  <a:lnTo>
                    <a:pt x="754" y="0"/>
                  </a:lnTo>
                </a:path>
              </a:pathLst>
            </a:custGeom>
            <a:noFill/>
            <a:ln w="1325" cap="flat" cmpd="sng">
              <a:solidFill>
                <a:schemeClr val="dk1"/>
              </a:solidFill>
              <a:prstDash val="solid"/>
              <a:miter lim="329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6"/>
            <p:cNvSpPr/>
            <p:nvPr/>
          </p:nvSpPr>
          <p:spPr>
            <a:xfrm>
              <a:off x="7079850" y="1653150"/>
              <a:ext cx="18875" cy="26675"/>
            </a:xfrm>
            <a:custGeom>
              <a:avLst/>
              <a:gdLst/>
              <a:ahLst/>
              <a:cxnLst/>
              <a:rect l="l" t="t" r="r" b="b"/>
              <a:pathLst>
                <a:path w="755" h="1067" fill="none" extrusionOk="0">
                  <a:moveTo>
                    <a:pt x="1" y="1066"/>
                  </a:moveTo>
                  <a:lnTo>
                    <a:pt x="754" y="0"/>
                  </a:lnTo>
                </a:path>
              </a:pathLst>
            </a:custGeom>
            <a:noFill/>
            <a:ln w="1325" cap="flat" cmpd="sng">
              <a:solidFill>
                <a:schemeClr val="dk1"/>
              </a:solidFill>
              <a:prstDash val="solid"/>
              <a:miter lim="329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6"/>
            <p:cNvSpPr/>
            <p:nvPr/>
          </p:nvSpPr>
          <p:spPr>
            <a:xfrm>
              <a:off x="7106600" y="1653150"/>
              <a:ext cx="18700" cy="26675"/>
            </a:xfrm>
            <a:custGeom>
              <a:avLst/>
              <a:gdLst/>
              <a:ahLst/>
              <a:cxnLst/>
              <a:rect l="l" t="t" r="r" b="b"/>
              <a:pathLst>
                <a:path w="748" h="1067" fill="none" extrusionOk="0">
                  <a:moveTo>
                    <a:pt x="0" y="1066"/>
                  </a:moveTo>
                  <a:lnTo>
                    <a:pt x="747" y="0"/>
                  </a:lnTo>
                </a:path>
              </a:pathLst>
            </a:custGeom>
            <a:noFill/>
            <a:ln w="1325" cap="flat" cmpd="sng">
              <a:solidFill>
                <a:schemeClr val="dk1"/>
              </a:solidFill>
              <a:prstDash val="solid"/>
              <a:miter lim="329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6"/>
            <p:cNvSpPr/>
            <p:nvPr/>
          </p:nvSpPr>
          <p:spPr>
            <a:xfrm>
              <a:off x="7133250" y="1653150"/>
              <a:ext cx="18700" cy="26675"/>
            </a:xfrm>
            <a:custGeom>
              <a:avLst/>
              <a:gdLst/>
              <a:ahLst/>
              <a:cxnLst/>
              <a:rect l="l" t="t" r="r" b="b"/>
              <a:pathLst>
                <a:path w="748" h="1067" fill="none" extrusionOk="0">
                  <a:moveTo>
                    <a:pt x="1" y="1066"/>
                  </a:moveTo>
                  <a:lnTo>
                    <a:pt x="748" y="0"/>
                  </a:lnTo>
                </a:path>
              </a:pathLst>
            </a:custGeom>
            <a:noFill/>
            <a:ln w="1325" cap="flat" cmpd="sng">
              <a:solidFill>
                <a:schemeClr val="dk1"/>
              </a:solidFill>
              <a:prstDash val="solid"/>
              <a:miter lim="329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9" name="Google Shape;129;p6"/>
          <p:cNvSpPr/>
          <p:nvPr/>
        </p:nvSpPr>
        <p:spPr>
          <a:xfrm rot="-4500044" flipH="1">
            <a:off x="7609926" y="4194346"/>
            <a:ext cx="2657037" cy="672833"/>
          </a:xfrm>
          <a:custGeom>
            <a:avLst/>
            <a:gdLst/>
            <a:ahLst/>
            <a:cxnLst/>
            <a:rect l="l" t="t" r="r" b="b"/>
            <a:pathLst>
              <a:path w="75154" h="19031" fill="none" extrusionOk="0">
                <a:moveTo>
                  <a:pt x="1" y="18478"/>
                </a:moveTo>
                <a:cubicBezTo>
                  <a:pt x="1" y="15589"/>
                  <a:pt x="1222" y="12867"/>
                  <a:pt x="3354" y="11018"/>
                </a:cubicBezTo>
                <a:cubicBezTo>
                  <a:pt x="3966" y="10481"/>
                  <a:pt x="4641" y="10034"/>
                  <a:pt x="5351" y="9682"/>
                </a:cubicBezTo>
                <a:cubicBezTo>
                  <a:pt x="6842" y="8941"/>
                  <a:pt x="8524" y="8546"/>
                  <a:pt x="10218" y="8546"/>
                </a:cubicBezTo>
                <a:cubicBezTo>
                  <a:pt x="11564" y="8546"/>
                  <a:pt x="12848" y="8800"/>
                  <a:pt x="13980" y="9287"/>
                </a:cubicBezTo>
                <a:cubicBezTo>
                  <a:pt x="14901" y="7546"/>
                  <a:pt x="16553" y="6213"/>
                  <a:pt x="18471" y="5717"/>
                </a:cubicBezTo>
                <a:cubicBezTo>
                  <a:pt x="19021" y="5572"/>
                  <a:pt x="19617" y="5496"/>
                  <a:pt x="20239" y="5496"/>
                </a:cubicBezTo>
                <a:cubicBezTo>
                  <a:pt x="21723" y="5496"/>
                  <a:pt x="23210" y="5907"/>
                  <a:pt x="24388" y="6625"/>
                </a:cubicBezTo>
                <a:cubicBezTo>
                  <a:pt x="25257" y="5124"/>
                  <a:pt x="26376" y="3778"/>
                  <a:pt x="27669" y="2709"/>
                </a:cubicBezTo>
                <a:cubicBezTo>
                  <a:pt x="29314" y="1340"/>
                  <a:pt x="31210" y="445"/>
                  <a:pt x="33141" y="126"/>
                </a:cubicBezTo>
                <a:cubicBezTo>
                  <a:pt x="33642" y="43"/>
                  <a:pt x="34152" y="1"/>
                  <a:pt x="34665" y="1"/>
                </a:cubicBezTo>
                <a:cubicBezTo>
                  <a:pt x="36495" y="1"/>
                  <a:pt x="38354" y="534"/>
                  <a:pt x="39900" y="1498"/>
                </a:cubicBezTo>
                <a:cubicBezTo>
                  <a:pt x="41296" y="2370"/>
                  <a:pt x="42362" y="3528"/>
                  <a:pt x="43013" y="4881"/>
                </a:cubicBezTo>
                <a:cubicBezTo>
                  <a:pt x="43701" y="4660"/>
                  <a:pt x="44428" y="4548"/>
                  <a:pt x="45166" y="4548"/>
                </a:cubicBezTo>
                <a:cubicBezTo>
                  <a:pt x="46478" y="4548"/>
                  <a:pt x="47742" y="4897"/>
                  <a:pt x="48821" y="5559"/>
                </a:cubicBezTo>
                <a:cubicBezTo>
                  <a:pt x="50177" y="6388"/>
                  <a:pt x="51559" y="7859"/>
                  <a:pt x="52178" y="9590"/>
                </a:cubicBezTo>
                <a:cubicBezTo>
                  <a:pt x="53017" y="8797"/>
                  <a:pt x="54001" y="8115"/>
                  <a:pt x="55080" y="7602"/>
                </a:cubicBezTo>
                <a:cubicBezTo>
                  <a:pt x="56663" y="6842"/>
                  <a:pt x="58407" y="6444"/>
                  <a:pt x="60132" y="6444"/>
                </a:cubicBezTo>
                <a:cubicBezTo>
                  <a:pt x="61010" y="6444"/>
                  <a:pt x="61876" y="6546"/>
                  <a:pt x="62708" y="6753"/>
                </a:cubicBezTo>
                <a:cubicBezTo>
                  <a:pt x="64794" y="7266"/>
                  <a:pt x="66703" y="8408"/>
                  <a:pt x="68233" y="10063"/>
                </a:cubicBezTo>
                <a:cubicBezTo>
                  <a:pt x="69566" y="11502"/>
                  <a:pt x="70491" y="13203"/>
                  <a:pt x="70935" y="15013"/>
                </a:cubicBezTo>
                <a:cubicBezTo>
                  <a:pt x="71011" y="15006"/>
                  <a:pt x="71080" y="15006"/>
                  <a:pt x="71155" y="15006"/>
                </a:cubicBezTo>
                <a:cubicBezTo>
                  <a:pt x="73360" y="15006"/>
                  <a:pt x="75154" y="16813"/>
                  <a:pt x="75154" y="19031"/>
                </a:cubicBezTo>
              </a:path>
            </a:pathLst>
          </a:custGeom>
          <a:noFill/>
          <a:ln w="9525" cap="flat" cmpd="sng">
            <a:solidFill>
              <a:schemeClr val="accent3"/>
            </a:solidFill>
            <a:prstDash val="dash"/>
            <a:miter lim="329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-214853" y="4511875"/>
            <a:ext cx="1874331" cy="672849"/>
          </a:xfrm>
          <a:custGeom>
            <a:avLst/>
            <a:gdLst/>
            <a:ahLst/>
            <a:cxnLst/>
            <a:rect l="l" t="t" r="r" b="b"/>
            <a:pathLst>
              <a:path w="36261" h="13017" extrusionOk="0">
                <a:moveTo>
                  <a:pt x="8384" y="1"/>
                </a:moveTo>
                <a:cubicBezTo>
                  <a:pt x="5020" y="1"/>
                  <a:pt x="1613" y="1793"/>
                  <a:pt x="0" y="4777"/>
                </a:cubicBezTo>
                <a:lnTo>
                  <a:pt x="0" y="13016"/>
                </a:lnTo>
                <a:lnTo>
                  <a:pt x="36260" y="13016"/>
                </a:lnTo>
                <a:cubicBezTo>
                  <a:pt x="35829" y="11269"/>
                  <a:pt x="35039" y="9574"/>
                  <a:pt x="33769" y="8304"/>
                </a:cubicBezTo>
                <a:cubicBezTo>
                  <a:pt x="32596" y="7128"/>
                  <a:pt x="30983" y="6352"/>
                  <a:pt x="29334" y="6352"/>
                </a:cubicBezTo>
                <a:cubicBezTo>
                  <a:pt x="29193" y="6352"/>
                  <a:pt x="29051" y="6357"/>
                  <a:pt x="28909" y="6369"/>
                </a:cubicBezTo>
                <a:cubicBezTo>
                  <a:pt x="26422" y="6575"/>
                  <a:pt x="24149" y="8522"/>
                  <a:pt x="21765" y="8522"/>
                </a:cubicBezTo>
                <a:cubicBezTo>
                  <a:pt x="21442" y="8522"/>
                  <a:pt x="21118" y="8487"/>
                  <a:pt x="20791" y="8406"/>
                </a:cubicBezTo>
                <a:cubicBezTo>
                  <a:pt x="18744" y="7903"/>
                  <a:pt x="17543" y="5862"/>
                  <a:pt x="16226" y="4217"/>
                </a:cubicBezTo>
                <a:cubicBezTo>
                  <a:pt x="15098" y="2809"/>
                  <a:pt x="13722" y="1575"/>
                  <a:pt x="12087" y="805"/>
                </a:cubicBezTo>
                <a:cubicBezTo>
                  <a:pt x="10925" y="258"/>
                  <a:pt x="9658" y="1"/>
                  <a:pt x="8384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-214862" y="4733080"/>
            <a:ext cx="1595393" cy="572715"/>
          </a:xfrm>
          <a:custGeom>
            <a:avLst/>
            <a:gdLst/>
            <a:ahLst/>
            <a:cxnLst/>
            <a:rect l="l" t="t" r="r" b="b"/>
            <a:pathLst>
              <a:path w="36261" h="13017" extrusionOk="0">
                <a:moveTo>
                  <a:pt x="8384" y="1"/>
                </a:moveTo>
                <a:cubicBezTo>
                  <a:pt x="5020" y="1"/>
                  <a:pt x="1613" y="1793"/>
                  <a:pt x="0" y="4777"/>
                </a:cubicBezTo>
                <a:lnTo>
                  <a:pt x="0" y="13016"/>
                </a:lnTo>
                <a:lnTo>
                  <a:pt x="36260" y="13016"/>
                </a:lnTo>
                <a:cubicBezTo>
                  <a:pt x="35829" y="11269"/>
                  <a:pt x="35039" y="9574"/>
                  <a:pt x="33769" y="8304"/>
                </a:cubicBezTo>
                <a:cubicBezTo>
                  <a:pt x="32596" y="7128"/>
                  <a:pt x="30983" y="6352"/>
                  <a:pt x="29334" y="6352"/>
                </a:cubicBezTo>
                <a:cubicBezTo>
                  <a:pt x="29193" y="6352"/>
                  <a:pt x="29051" y="6357"/>
                  <a:pt x="28909" y="6369"/>
                </a:cubicBezTo>
                <a:cubicBezTo>
                  <a:pt x="26422" y="6575"/>
                  <a:pt x="24149" y="8522"/>
                  <a:pt x="21765" y="8522"/>
                </a:cubicBezTo>
                <a:cubicBezTo>
                  <a:pt x="21442" y="8522"/>
                  <a:pt x="21118" y="8487"/>
                  <a:pt x="20791" y="8406"/>
                </a:cubicBezTo>
                <a:cubicBezTo>
                  <a:pt x="18744" y="7903"/>
                  <a:pt x="17543" y="5862"/>
                  <a:pt x="16226" y="4217"/>
                </a:cubicBezTo>
                <a:cubicBezTo>
                  <a:pt x="15098" y="2809"/>
                  <a:pt x="13722" y="1575"/>
                  <a:pt x="12087" y="805"/>
                </a:cubicBezTo>
                <a:cubicBezTo>
                  <a:pt x="10925" y="258"/>
                  <a:pt x="9658" y="1"/>
                  <a:pt x="8384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6"/>
          <p:cNvSpPr/>
          <p:nvPr/>
        </p:nvSpPr>
        <p:spPr>
          <a:xfrm flipH="1">
            <a:off x="-527978" y="4391383"/>
            <a:ext cx="2299450" cy="812625"/>
          </a:xfrm>
          <a:custGeom>
            <a:avLst/>
            <a:gdLst/>
            <a:ahLst/>
            <a:cxnLst/>
            <a:rect l="l" t="t" r="r" b="b"/>
            <a:pathLst>
              <a:path w="91978" h="32505" extrusionOk="0">
                <a:moveTo>
                  <a:pt x="0" y="32505"/>
                </a:moveTo>
                <a:cubicBezTo>
                  <a:pt x="2138" y="25027"/>
                  <a:pt x="7152" y="15490"/>
                  <a:pt x="14869" y="14525"/>
                </a:cubicBezTo>
                <a:cubicBezTo>
                  <a:pt x="22277" y="13599"/>
                  <a:pt x="29916" y="20345"/>
                  <a:pt x="36999" y="17983"/>
                </a:cubicBezTo>
                <a:cubicBezTo>
                  <a:pt x="45693" y="15084"/>
                  <a:pt x="49051" y="1855"/>
                  <a:pt x="58091" y="348"/>
                </a:cubicBezTo>
                <a:cubicBezTo>
                  <a:pt x="70258" y="-1681"/>
                  <a:pt x="83249" y="6500"/>
                  <a:pt x="91978" y="15216"/>
                </a:cubicBezTo>
              </a:path>
            </a:pathLst>
          </a:custGeom>
          <a:noFill/>
          <a:ln w="9525" cap="flat" cmpd="sng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de-DE"/>
          </a:p>
        </p:txBody>
      </p:sp>
      <p:sp>
        <p:nvSpPr>
          <p:cNvPr id="133" name="Google Shape;133;p6"/>
          <p:cNvSpPr/>
          <p:nvPr/>
        </p:nvSpPr>
        <p:spPr>
          <a:xfrm rot="-4562313" flipH="1">
            <a:off x="158010" y="3477225"/>
            <a:ext cx="398739" cy="409499"/>
          </a:xfrm>
          <a:custGeom>
            <a:avLst/>
            <a:gdLst/>
            <a:ahLst/>
            <a:cxnLst/>
            <a:rect l="l" t="t" r="r" b="b"/>
            <a:pathLst>
              <a:path w="5299" h="5442" extrusionOk="0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6"/>
          <p:cNvSpPr/>
          <p:nvPr/>
        </p:nvSpPr>
        <p:spPr>
          <a:xfrm rot="-4562459" flipH="1">
            <a:off x="1376330" y="-256544"/>
            <a:ext cx="564986" cy="580203"/>
          </a:xfrm>
          <a:custGeom>
            <a:avLst/>
            <a:gdLst/>
            <a:ahLst/>
            <a:cxnLst/>
            <a:rect l="l" t="t" r="r" b="b"/>
            <a:pathLst>
              <a:path w="5299" h="5442" extrusionOk="0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6"/>
          <p:cNvSpPr/>
          <p:nvPr/>
        </p:nvSpPr>
        <p:spPr>
          <a:xfrm rot="-6940965" flipH="1">
            <a:off x="8728513" y="938756"/>
            <a:ext cx="595971" cy="612078"/>
          </a:xfrm>
          <a:custGeom>
            <a:avLst/>
            <a:gdLst/>
            <a:ahLst/>
            <a:cxnLst/>
            <a:rect l="l" t="t" r="r" b="b"/>
            <a:pathLst>
              <a:path w="5299" h="5442" extrusionOk="0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6"/>
          <p:cNvSpPr/>
          <p:nvPr/>
        </p:nvSpPr>
        <p:spPr>
          <a:xfrm rot="-4562436" flipH="1">
            <a:off x="4952800" y="4746791"/>
            <a:ext cx="812145" cy="834035"/>
          </a:xfrm>
          <a:custGeom>
            <a:avLst/>
            <a:gdLst/>
            <a:ahLst/>
            <a:cxnLst/>
            <a:rect l="l" t="t" r="r" b="b"/>
            <a:pathLst>
              <a:path w="5299" h="5442" extrusionOk="0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4" name="Google Shape;234;p13"/>
          <p:cNvGrpSpPr/>
          <p:nvPr/>
        </p:nvGrpSpPr>
        <p:grpSpPr>
          <a:xfrm flipH="1">
            <a:off x="5769419" y="3871630"/>
            <a:ext cx="3498235" cy="1350592"/>
            <a:chOff x="-82675" y="3662775"/>
            <a:chExt cx="4038600" cy="1559215"/>
          </a:xfrm>
        </p:grpSpPr>
        <p:sp>
          <p:nvSpPr>
            <p:cNvPr id="235" name="Google Shape;235;p13"/>
            <p:cNvSpPr/>
            <p:nvPr/>
          </p:nvSpPr>
          <p:spPr>
            <a:xfrm>
              <a:off x="-49826" y="3775743"/>
              <a:ext cx="3945517" cy="1446246"/>
            </a:xfrm>
            <a:custGeom>
              <a:avLst/>
              <a:gdLst/>
              <a:ahLst/>
              <a:cxnLst/>
              <a:rect l="l" t="t" r="r" b="b"/>
              <a:pathLst>
                <a:path w="65581" h="24039" extrusionOk="0">
                  <a:moveTo>
                    <a:pt x="2133" y="1"/>
                  </a:moveTo>
                  <a:cubicBezTo>
                    <a:pt x="1345" y="1"/>
                    <a:pt x="555" y="316"/>
                    <a:pt x="1" y="876"/>
                  </a:cubicBezTo>
                  <a:lnTo>
                    <a:pt x="1" y="24039"/>
                  </a:lnTo>
                  <a:lnTo>
                    <a:pt x="65581" y="24039"/>
                  </a:lnTo>
                  <a:cubicBezTo>
                    <a:pt x="65101" y="23706"/>
                    <a:pt x="64517" y="23479"/>
                    <a:pt x="63964" y="23479"/>
                  </a:cubicBezTo>
                  <a:cubicBezTo>
                    <a:pt x="63910" y="23479"/>
                    <a:pt x="63857" y="23482"/>
                    <a:pt x="63804" y="23486"/>
                  </a:cubicBezTo>
                  <a:cubicBezTo>
                    <a:pt x="63745" y="22426"/>
                    <a:pt x="63067" y="21423"/>
                    <a:pt x="62099" y="20978"/>
                  </a:cubicBezTo>
                  <a:cubicBezTo>
                    <a:pt x="61684" y="20787"/>
                    <a:pt x="61193" y="20687"/>
                    <a:pt x="60702" y="20687"/>
                  </a:cubicBezTo>
                  <a:cubicBezTo>
                    <a:pt x="60053" y="20687"/>
                    <a:pt x="59403" y="20861"/>
                    <a:pt x="58924" y="21229"/>
                  </a:cubicBezTo>
                  <a:cubicBezTo>
                    <a:pt x="58203" y="20202"/>
                    <a:pt x="56992" y="19531"/>
                    <a:pt x="55732" y="19471"/>
                  </a:cubicBezTo>
                  <a:cubicBezTo>
                    <a:pt x="55650" y="19468"/>
                    <a:pt x="55569" y="19466"/>
                    <a:pt x="55487" y="19466"/>
                  </a:cubicBezTo>
                  <a:cubicBezTo>
                    <a:pt x="54317" y="19466"/>
                    <a:pt x="53171" y="19846"/>
                    <a:pt x="52408" y="20745"/>
                  </a:cubicBezTo>
                  <a:cubicBezTo>
                    <a:pt x="52096" y="19958"/>
                    <a:pt x="51602" y="19234"/>
                    <a:pt x="50911" y="18744"/>
                  </a:cubicBezTo>
                  <a:cubicBezTo>
                    <a:pt x="50400" y="18381"/>
                    <a:pt x="49772" y="18163"/>
                    <a:pt x="49146" y="18163"/>
                  </a:cubicBezTo>
                  <a:cubicBezTo>
                    <a:pt x="48979" y="18163"/>
                    <a:pt x="48812" y="18178"/>
                    <a:pt x="48647" y="18211"/>
                  </a:cubicBezTo>
                  <a:cubicBezTo>
                    <a:pt x="48535" y="17497"/>
                    <a:pt x="48242" y="16816"/>
                    <a:pt x="47758" y="16289"/>
                  </a:cubicBezTo>
                  <a:cubicBezTo>
                    <a:pt x="47230" y="15718"/>
                    <a:pt x="46387" y="15259"/>
                    <a:pt x="45600" y="15259"/>
                  </a:cubicBezTo>
                  <a:cubicBezTo>
                    <a:pt x="45544" y="15259"/>
                    <a:pt x="45488" y="15261"/>
                    <a:pt x="45432" y="15266"/>
                  </a:cubicBezTo>
                  <a:cubicBezTo>
                    <a:pt x="45376" y="14203"/>
                    <a:pt x="44698" y="13199"/>
                    <a:pt x="43731" y="12755"/>
                  </a:cubicBezTo>
                  <a:cubicBezTo>
                    <a:pt x="43314" y="12564"/>
                    <a:pt x="42823" y="12464"/>
                    <a:pt x="42332" y="12464"/>
                  </a:cubicBezTo>
                  <a:cubicBezTo>
                    <a:pt x="41684" y="12464"/>
                    <a:pt x="41035" y="12638"/>
                    <a:pt x="40555" y="13005"/>
                  </a:cubicBezTo>
                  <a:cubicBezTo>
                    <a:pt x="39834" y="11978"/>
                    <a:pt x="38620" y="11307"/>
                    <a:pt x="37363" y="11248"/>
                  </a:cubicBezTo>
                  <a:cubicBezTo>
                    <a:pt x="37281" y="11244"/>
                    <a:pt x="37200" y="11242"/>
                    <a:pt x="37118" y="11242"/>
                  </a:cubicBezTo>
                  <a:cubicBezTo>
                    <a:pt x="35945" y="11242"/>
                    <a:pt x="34799" y="11623"/>
                    <a:pt x="34040" y="12521"/>
                  </a:cubicBezTo>
                  <a:cubicBezTo>
                    <a:pt x="33727" y="11735"/>
                    <a:pt x="33233" y="11011"/>
                    <a:pt x="32542" y="10521"/>
                  </a:cubicBezTo>
                  <a:cubicBezTo>
                    <a:pt x="32026" y="10157"/>
                    <a:pt x="31398" y="9940"/>
                    <a:pt x="30771" y="9940"/>
                  </a:cubicBezTo>
                  <a:cubicBezTo>
                    <a:pt x="30559" y="9940"/>
                    <a:pt x="30347" y="9965"/>
                    <a:pt x="30140" y="10017"/>
                  </a:cubicBezTo>
                  <a:cubicBezTo>
                    <a:pt x="29568" y="10159"/>
                    <a:pt x="29051" y="10432"/>
                    <a:pt x="28577" y="10781"/>
                  </a:cubicBezTo>
                  <a:cubicBezTo>
                    <a:pt x="28156" y="9935"/>
                    <a:pt x="27313" y="9313"/>
                    <a:pt x="26379" y="9158"/>
                  </a:cubicBezTo>
                  <a:cubicBezTo>
                    <a:pt x="26229" y="9134"/>
                    <a:pt x="26077" y="9122"/>
                    <a:pt x="25925" y="9122"/>
                  </a:cubicBezTo>
                  <a:cubicBezTo>
                    <a:pt x="25570" y="9122"/>
                    <a:pt x="25216" y="9187"/>
                    <a:pt x="24882" y="9306"/>
                  </a:cubicBezTo>
                  <a:cubicBezTo>
                    <a:pt x="24799" y="8523"/>
                    <a:pt x="24500" y="7750"/>
                    <a:pt x="23967" y="7164"/>
                  </a:cubicBezTo>
                  <a:cubicBezTo>
                    <a:pt x="23437" y="6592"/>
                    <a:pt x="22591" y="6134"/>
                    <a:pt x="21802" y="6134"/>
                  </a:cubicBezTo>
                  <a:cubicBezTo>
                    <a:pt x="21748" y="6134"/>
                    <a:pt x="21694" y="6136"/>
                    <a:pt x="21640" y="6141"/>
                  </a:cubicBezTo>
                  <a:cubicBezTo>
                    <a:pt x="21584" y="5078"/>
                    <a:pt x="20906" y="4074"/>
                    <a:pt x="19939" y="3630"/>
                  </a:cubicBezTo>
                  <a:cubicBezTo>
                    <a:pt x="19523" y="3439"/>
                    <a:pt x="19033" y="3339"/>
                    <a:pt x="18542" y="3339"/>
                  </a:cubicBezTo>
                  <a:cubicBezTo>
                    <a:pt x="17893" y="3339"/>
                    <a:pt x="17243" y="3514"/>
                    <a:pt x="16763" y="3883"/>
                  </a:cubicBezTo>
                  <a:cubicBezTo>
                    <a:pt x="16043" y="2853"/>
                    <a:pt x="14829" y="2182"/>
                    <a:pt x="13572" y="2126"/>
                  </a:cubicBezTo>
                  <a:cubicBezTo>
                    <a:pt x="13486" y="2122"/>
                    <a:pt x="13400" y="2120"/>
                    <a:pt x="13315" y="2120"/>
                  </a:cubicBezTo>
                  <a:cubicBezTo>
                    <a:pt x="12143" y="2120"/>
                    <a:pt x="11006" y="2504"/>
                    <a:pt x="10248" y="3396"/>
                  </a:cubicBezTo>
                  <a:cubicBezTo>
                    <a:pt x="9935" y="2610"/>
                    <a:pt x="9442" y="1886"/>
                    <a:pt x="8751" y="1399"/>
                  </a:cubicBezTo>
                  <a:cubicBezTo>
                    <a:pt x="8233" y="1034"/>
                    <a:pt x="7603" y="815"/>
                    <a:pt x="6976" y="815"/>
                  </a:cubicBezTo>
                  <a:cubicBezTo>
                    <a:pt x="6765" y="815"/>
                    <a:pt x="6554" y="840"/>
                    <a:pt x="6348" y="892"/>
                  </a:cubicBezTo>
                  <a:cubicBezTo>
                    <a:pt x="5776" y="1037"/>
                    <a:pt x="5259" y="1307"/>
                    <a:pt x="4785" y="1656"/>
                  </a:cubicBezTo>
                  <a:cubicBezTo>
                    <a:pt x="4364" y="810"/>
                    <a:pt x="3522" y="188"/>
                    <a:pt x="2587" y="37"/>
                  </a:cubicBezTo>
                  <a:cubicBezTo>
                    <a:pt x="2437" y="13"/>
                    <a:pt x="2285" y="1"/>
                    <a:pt x="21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6" name="Google Shape;236;p13"/>
            <p:cNvGrpSpPr/>
            <p:nvPr/>
          </p:nvGrpSpPr>
          <p:grpSpPr>
            <a:xfrm>
              <a:off x="-82675" y="3662775"/>
              <a:ext cx="4038600" cy="1480725"/>
              <a:chOff x="-82675" y="3285875"/>
              <a:chExt cx="4038600" cy="1480725"/>
            </a:xfrm>
          </p:grpSpPr>
          <p:sp>
            <p:nvSpPr>
              <p:cNvPr id="237" name="Google Shape;237;p13"/>
              <p:cNvSpPr/>
              <p:nvPr/>
            </p:nvSpPr>
            <p:spPr>
              <a:xfrm>
                <a:off x="3854310" y="4707520"/>
                <a:ext cx="101614" cy="59080"/>
              </a:xfrm>
              <a:custGeom>
                <a:avLst/>
                <a:gdLst/>
                <a:ahLst/>
                <a:cxnLst/>
                <a:rect l="l" t="t" r="r" b="b"/>
                <a:pathLst>
                  <a:path w="1689" h="982" fill="none" extrusionOk="0">
                    <a:moveTo>
                      <a:pt x="1688" y="981"/>
                    </a:moveTo>
                    <a:lnTo>
                      <a:pt x="1000" y="504"/>
                    </a:lnTo>
                    <a:cubicBezTo>
                      <a:pt x="685" y="280"/>
                      <a:pt x="342" y="113"/>
                      <a:pt x="0" y="1"/>
                    </a:cubicBezTo>
                  </a:path>
                </a:pathLst>
              </a:custGeom>
              <a:noFill/>
              <a:ln w="9525" cap="flat" cmpd="sng">
                <a:solidFill>
                  <a:schemeClr val="accent3"/>
                </a:solidFill>
                <a:prstDash val="dash"/>
                <a:miter lim="329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13"/>
              <p:cNvSpPr/>
              <p:nvPr/>
            </p:nvSpPr>
            <p:spPr>
              <a:xfrm>
                <a:off x="3811896" y="4679003"/>
                <a:ext cx="26411" cy="24245"/>
              </a:xfrm>
              <a:custGeom>
                <a:avLst/>
                <a:gdLst/>
                <a:ahLst/>
                <a:cxnLst/>
                <a:rect l="l" t="t" r="r" b="b"/>
                <a:pathLst>
                  <a:path w="439" h="403" fill="none" extrusionOk="0">
                    <a:moveTo>
                      <a:pt x="438" y="402"/>
                    </a:moveTo>
                    <a:cubicBezTo>
                      <a:pt x="323" y="373"/>
                      <a:pt x="208" y="353"/>
                      <a:pt x="93" y="340"/>
                    </a:cubicBezTo>
                    <a:cubicBezTo>
                      <a:pt x="67" y="225"/>
                      <a:pt x="40" y="113"/>
                      <a:pt x="1" y="1"/>
                    </a:cubicBezTo>
                  </a:path>
                </a:pathLst>
              </a:custGeom>
              <a:noFill/>
              <a:ln w="9525" cap="flat" cmpd="sng">
                <a:solidFill>
                  <a:schemeClr val="accent3"/>
                </a:solidFill>
                <a:prstDash val="dash"/>
                <a:miter lim="329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Google Shape;239;p13"/>
              <p:cNvSpPr/>
              <p:nvPr/>
            </p:nvSpPr>
            <p:spPr>
              <a:xfrm>
                <a:off x="3541284" y="4530160"/>
                <a:ext cx="255450" cy="112323"/>
              </a:xfrm>
              <a:custGeom>
                <a:avLst/>
                <a:gdLst/>
                <a:ahLst/>
                <a:cxnLst/>
                <a:rect l="l" t="t" r="r" b="b"/>
                <a:pathLst>
                  <a:path w="4246" h="1867" fill="none" extrusionOk="0">
                    <a:moveTo>
                      <a:pt x="4245" y="1866"/>
                    </a:moveTo>
                    <a:cubicBezTo>
                      <a:pt x="4186" y="1761"/>
                      <a:pt x="4127" y="1659"/>
                      <a:pt x="4055" y="1554"/>
                    </a:cubicBezTo>
                    <a:cubicBezTo>
                      <a:pt x="3693" y="1020"/>
                      <a:pt x="3206" y="599"/>
                      <a:pt x="2640" y="343"/>
                    </a:cubicBezTo>
                    <a:cubicBezTo>
                      <a:pt x="2156" y="119"/>
                      <a:pt x="1596" y="0"/>
                      <a:pt x="1017" y="0"/>
                    </a:cubicBezTo>
                    <a:cubicBezTo>
                      <a:pt x="662" y="0"/>
                      <a:pt x="316" y="46"/>
                      <a:pt x="0" y="132"/>
                    </a:cubicBezTo>
                  </a:path>
                </a:pathLst>
              </a:custGeom>
              <a:noFill/>
              <a:ln w="9525" cap="flat" cmpd="sng">
                <a:solidFill>
                  <a:schemeClr val="accent3"/>
                </a:solidFill>
                <a:prstDash val="dash"/>
                <a:miter lim="329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Google Shape;240;p13"/>
              <p:cNvSpPr/>
              <p:nvPr/>
            </p:nvSpPr>
            <p:spPr>
              <a:xfrm>
                <a:off x="3488040" y="4537260"/>
                <a:ext cx="33871" cy="15101"/>
              </a:xfrm>
              <a:custGeom>
                <a:avLst/>
                <a:gdLst/>
                <a:ahLst/>
                <a:cxnLst/>
                <a:rect l="l" t="t" r="r" b="b"/>
                <a:pathLst>
                  <a:path w="563" h="251" fill="none" extrusionOk="0">
                    <a:moveTo>
                      <a:pt x="563" y="113"/>
                    </a:moveTo>
                    <a:cubicBezTo>
                      <a:pt x="454" y="152"/>
                      <a:pt x="346" y="198"/>
                      <a:pt x="244" y="251"/>
                    </a:cubicBezTo>
                    <a:cubicBezTo>
                      <a:pt x="165" y="165"/>
                      <a:pt x="86" y="80"/>
                      <a:pt x="0" y="1"/>
                    </a:cubicBezTo>
                  </a:path>
                </a:pathLst>
              </a:custGeom>
              <a:noFill/>
              <a:ln w="9525" cap="flat" cmpd="sng">
                <a:solidFill>
                  <a:schemeClr val="accent3"/>
                </a:solidFill>
                <a:prstDash val="dash"/>
                <a:miter lim="329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13"/>
              <p:cNvSpPr/>
              <p:nvPr/>
            </p:nvSpPr>
            <p:spPr>
              <a:xfrm>
                <a:off x="3149264" y="4456882"/>
                <a:ext cx="305986" cy="52943"/>
              </a:xfrm>
              <a:custGeom>
                <a:avLst/>
                <a:gdLst/>
                <a:ahLst/>
                <a:cxnLst/>
                <a:rect l="l" t="t" r="r" b="b"/>
                <a:pathLst>
                  <a:path w="5086" h="880" fill="none" extrusionOk="0">
                    <a:moveTo>
                      <a:pt x="5085" y="879"/>
                    </a:moveTo>
                    <a:cubicBezTo>
                      <a:pt x="4937" y="774"/>
                      <a:pt x="4779" y="675"/>
                      <a:pt x="4614" y="590"/>
                    </a:cubicBezTo>
                    <a:cubicBezTo>
                      <a:pt x="3986" y="244"/>
                      <a:pt x="3282" y="40"/>
                      <a:pt x="2584" y="7"/>
                    </a:cubicBezTo>
                    <a:cubicBezTo>
                      <a:pt x="2489" y="4"/>
                      <a:pt x="2393" y="1"/>
                      <a:pt x="2304" y="1"/>
                    </a:cubicBezTo>
                    <a:cubicBezTo>
                      <a:pt x="1449" y="1"/>
                      <a:pt x="666" y="185"/>
                      <a:pt x="1" y="531"/>
                    </a:cubicBezTo>
                  </a:path>
                </a:pathLst>
              </a:custGeom>
              <a:noFill/>
              <a:ln w="9525" cap="flat" cmpd="sng">
                <a:solidFill>
                  <a:schemeClr val="accent3"/>
                </a:solidFill>
                <a:prstDash val="dash"/>
                <a:miter lim="329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13"/>
              <p:cNvSpPr/>
              <p:nvPr/>
            </p:nvSpPr>
            <p:spPr>
              <a:xfrm>
                <a:off x="3102578" y="4493521"/>
                <a:ext cx="28156" cy="18109"/>
              </a:xfrm>
              <a:custGeom>
                <a:avLst/>
                <a:gdLst/>
                <a:ahLst/>
                <a:cxnLst/>
                <a:rect l="l" t="t" r="r" b="b"/>
                <a:pathLst>
                  <a:path w="468" h="301" fill="none" extrusionOk="0">
                    <a:moveTo>
                      <a:pt x="468" y="99"/>
                    </a:moveTo>
                    <a:cubicBezTo>
                      <a:pt x="369" y="162"/>
                      <a:pt x="273" y="231"/>
                      <a:pt x="181" y="300"/>
                    </a:cubicBezTo>
                    <a:cubicBezTo>
                      <a:pt x="122" y="198"/>
                      <a:pt x="60" y="99"/>
                      <a:pt x="0" y="1"/>
                    </a:cubicBezTo>
                  </a:path>
                </a:pathLst>
              </a:custGeom>
              <a:noFill/>
              <a:ln w="9525" cap="flat" cmpd="sng">
                <a:solidFill>
                  <a:schemeClr val="accent3"/>
                </a:solidFill>
                <a:prstDash val="dash"/>
                <a:miter lim="329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13"/>
              <p:cNvSpPr/>
              <p:nvPr/>
            </p:nvSpPr>
            <p:spPr>
              <a:xfrm>
                <a:off x="2945553" y="4382040"/>
                <a:ext cx="130553" cy="76707"/>
              </a:xfrm>
              <a:custGeom>
                <a:avLst/>
                <a:gdLst/>
                <a:ahLst/>
                <a:cxnLst/>
                <a:rect l="l" t="t" r="r" b="b"/>
                <a:pathLst>
                  <a:path w="2170" h="1275" fill="none" extrusionOk="0">
                    <a:moveTo>
                      <a:pt x="2169" y="1274"/>
                    </a:moveTo>
                    <a:cubicBezTo>
                      <a:pt x="1946" y="1021"/>
                      <a:pt x="1705" y="804"/>
                      <a:pt x="1442" y="620"/>
                    </a:cubicBezTo>
                    <a:cubicBezTo>
                      <a:pt x="1004" y="310"/>
                      <a:pt x="508" y="100"/>
                      <a:pt x="1" y="1"/>
                    </a:cubicBezTo>
                  </a:path>
                </a:pathLst>
              </a:custGeom>
              <a:noFill/>
              <a:ln w="9525" cap="flat" cmpd="sng">
                <a:solidFill>
                  <a:schemeClr val="accent3"/>
                </a:solidFill>
                <a:prstDash val="dash"/>
                <a:miter lim="329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244;p13"/>
              <p:cNvSpPr/>
              <p:nvPr/>
            </p:nvSpPr>
            <p:spPr>
              <a:xfrm>
                <a:off x="2896881" y="4358095"/>
                <a:ext cx="26953" cy="20876"/>
              </a:xfrm>
              <a:custGeom>
                <a:avLst/>
                <a:gdLst/>
                <a:ahLst/>
                <a:cxnLst/>
                <a:rect l="l" t="t" r="r" b="b"/>
                <a:pathLst>
                  <a:path w="448" h="347" fill="none" extrusionOk="0">
                    <a:moveTo>
                      <a:pt x="448" y="346"/>
                    </a:moveTo>
                    <a:cubicBezTo>
                      <a:pt x="352" y="340"/>
                      <a:pt x="254" y="333"/>
                      <a:pt x="162" y="333"/>
                    </a:cubicBezTo>
                    <a:lnTo>
                      <a:pt x="102" y="333"/>
                    </a:lnTo>
                    <a:cubicBezTo>
                      <a:pt x="73" y="218"/>
                      <a:pt x="36" y="109"/>
                      <a:pt x="0" y="1"/>
                    </a:cubicBezTo>
                  </a:path>
                </a:pathLst>
              </a:custGeom>
              <a:noFill/>
              <a:ln w="9525" cap="flat" cmpd="sng">
                <a:solidFill>
                  <a:schemeClr val="accent3"/>
                </a:solidFill>
                <a:prstDash val="dash"/>
                <a:miter lim="329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13"/>
              <p:cNvSpPr/>
              <p:nvPr/>
            </p:nvSpPr>
            <p:spPr>
              <a:xfrm>
                <a:off x="2755499" y="4214607"/>
                <a:ext cx="121829" cy="101614"/>
              </a:xfrm>
              <a:custGeom>
                <a:avLst/>
                <a:gdLst/>
                <a:ahLst/>
                <a:cxnLst/>
                <a:rect l="l" t="t" r="r" b="b"/>
                <a:pathLst>
                  <a:path w="2025" h="1689" fill="none" extrusionOk="0">
                    <a:moveTo>
                      <a:pt x="2025" y="1688"/>
                    </a:moveTo>
                    <a:cubicBezTo>
                      <a:pt x="1883" y="1445"/>
                      <a:pt x="1718" y="1221"/>
                      <a:pt x="1534" y="1017"/>
                    </a:cubicBezTo>
                    <a:cubicBezTo>
                      <a:pt x="1222" y="675"/>
                      <a:pt x="823" y="378"/>
                      <a:pt x="392" y="165"/>
                    </a:cubicBezTo>
                    <a:cubicBezTo>
                      <a:pt x="264" y="99"/>
                      <a:pt x="132" y="46"/>
                      <a:pt x="1" y="0"/>
                    </a:cubicBezTo>
                  </a:path>
                </a:pathLst>
              </a:custGeom>
              <a:noFill/>
              <a:ln w="9525" cap="flat" cmpd="sng">
                <a:solidFill>
                  <a:schemeClr val="accent3"/>
                </a:solidFill>
                <a:prstDash val="dash"/>
                <a:miter lim="329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13"/>
              <p:cNvSpPr/>
              <p:nvPr/>
            </p:nvSpPr>
            <p:spPr>
              <a:xfrm>
                <a:off x="2707008" y="4184104"/>
                <a:ext cx="26411" cy="24185"/>
              </a:xfrm>
              <a:custGeom>
                <a:avLst/>
                <a:gdLst/>
                <a:ahLst/>
                <a:cxnLst/>
                <a:rect l="l" t="t" r="r" b="b"/>
                <a:pathLst>
                  <a:path w="439" h="402" fill="none" extrusionOk="0">
                    <a:moveTo>
                      <a:pt x="438" y="402"/>
                    </a:moveTo>
                    <a:cubicBezTo>
                      <a:pt x="323" y="372"/>
                      <a:pt x="208" y="352"/>
                      <a:pt x="89" y="339"/>
                    </a:cubicBezTo>
                    <a:cubicBezTo>
                      <a:pt x="66" y="224"/>
                      <a:pt x="37" y="112"/>
                      <a:pt x="1" y="0"/>
                    </a:cubicBezTo>
                  </a:path>
                </a:pathLst>
              </a:custGeom>
              <a:noFill/>
              <a:ln w="9525" cap="flat" cmpd="sng">
                <a:solidFill>
                  <a:schemeClr val="accent3"/>
                </a:solidFill>
                <a:prstDash val="dash"/>
                <a:miter lim="329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7;p13"/>
              <p:cNvSpPr/>
              <p:nvPr/>
            </p:nvSpPr>
            <p:spPr>
              <a:xfrm>
                <a:off x="2436396" y="4035202"/>
                <a:ext cx="255450" cy="112323"/>
              </a:xfrm>
              <a:custGeom>
                <a:avLst/>
                <a:gdLst/>
                <a:ahLst/>
                <a:cxnLst/>
                <a:rect l="l" t="t" r="r" b="b"/>
                <a:pathLst>
                  <a:path w="4246" h="1867" fill="none" extrusionOk="0">
                    <a:moveTo>
                      <a:pt x="4245" y="1866"/>
                    </a:moveTo>
                    <a:cubicBezTo>
                      <a:pt x="4186" y="1761"/>
                      <a:pt x="4123" y="1659"/>
                      <a:pt x="4054" y="1554"/>
                    </a:cubicBezTo>
                    <a:cubicBezTo>
                      <a:pt x="3692" y="1021"/>
                      <a:pt x="3202" y="600"/>
                      <a:pt x="2639" y="343"/>
                    </a:cubicBezTo>
                    <a:cubicBezTo>
                      <a:pt x="2156" y="119"/>
                      <a:pt x="1593" y="1"/>
                      <a:pt x="1014" y="1"/>
                    </a:cubicBezTo>
                    <a:cubicBezTo>
                      <a:pt x="662" y="1"/>
                      <a:pt x="316" y="47"/>
                      <a:pt x="0" y="132"/>
                    </a:cubicBezTo>
                  </a:path>
                </a:pathLst>
              </a:custGeom>
              <a:noFill/>
              <a:ln w="9525" cap="flat" cmpd="sng">
                <a:solidFill>
                  <a:schemeClr val="accent3"/>
                </a:solidFill>
                <a:prstDash val="dash"/>
                <a:miter lim="329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13"/>
              <p:cNvSpPr/>
              <p:nvPr/>
            </p:nvSpPr>
            <p:spPr>
              <a:xfrm>
                <a:off x="2383092" y="4042361"/>
                <a:ext cx="33932" cy="15101"/>
              </a:xfrm>
              <a:custGeom>
                <a:avLst/>
                <a:gdLst/>
                <a:ahLst/>
                <a:cxnLst/>
                <a:rect l="l" t="t" r="r" b="b"/>
                <a:pathLst>
                  <a:path w="564" h="251" fill="none" extrusionOk="0">
                    <a:moveTo>
                      <a:pt x="564" y="112"/>
                    </a:moveTo>
                    <a:cubicBezTo>
                      <a:pt x="452" y="151"/>
                      <a:pt x="346" y="198"/>
                      <a:pt x="244" y="250"/>
                    </a:cubicBezTo>
                    <a:cubicBezTo>
                      <a:pt x="165" y="165"/>
                      <a:pt x="87" y="79"/>
                      <a:pt x="1" y="0"/>
                    </a:cubicBezTo>
                  </a:path>
                </a:pathLst>
              </a:custGeom>
              <a:noFill/>
              <a:ln w="9525" cap="flat" cmpd="sng">
                <a:solidFill>
                  <a:schemeClr val="accent3"/>
                </a:solidFill>
                <a:prstDash val="dash"/>
                <a:miter lim="329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249;p13"/>
              <p:cNvSpPr/>
              <p:nvPr/>
            </p:nvSpPr>
            <p:spPr>
              <a:xfrm>
                <a:off x="2044376" y="3961743"/>
                <a:ext cx="305926" cy="52943"/>
              </a:xfrm>
              <a:custGeom>
                <a:avLst/>
                <a:gdLst/>
                <a:ahLst/>
                <a:cxnLst/>
                <a:rect l="l" t="t" r="r" b="b"/>
                <a:pathLst>
                  <a:path w="5085" h="880" fill="none" extrusionOk="0">
                    <a:moveTo>
                      <a:pt x="5085" y="879"/>
                    </a:moveTo>
                    <a:cubicBezTo>
                      <a:pt x="4937" y="774"/>
                      <a:pt x="4779" y="675"/>
                      <a:pt x="4614" y="587"/>
                    </a:cubicBezTo>
                    <a:cubicBezTo>
                      <a:pt x="3986" y="241"/>
                      <a:pt x="3281" y="40"/>
                      <a:pt x="2584" y="7"/>
                    </a:cubicBezTo>
                    <a:cubicBezTo>
                      <a:pt x="2488" y="4"/>
                      <a:pt x="2393" y="1"/>
                      <a:pt x="2304" y="1"/>
                    </a:cubicBezTo>
                    <a:cubicBezTo>
                      <a:pt x="1448" y="1"/>
                      <a:pt x="665" y="185"/>
                      <a:pt x="1" y="531"/>
                    </a:cubicBezTo>
                  </a:path>
                </a:pathLst>
              </a:custGeom>
              <a:noFill/>
              <a:ln w="9525" cap="flat" cmpd="sng">
                <a:solidFill>
                  <a:schemeClr val="accent3"/>
                </a:solidFill>
                <a:prstDash val="dash"/>
                <a:miter lim="329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Google Shape;250;p13"/>
              <p:cNvSpPr/>
              <p:nvPr/>
            </p:nvSpPr>
            <p:spPr>
              <a:xfrm>
                <a:off x="1997449" y="3998382"/>
                <a:ext cx="28397" cy="18109"/>
              </a:xfrm>
              <a:custGeom>
                <a:avLst/>
                <a:gdLst/>
                <a:ahLst/>
                <a:cxnLst/>
                <a:rect l="l" t="t" r="r" b="b"/>
                <a:pathLst>
                  <a:path w="472" h="301" fill="none" extrusionOk="0">
                    <a:moveTo>
                      <a:pt x="471" y="99"/>
                    </a:moveTo>
                    <a:cubicBezTo>
                      <a:pt x="373" y="159"/>
                      <a:pt x="277" y="231"/>
                      <a:pt x="182" y="300"/>
                    </a:cubicBezTo>
                    <a:cubicBezTo>
                      <a:pt x="126" y="198"/>
                      <a:pt x="63" y="99"/>
                      <a:pt x="1" y="1"/>
                    </a:cubicBezTo>
                  </a:path>
                </a:pathLst>
              </a:custGeom>
              <a:noFill/>
              <a:ln w="9525" cap="flat" cmpd="sng">
                <a:solidFill>
                  <a:schemeClr val="accent3"/>
                </a:solidFill>
                <a:prstDash val="dash"/>
                <a:miter lim="329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13"/>
              <p:cNvSpPr/>
              <p:nvPr/>
            </p:nvSpPr>
            <p:spPr>
              <a:xfrm>
                <a:off x="1715347" y="3882990"/>
                <a:ext cx="259180" cy="84769"/>
              </a:xfrm>
              <a:custGeom>
                <a:avLst/>
                <a:gdLst/>
                <a:ahLst/>
                <a:cxnLst/>
                <a:rect l="l" t="t" r="r" b="b"/>
                <a:pathLst>
                  <a:path w="4308" h="1409" fill="none" extrusionOk="0">
                    <a:moveTo>
                      <a:pt x="4308" y="1409"/>
                    </a:moveTo>
                    <a:cubicBezTo>
                      <a:pt x="4071" y="1129"/>
                      <a:pt x="3808" y="885"/>
                      <a:pt x="3518" y="685"/>
                    </a:cubicBezTo>
                    <a:cubicBezTo>
                      <a:pt x="2893" y="244"/>
                      <a:pt x="2153" y="0"/>
                      <a:pt x="1429" y="0"/>
                    </a:cubicBezTo>
                    <a:cubicBezTo>
                      <a:pt x="1169" y="0"/>
                      <a:pt x="912" y="33"/>
                      <a:pt x="668" y="96"/>
                    </a:cubicBezTo>
                    <a:cubicBezTo>
                      <a:pt x="441" y="152"/>
                      <a:pt x="221" y="227"/>
                      <a:pt x="0" y="323"/>
                    </a:cubicBezTo>
                  </a:path>
                </a:pathLst>
              </a:custGeom>
              <a:noFill/>
              <a:ln w="9525" cap="flat" cmpd="sng">
                <a:solidFill>
                  <a:schemeClr val="accent3"/>
                </a:solidFill>
                <a:prstDash val="dash"/>
                <a:miter lim="329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13"/>
              <p:cNvSpPr/>
              <p:nvPr/>
            </p:nvSpPr>
            <p:spPr>
              <a:xfrm>
                <a:off x="1666254" y="3904348"/>
                <a:ext cx="31946" cy="16304"/>
              </a:xfrm>
              <a:custGeom>
                <a:avLst/>
                <a:gdLst/>
                <a:ahLst/>
                <a:cxnLst/>
                <a:rect l="l" t="t" r="r" b="b"/>
                <a:pathLst>
                  <a:path w="531" h="271" fill="none" extrusionOk="0">
                    <a:moveTo>
                      <a:pt x="530" y="103"/>
                    </a:moveTo>
                    <a:cubicBezTo>
                      <a:pt x="428" y="155"/>
                      <a:pt x="323" y="208"/>
                      <a:pt x="221" y="270"/>
                    </a:cubicBezTo>
                    <a:cubicBezTo>
                      <a:pt x="152" y="175"/>
                      <a:pt x="76" y="86"/>
                      <a:pt x="0" y="1"/>
                    </a:cubicBezTo>
                  </a:path>
                </a:pathLst>
              </a:custGeom>
              <a:noFill/>
              <a:ln w="9525" cap="flat" cmpd="sng">
                <a:solidFill>
                  <a:schemeClr val="accent3"/>
                </a:solidFill>
                <a:prstDash val="dash"/>
                <a:miter lim="329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253;p13"/>
              <p:cNvSpPr/>
              <p:nvPr/>
            </p:nvSpPr>
            <p:spPr>
              <a:xfrm>
                <a:off x="1513802" y="3834439"/>
                <a:ext cx="124175" cy="44219"/>
              </a:xfrm>
              <a:custGeom>
                <a:avLst/>
                <a:gdLst/>
                <a:ahLst/>
                <a:cxnLst/>
                <a:rect l="l" t="t" r="r" b="b"/>
                <a:pathLst>
                  <a:path w="2064" h="735" fill="none" extrusionOk="0">
                    <a:moveTo>
                      <a:pt x="2064" y="735"/>
                    </a:moveTo>
                    <a:cubicBezTo>
                      <a:pt x="1603" y="379"/>
                      <a:pt x="1057" y="133"/>
                      <a:pt x="481" y="44"/>
                    </a:cubicBezTo>
                    <a:cubicBezTo>
                      <a:pt x="323" y="17"/>
                      <a:pt x="159" y="1"/>
                      <a:pt x="1" y="1"/>
                    </a:cubicBezTo>
                  </a:path>
                </a:pathLst>
              </a:custGeom>
              <a:noFill/>
              <a:ln w="9525" cap="flat" cmpd="sng">
                <a:solidFill>
                  <a:schemeClr val="accent3"/>
                </a:solidFill>
                <a:prstDash val="dash"/>
                <a:miter lim="329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Google Shape;254;p13"/>
              <p:cNvSpPr/>
              <p:nvPr/>
            </p:nvSpPr>
            <p:spPr>
              <a:xfrm>
                <a:off x="1467898" y="3816871"/>
                <a:ext cx="26592" cy="20395"/>
              </a:xfrm>
              <a:custGeom>
                <a:avLst/>
                <a:gdLst/>
                <a:ahLst/>
                <a:cxnLst/>
                <a:rect l="l" t="t" r="r" b="b"/>
                <a:pathLst>
                  <a:path w="442" h="339" fill="none" extrusionOk="0">
                    <a:moveTo>
                      <a:pt x="441" y="296"/>
                    </a:moveTo>
                    <a:cubicBezTo>
                      <a:pt x="326" y="306"/>
                      <a:pt x="211" y="323"/>
                      <a:pt x="96" y="339"/>
                    </a:cubicBezTo>
                    <a:cubicBezTo>
                      <a:pt x="66" y="224"/>
                      <a:pt x="40" y="112"/>
                      <a:pt x="0" y="0"/>
                    </a:cubicBezTo>
                  </a:path>
                </a:pathLst>
              </a:custGeom>
              <a:noFill/>
              <a:ln w="9525" cap="flat" cmpd="sng">
                <a:solidFill>
                  <a:schemeClr val="accent3"/>
                </a:solidFill>
                <a:prstDash val="dash"/>
                <a:miter lim="329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55;p13"/>
              <p:cNvSpPr/>
              <p:nvPr/>
            </p:nvSpPr>
            <p:spPr>
              <a:xfrm>
                <a:off x="1324951" y="3666164"/>
                <a:ext cx="124175" cy="106969"/>
              </a:xfrm>
              <a:custGeom>
                <a:avLst/>
                <a:gdLst/>
                <a:ahLst/>
                <a:cxnLst/>
                <a:rect l="l" t="t" r="r" b="b"/>
                <a:pathLst>
                  <a:path w="2064" h="1778" fill="none" extrusionOk="0">
                    <a:moveTo>
                      <a:pt x="2063" y="1778"/>
                    </a:moveTo>
                    <a:cubicBezTo>
                      <a:pt x="1912" y="1498"/>
                      <a:pt x="1731" y="1245"/>
                      <a:pt x="1521" y="1014"/>
                    </a:cubicBezTo>
                    <a:cubicBezTo>
                      <a:pt x="1208" y="672"/>
                      <a:pt x="810" y="376"/>
                      <a:pt x="379" y="162"/>
                    </a:cubicBezTo>
                    <a:cubicBezTo>
                      <a:pt x="254" y="100"/>
                      <a:pt x="125" y="47"/>
                      <a:pt x="0" y="1"/>
                    </a:cubicBezTo>
                  </a:path>
                </a:pathLst>
              </a:custGeom>
              <a:noFill/>
              <a:ln w="9525" cap="flat" cmpd="sng">
                <a:solidFill>
                  <a:schemeClr val="accent3"/>
                </a:solidFill>
                <a:prstDash val="dash"/>
                <a:miter lim="329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13"/>
              <p:cNvSpPr/>
              <p:nvPr/>
            </p:nvSpPr>
            <p:spPr>
              <a:xfrm>
                <a:off x="1275618" y="3635481"/>
                <a:ext cx="26411" cy="24005"/>
              </a:xfrm>
              <a:custGeom>
                <a:avLst/>
                <a:gdLst/>
                <a:ahLst/>
                <a:cxnLst/>
                <a:rect l="l" t="t" r="r" b="b"/>
                <a:pathLst>
                  <a:path w="439" h="399" fill="none" extrusionOk="0">
                    <a:moveTo>
                      <a:pt x="439" y="399"/>
                    </a:moveTo>
                    <a:cubicBezTo>
                      <a:pt x="323" y="373"/>
                      <a:pt x="205" y="350"/>
                      <a:pt x="93" y="340"/>
                    </a:cubicBezTo>
                    <a:cubicBezTo>
                      <a:pt x="67" y="225"/>
                      <a:pt x="37" y="113"/>
                      <a:pt x="1" y="1"/>
                    </a:cubicBezTo>
                  </a:path>
                </a:pathLst>
              </a:custGeom>
              <a:noFill/>
              <a:ln w="9525" cap="flat" cmpd="sng">
                <a:solidFill>
                  <a:schemeClr val="accent3"/>
                </a:solidFill>
                <a:prstDash val="dash"/>
                <a:miter lim="329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13"/>
              <p:cNvSpPr/>
              <p:nvPr/>
            </p:nvSpPr>
            <p:spPr>
              <a:xfrm>
                <a:off x="1005006" y="3486638"/>
                <a:ext cx="255450" cy="112323"/>
              </a:xfrm>
              <a:custGeom>
                <a:avLst/>
                <a:gdLst/>
                <a:ahLst/>
                <a:cxnLst/>
                <a:rect l="l" t="t" r="r" b="b"/>
                <a:pathLst>
                  <a:path w="4246" h="1867" fill="none" extrusionOk="0">
                    <a:moveTo>
                      <a:pt x="4245" y="1866"/>
                    </a:moveTo>
                    <a:cubicBezTo>
                      <a:pt x="4186" y="1761"/>
                      <a:pt x="4124" y="1655"/>
                      <a:pt x="4055" y="1553"/>
                    </a:cubicBezTo>
                    <a:cubicBezTo>
                      <a:pt x="3693" y="1020"/>
                      <a:pt x="3202" y="599"/>
                      <a:pt x="2640" y="339"/>
                    </a:cubicBezTo>
                    <a:cubicBezTo>
                      <a:pt x="2156" y="119"/>
                      <a:pt x="1596" y="0"/>
                      <a:pt x="1014" y="0"/>
                    </a:cubicBezTo>
                    <a:cubicBezTo>
                      <a:pt x="662" y="0"/>
                      <a:pt x="316" y="43"/>
                      <a:pt x="0" y="132"/>
                    </a:cubicBezTo>
                  </a:path>
                </a:pathLst>
              </a:custGeom>
              <a:noFill/>
              <a:ln w="9525" cap="flat" cmpd="sng">
                <a:solidFill>
                  <a:schemeClr val="accent3"/>
                </a:solidFill>
                <a:prstDash val="dash"/>
                <a:miter lim="329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13"/>
              <p:cNvSpPr/>
              <p:nvPr/>
            </p:nvSpPr>
            <p:spPr>
              <a:xfrm>
                <a:off x="951762" y="3493737"/>
                <a:ext cx="33871" cy="15101"/>
              </a:xfrm>
              <a:custGeom>
                <a:avLst/>
                <a:gdLst/>
                <a:ahLst/>
                <a:cxnLst/>
                <a:rect l="l" t="t" r="r" b="b"/>
                <a:pathLst>
                  <a:path w="563" h="251" fill="none" extrusionOk="0">
                    <a:moveTo>
                      <a:pt x="563" y="113"/>
                    </a:moveTo>
                    <a:cubicBezTo>
                      <a:pt x="451" y="152"/>
                      <a:pt x="346" y="198"/>
                      <a:pt x="244" y="251"/>
                    </a:cubicBezTo>
                    <a:cubicBezTo>
                      <a:pt x="165" y="165"/>
                      <a:pt x="86" y="80"/>
                      <a:pt x="0" y="1"/>
                    </a:cubicBezTo>
                  </a:path>
                </a:pathLst>
              </a:custGeom>
              <a:noFill/>
              <a:ln w="9525" cap="flat" cmpd="sng">
                <a:solidFill>
                  <a:schemeClr val="accent3"/>
                </a:solidFill>
                <a:prstDash val="dash"/>
                <a:miter lim="329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59;p13"/>
              <p:cNvSpPr/>
              <p:nvPr/>
            </p:nvSpPr>
            <p:spPr>
              <a:xfrm>
                <a:off x="612986" y="3412999"/>
                <a:ext cx="305986" cy="53063"/>
              </a:xfrm>
              <a:custGeom>
                <a:avLst/>
                <a:gdLst/>
                <a:ahLst/>
                <a:cxnLst/>
                <a:rect l="l" t="t" r="r" b="b"/>
                <a:pathLst>
                  <a:path w="5086" h="882" fill="none" extrusionOk="0">
                    <a:moveTo>
                      <a:pt x="5085" y="882"/>
                    </a:moveTo>
                    <a:cubicBezTo>
                      <a:pt x="4937" y="773"/>
                      <a:pt x="4779" y="675"/>
                      <a:pt x="4614" y="589"/>
                    </a:cubicBezTo>
                    <a:cubicBezTo>
                      <a:pt x="3986" y="244"/>
                      <a:pt x="3282" y="43"/>
                      <a:pt x="2584" y="10"/>
                    </a:cubicBezTo>
                    <a:cubicBezTo>
                      <a:pt x="2489" y="7"/>
                      <a:pt x="2393" y="0"/>
                      <a:pt x="2304" y="0"/>
                    </a:cubicBezTo>
                    <a:cubicBezTo>
                      <a:pt x="1449" y="0"/>
                      <a:pt x="666" y="188"/>
                      <a:pt x="1" y="533"/>
                    </a:cubicBezTo>
                  </a:path>
                </a:pathLst>
              </a:custGeom>
              <a:noFill/>
              <a:ln w="9525" cap="flat" cmpd="sng">
                <a:solidFill>
                  <a:schemeClr val="accent3"/>
                </a:solidFill>
                <a:prstDash val="dash"/>
                <a:miter lim="329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60;p13"/>
              <p:cNvSpPr/>
              <p:nvPr/>
            </p:nvSpPr>
            <p:spPr>
              <a:xfrm>
                <a:off x="566119" y="3449578"/>
                <a:ext cx="28337" cy="18289"/>
              </a:xfrm>
              <a:custGeom>
                <a:avLst/>
                <a:gdLst/>
                <a:ahLst/>
                <a:cxnLst/>
                <a:rect l="l" t="t" r="r" b="b"/>
                <a:pathLst>
                  <a:path w="471" h="304" fill="none" extrusionOk="0">
                    <a:moveTo>
                      <a:pt x="471" y="100"/>
                    </a:moveTo>
                    <a:cubicBezTo>
                      <a:pt x="372" y="162"/>
                      <a:pt x="276" y="231"/>
                      <a:pt x="181" y="304"/>
                    </a:cubicBezTo>
                    <a:cubicBezTo>
                      <a:pt x="125" y="198"/>
                      <a:pt x="63" y="100"/>
                      <a:pt x="0" y="1"/>
                    </a:cubicBezTo>
                  </a:path>
                </a:pathLst>
              </a:custGeom>
              <a:noFill/>
              <a:ln w="9525" cap="flat" cmpd="sng">
                <a:solidFill>
                  <a:schemeClr val="accent3"/>
                </a:solidFill>
                <a:prstDash val="dash"/>
                <a:miter lim="329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13"/>
              <p:cNvSpPr/>
              <p:nvPr/>
            </p:nvSpPr>
            <p:spPr>
              <a:xfrm>
                <a:off x="283956" y="3334366"/>
                <a:ext cx="259240" cy="84588"/>
              </a:xfrm>
              <a:custGeom>
                <a:avLst/>
                <a:gdLst/>
                <a:ahLst/>
                <a:cxnLst/>
                <a:rect l="l" t="t" r="r" b="b"/>
                <a:pathLst>
                  <a:path w="4309" h="1406" fill="none" extrusionOk="0">
                    <a:moveTo>
                      <a:pt x="4308" y="1406"/>
                    </a:moveTo>
                    <a:cubicBezTo>
                      <a:pt x="4071" y="1126"/>
                      <a:pt x="3808" y="886"/>
                      <a:pt x="3519" y="682"/>
                    </a:cubicBezTo>
                    <a:cubicBezTo>
                      <a:pt x="2893" y="244"/>
                      <a:pt x="2153" y="1"/>
                      <a:pt x="1429" y="1"/>
                    </a:cubicBezTo>
                    <a:cubicBezTo>
                      <a:pt x="1169" y="1"/>
                      <a:pt x="912" y="34"/>
                      <a:pt x="669" y="96"/>
                    </a:cubicBezTo>
                    <a:cubicBezTo>
                      <a:pt x="442" y="152"/>
                      <a:pt x="221" y="228"/>
                      <a:pt x="1" y="320"/>
                    </a:cubicBezTo>
                  </a:path>
                </a:pathLst>
              </a:custGeom>
              <a:noFill/>
              <a:ln w="9525" cap="flat" cmpd="sng">
                <a:solidFill>
                  <a:schemeClr val="accent3"/>
                </a:solidFill>
                <a:prstDash val="dash"/>
                <a:miter lim="329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13"/>
              <p:cNvSpPr/>
              <p:nvPr/>
            </p:nvSpPr>
            <p:spPr>
              <a:xfrm>
                <a:off x="234864" y="3355543"/>
                <a:ext cx="31946" cy="16485"/>
              </a:xfrm>
              <a:custGeom>
                <a:avLst/>
                <a:gdLst/>
                <a:ahLst/>
                <a:cxnLst/>
                <a:rect l="l" t="t" r="r" b="b"/>
                <a:pathLst>
                  <a:path w="531" h="274" fill="none" extrusionOk="0">
                    <a:moveTo>
                      <a:pt x="531" y="106"/>
                    </a:moveTo>
                    <a:cubicBezTo>
                      <a:pt x="429" y="159"/>
                      <a:pt x="323" y="211"/>
                      <a:pt x="221" y="274"/>
                    </a:cubicBezTo>
                    <a:cubicBezTo>
                      <a:pt x="152" y="178"/>
                      <a:pt x="76" y="90"/>
                      <a:pt x="1" y="1"/>
                    </a:cubicBezTo>
                  </a:path>
                </a:pathLst>
              </a:custGeom>
              <a:noFill/>
              <a:ln w="9525" cap="flat" cmpd="sng">
                <a:solidFill>
                  <a:schemeClr val="accent3"/>
                </a:solidFill>
                <a:prstDash val="dash"/>
                <a:miter lim="329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63;p13"/>
              <p:cNvSpPr/>
              <p:nvPr/>
            </p:nvSpPr>
            <p:spPr>
              <a:xfrm>
                <a:off x="-53556" y="3285875"/>
                <a:ext cx="260985" cy="45002"/>
              </a:xfrm>
              <a:custGeom>
                <a:avLst/>
                <a:gdLst/>
                <a:ahLst/>
                <a:cxnLst/>
                <a:rect l="l" t="t" r="r" b="b"/>
                <a:pathLst>
                  <a:path w="4338" h="748" fill="none" extrusionOk="0">
                    <a:moveTo>
                      <a:pt x="4337" y="741"/>
                    </a:moveTo>
                    <a:cubicBezTo>
                      <a:pt x="3870" y="382"/>
                      <a:pt x="3320" y="132"/>
                      <a:pt x="2741" y="40"/>
                    </a:cubicBezTo>
                    <a:cubicBezTo>
                      <a:pt x="2564" y="14"/>
                      <a:pt x="2379" y="0"/>
                      <a:pt x="2198" y="0"/>
                    </a:cubicBezTo>
                    <a:lnTo>
                      <a:pt x="2198" y="0"/>
                    </a:lnTo>
                    <a:cubicBezTo>
                      <a:pt x="1738" y="0"/>
                      <a:pt x="1267" y="96"/>
                      <a:pt x="836" y="267"/>
                    </a:cubicBezTo>
                    <a:cubicBezTo>
                      <a:pt x="537" y="392"/>
                      <a:pt x="257" y="550"/>
                      <a:pt x="0" y="747"/>
                    </a:cubicBezTo>
                  </a:path>
                </a:pathLst>
              </a:custGeom>
              <a:noFill/>
              <a:ln w="9525" cap="flat" cmpd="sng">
                <a:solidFill>
                  <a:schemeClr val="accent3"/>
                </a:solidFill>
                <a:prstDash val="dash"/>
                <a:miter lim="329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64;p13"/>
              <p:cNvSpPr/>
              <p:nvPr/>
            </p:nvSpPr>
            <p:spPr>
              <a:xfrm>
                <a:off x="-82675" y="3342669"/>
                <a:ext cx="15101" cy="14920"/>
              </a:xfrm>
              <a:custGeom>
                <a:avLst/>
                <a:gdLst/>
                <a:ahLst/>
                <a:cxnLst/>
                <a:rect l="l" t="t" r="r" b="b"/>
                <a:pathLst>
                  <a:path w="251" h="248" fill="none" extrusionOk="0">
                    <a:moveTo>
                      <a:pt x="251" y="1"/>
                    </a:moveTo>
                    <a:cubicBezTo>
                      <a:pt x="221" y="31"/>
                      <a:pt x="188" y="60"/>
                      <a:pt x="162" y="86"/>
                    </a:cubicBezTo>
                    <a:lnTo>
                      <a:pt x="0" y="248"/>
                    </a:lnTo>
                  </a:path>
                </a:pathLst>
              </a:custGeom>
              <a:noFill/>
              <a:ln w="9525" cap="flat" cmpd="sng">
                <a:solidFill>
                  <a:schemeClr val="accent3"/>
                </a:solidFill>
                <a:prstDash val="dash"/>
                <a:miter lim="329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65" name="Google Shape;265;p13"/>
            <p:cNvSpPr/>
            <p:nvPr/>
          </p:nvSpPr>
          <p:spPr>
            <a:xfrm>
              <a:off x="-50428" y="4184549"/>
              <a:ext cx="2975637" cy="1036841"/>
            </a:xfrm>
            <a:custGeom>
              <a:avLst/>
              <a:gdLst/>
              <a:ahLst/>
              <a:cxnLst/>
              <a:rect l="l" t="t" r="r" b="b"/>
              <a:pathLst>
                <a:path w="49460" h="17234" extrusionOk="0">
                  <a:moveTo>
                    <a:pt x="1" y="1"/>
                  </a:moveTo>
                  <a:lnTo>
                    <a:pt x="1" y="17234"/>
                  </a:lnTo>
                  <a:lnTo>
                    <a:pt x="49460" y="17234"/>
                  </a:lnTo>
                  <a:cubicBezTo>
                    <a:pt x="48989" y="16931"/>
                    <a:pt x="48453" y="16721"/>
                    <a:pt x="47887" y="16684"/>
                  </a:cubicBezTo>
                  <a:cubicBezTo>
                    <a:pt x="47832" y="16681"/>
                    <a:pt x="47777" y="16679"/>
                    <a:pt x="47722" y="16679"/>
                  </a:cubicBezTo>
                  <a:cubicBezTo>
                    <a:pt x="47282" y="16679"/>
                    <a:pt x="46833" y="16797"/>
                    <a:pt x="46488" y="17063"/>
                  </a:cubicBezTo>
                  <a:cubicBezTo>
                    <a:pt x="45899" y="16625"/>
                    <a:pt x="45182" y="16362"/>
                    <a:pt x="44462" y="16362"/>
                  </a:cubicBezTo>
                  <a:cubicBezTo>
                    <a:pt x="44274" y="16362"/>
                    <a:pt x="44085" y="16380"/>
                    <a:pt x="43899" y="16418"/>
                  </a:cubicBezTo>
                  <a:cubicBezTo>
                    <a:pt x="43800" y="15562"/>
                    <a:pt x="43619" y="14710"/>
                    <a:pt x="43240" y="13937"/>
                  </a:cubicBezTo>
                  <a:cubicBezTo>
                    <a:pt x="42862" y="13167"/>
                    <a:pt x="42270" y="12485"/>
                    <a:pt x="41503" y="12114"/>
                  </a:cubicBezTo>
                  <a:cubicBezTo>
                    <a:pt x="41098" y="11921"/>
                    <a:pt x="40680" y="11833"/>
                    <a:pt x="40263" y="11833"/>
                  </a:cubicBezTo>
                  <a:cubicBezTo>
                    <a:pt x="39526" y="11833"/>
                    <a:pt x="38794" y="12108"/>
                    <a:pt x="38146" y="12568"/>
                  </a:cubicBezTo>
                  <a:cubicBezTo>
                    <a:pt x="37758" y="11768"/>
                    <a:pt x="37307" y="10978"/>
                    <a:pt x="36639" y="10399"/>
                  </a:cubicBezTo>
                  <a:cubicBezTo>
                    <a:pt x="36110" y="9938"/>
                    <a:pt x="35419" y="9628"/>
                    <a:pt x="34729" y="9628"/>
                  </a:cubicBezTo>
                  <a:cubicBezTo>
                    <a:pt x="34552" y="9628"/>
                    <a:pt x="34375" y="9648"/>
                    <a:pt x="34201" y="9692"/>
                  </a:cubicBezTo>
                  <a:cubicBezTo>
                    <a:pt x="33345" y="9906"/>
                    <a:pt x="32654" y="10268"/>
                    <a:pt x="32078" y="10939"/>
                  </a:cubicBezTo>
                  <a:cubicBezTo>
                    <a:pt x="31769" y="10123"/>
                    <a:pt x="31012" y="9494"/>
                    <a:pt x="30160" y="9346"/>
                  </a:cubicBezTo>
                  <a:cubicBezTo>
                    <a:pt x="30027" y="9323"/>
                    <a:pt x="29892" y="9312"/>
                    <a:pt x="29756" y="9312"/>
                  </a:cubicBezTo>
                  <a:cubicBezTo>
                    <a:pt x="29031" y="9312"/>
                    <a:pt x="28302" y="9638"/>
                    <a:pt x="27830" y="10198"/>
                  </a:cubicBezTo>
                  <a:cubicBezTo>
                    <a:pt x="27504" y="9192"/>
                    <a:pt x="26550" y="8431"/>
                    <a:pt x="25504" y="8343"/>
                  </a:cubicBezTo>
                  <a:lnTo>
                    <a:pt x="25504" y="8349"/>
                  </a:lnTo>
                  <a:cubicBezTo>
                    <a:pt x="25431" y="8344"/>
                    <a:pt x="25359" y="8341"/>
                    <a:pt x="25287" y="8341"/>
                  </a:cubicBezTo>
                  <a:cubicBezTo>
                    <a:pt x="25229" y="8341"/>
                    <a:pt x="25172" y="8343"/>
                    <a:pt x="25115" y="8346"/>
                  </a:cubicBezTo>
                  <a:cubicBezTo>
                    <a:pt x="23904" y="8425"/>
                    <a:pt x="22861" y="9270"/>
                    <a:pt x="22177" y="10281"/>
                  </a:cubicBezTo>
                  <a:cubicBezTo>
                    <a:pt x="21687" y="8971"/>
                    <a:pt x="20326" y="8022"/>
                    <a:pt x="18954" y="8022"/>
                  </a:cubicBezTo>
                  <a:cubicBezTo>
                    <a:pt x="18767" y="8022"/>
                    <a:pt x="18581" y="8039"/>
                    <a:pt x="18396" y="8076"/>
                  </a:cubicBezTo>
                  <a:cubicBezTo>
                    <a:pt x="18297" y="7220"/>
                    <a:pt x="18116" y="6368"/>
                    <a:pt x="17738" y="5595"/>
                  </a:cubicBezTo>
                  <a:cubicBezTo>
                    <a:pt x="17359" y="4825"/>
                    <a:pt x="16767" y="4144"/>
                    <a:pt x="16000" y="3772"/>
                  </a:cubicBezTo>
                  <a:cubicBezTo>
                    <a:pt x="15596" y="3579"/>
                    <a:pt x="15177" y="3491"/>
                    <a:pt x="14760" y="3491"/>
                  </a:cubicBezTo>
                  <a:cubicBezTo>
                    <a:pt x="14024" y="3491"/>
                    <a:pt x="13291" y="3766"/>
                    <a:pt x="12644" y="4226"/>
                  </a:cubicBezTo>
                  <a:cubicBezTo>
                    <a:pt x="12255" y="3426"/>
                    <a:pt x="11805" y="2636"/>
                    <a:pt x="11137" y="2057"/>
                  </a:cubicBezTo>
                  <a:cubicBezTo>
                    <a:pt x="10608" y="1596"/>
                    <a:pt x="9916" y="1286"/>
                    <a:pt x="9226" y="1286"/>
                  </a:cubicBezTo>
                  <a:cubicBezTo>
                    <a:pt x="9049" y="1286"/>
                    <a:pt x="8872" y="1306"/>
                    <a:pt x="8698" y="1350"/>
                  </a:cubicBezTo>
                  <a:cubicBezTo>
                    <a:pt x="7843" y="1564"/>
                    <a:pt x="7151" y="1926"/>
                    <a:pt x="6576" y="2597"/>
                  </a:cubicBezTo>
                  <a:cubicBezTo>
                    <a:pt x="6266" y="1781"/>
                    <a:pt x="5509" y="1152"/>
                    <a:pt x="4657" y="1004"/>
                  </a:cubicBezTo>
                  <a:cubicBezTo>
                    <a:pt x="4524" y="981"/>
                    <a:pt x="4389" y="970"/>
                    <a:pt x="4254" y="970"/>
                  </a:cubicBezTo>
                  <a:cubicBezTo>
                    <a:pt x="3528" y="970"/>
                    <a:pt x="2799" y="1296"/>
                    <a:pt x="2327" y="1857"/>
                  </a:cubicBezTo>
                  <a:cubicBezTo>
                    <a:pt x="2002" y="853"/>
                    <a:pt x="1047" y="90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6" name="Google Shape;266;p13"/>
          <p:cNvSpPr/>
          <p:nvPr/>
        </p:nvSpPr>
        <p:spPr>
          <a:xfrm flipH="1">
            <a:off x="114979" y="1888396"/>
            <a:ext cx="414210" cy="425401"/>
          </a:xfrm>
          <a:custGeom>
            <a:avLst/>
            <a:gdLst/>
            <a:ahLst/>
            <a:cxnLst/>
            <a:rect l="l" t="t" r="r" b="b"/>
            <a:pathLst>
              <a:path w="5299" h="5442" extrusionOk="0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3"/>
          <p:cNvSpPr/>
          <p:nvPr/>
        </p:nvSpPr>
        <p:spPr>
          <a:xfrm rot="-4562439" flipH="1">
            <a:off x="-206514" y="4287683"/>
            <a:ext cx="624831" cy="641633"/>
          </a:xfrm>
          <a:custGeom>
            <a:avLst/>
            <a:gdLst/>
            <a:ahLst/>
            <a:cxnLst/>
            <a:rect l="l" t="t" r="r" b="b"/>
            <a:pathLst>
              <a:path w="5299" h="5442" extrusionOk="0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13"/>
          <p:cNvSpPr/>
          <p:nvPr/>
        </p:nvSpPr>
        <p:spPr>
          <a:xfrm rot="3198987" flipH="1">
            <a:off x="3476031" y="-290893"/>
            <a:ext cx="624838" cy="641637"/>
          </a:xfrm>
          <a:custGeom>
            <a:avLst/>
            <a:gdLst/>
            <a:ahLst/>
            <a:cxnLst/>
            <a:rect l="l" t="t" r="r" b="b"/>
            <a:pathLst>
              <a:path w="5299" h="5442" extrusionOk="0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13"/>
          <p:cNvSpPr/>
          <p:nvPr/>
        </p:nvSpPr>
        <p:spPr>
          <a:xfrm>
            <a:off x="-732862" y="-269475"/>
            <a:ext cx="2636575" cy="1709125"/>
          </a:xfrm>
          <a:custGeom>
            <a:avLst/>
            <a:gdLst/>
            <a:ahLst/>
            <a:cxnLst/>
            <a:rect l="l" t="t" r="r" b="b"/>
            <a:pathLst>
              <a:path w="105463" h="68365" extrusionOk="0">
                <a:moveTo>
                  <a:pt x="0" y="67428"/>
                </a:moveTo>
                <a:cubicBezTo>
                  <a:pt x="11300" y="69937"/>
                  <a:pt x="26168" y="67361"/>
                  <a:pt x="33540" y="58437"/>
                </a:cubicBezTo>
                <a:cubicBezTo>
                  <a:pt x="40783" y="49669"/>
                  <a:pt x="34817" y="32759"/>
                  <a:pt x="43914" y="25934"/>
                </a:cubicBezTo>
                <a:cubicBezTo>
                  <a:pt x="53383" y="18830"/>
                  <a:pt x="67477" y="23542"/>
                  <a:pt x="79184" y="21785"/>
                </a:cubicBezTo>
                <a:cubicBezTo>
                  <a:pt x="86001" y="20762"/>
                  <a:pt x="93672" y="19396"/>
                  <a:pt x="98547" y="14523"/>
                </a:cubicBezTo>
                <a:cubicBezTo>
                  <a:pt x="102339" y="10732"/>
                  <a:pt x="104162" y="5202"/>
                  <a:pt x="105463" y="0"/>
                </a:cubicBezTo>
              </a:path>
            </a:pathLst>
          </a:custGeom>
          <a:noFill/>
          <a:ln w="9525" cap="flat" cmpd="sng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de-DE"/>
          </a:p>
        </p:txBody>
      </p:sp>
      <p:sp>
        <p:nvSpPr>
          <p:cNvPr id="270" name="Google Shape;270;p13"/>
          <p:cNvSpPr/>
          <p:nvPr/>
        </p:nvSpPr>
        <p:spPr>
          <a:xfrm>
            <a:off x="-620801" y="-345775"/>
            <a:ext cx="1960821" cy="1601621"/>
          </a:xfrm>
          <a:custGeom>
            <a:avLst/>
            <a:gdLst/>
            <a:ahLst/>
            <a:cxnLst/>
            <a:rect l="l" t="t" r="r" b="b"/>
            <a:pathLst>
              <a:path w="105463" h="68365" extrusionOk="0">
                <a:moveTo>
                  <a:pt x="0" y="67428"/>
                </a:moveTo>
                <a:cubicBezTo>
                  <a:pt x="11300" y="69937"/>
                  <a:pt x="26168" y="67361"/>
                  <a:pt x="33540" y="58437"/>
                </a:cubicBezTo>
                <a:cubicBezTo>
                  <a:pt x="40783" y="49669"/>
                  <a:pt x="34817" y="32759"/>
                  <a:pt x="43914" y="25934"/>
                </a:cubicBezTo>
                <a:cubicBezTo>
                  <a:pt x="53383" y="18830"/>
                  <a:pt x="67477" y="23542"/>
                  <a:pt x="79184" y="21785"/>
                </a:cubicBezTo>
                <a:cubicBezTo>
                  <a:pt x="86001" y="20762"/>
                  <a:pt x="93672" y="19396"/>
                  <a:pt x="98547" y="14523"/>
                </a:cubicBezTo>
                <a:cubicBezTo>
                  <a:pt x="102339" y="10732"/>
                  <a:pt x="104162" y="5202"/>
                  <a:pt x="105463" y="0"/>
                </a:cubicBezTo>
              </a:path>
            </a:pathLst>
          </a:custGeom>
          <a:noFill/>
          <a:ln w="9525" cap="flat" cmpd="sng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de-DE"/>
          </a:p>
        </p:txBody>
      </p:sp>
      <p:sp>
        <p:nvSpPr>
          <p:cNvPr id="271" name="Google Shape;271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5736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72" name="Google Shape;272;p13"/>
          <p:cNvSpPr txBox="1">
            <a:spLocks noGrp="1"/>
          </p:cNvSpPr>
          <p:nvPr>
            <p:ph type="title" idx="2" hasCustomPrompt="1"/>
          </p:nvPr>
        </p:nvSpPr>
        <p:spPr>
          <a:xfrm>
            <a:off x="720003" y="1263000"/>
            <a:ext cx="994200" cy="593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200" i="1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73" name="Google Shape;273;p13"/>
          <p:cNvSpPr txBox="1">
            <a:spLocks noGrp="1"/>
          </p:cNvSpPr>
          <p:nvPr>
            <p:ph type="subTitle" idx="1"/>
          </p:nvPr>
        </p:nvSpPr>
        <p:spPr>
          <a:xfrm>
            <a:off x="720003" y="2075027"/>
            <a:ext cx="2505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74" name="Google Shape;274;p13"/>
          <p:cNvSpPr txBox="1">
            <a:spLocks noGrp="1"/>
          </p:cNvSpPr>
          <p:nvPr>
            <p:ph type="title" idx="3" hasCustomPrompt="1"/>
          </p:nvPr>
        </p:nvSpPr>
        <p:spPr>
          <a:xfrm>
            <a:off x="3951598" y="1263000"/>
            <a:ext cx="994200" cy="593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200" i="1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75" name="Google Shape;275;p13"/>
          <p:cNvSpPr txBox="1">
            <a:spLocks noGrp="1"/>
          </p:cNvSpPr>
          <p:nvPr>
            <p:ph type="subTitle" idx="4"/>
          </p:nvPr>
        </p:nvSpPr>
        <p:spPr>
          <a:xfrm>
            <a:off x="3951598" y="2075027"/>
            <a:ext cx="2505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76" name="Google Shape;276;p13"/>
          <p:cNvSpPr txBox="1">
            <a:spLocks noGrp="1"/>
          </p:cNvSpPr>
          <p:nvPr>
            <p:ph type="title" idx="5" hasCustomPrompt="1"/>
          </p:nvPr>
        </p:nvSpPr>
        <p:spPr>
          <a:xfrm>
            <a:off x="720003" y="3032800"/>
            <a:ext cx="994200" cy="593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200" i="1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77" name="Google Shape;277;p13"/>
          <p:cNvSpPr txBox="1">
            <a:spLocks noGrp="1"/>
          </p:cNvSpPr>
          <p:nvPr>
            <p:ph type="subTitle" idx="6"/>
          </p:nvPr>
        </p:nvSpPr>
        <p:spPr>
          <a:xfrm>
            <a:off x="720003" y="3840626"/>
            <a:ext cx="2505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78" name="Google Shape;278;p13"/>
          <p:cNvSpPr txBox="1">
            <a:spLocks noGrp="1"/>
          </p:cNvSpPr>
          <p:nvPr>
            <p:ph type="title" idx="7" hasCustomPrompt="1"/>
          </p:nvPr>
        </p:nvSpPr>
        <p:spPr>
          <a:xfrm>
            <a:off x="3951598" y="3032800"/>
            <a:ext cx="994200" cy="593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200" i="1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79" name="Google Shape;279;p13"/>
          <p:cNvSpPr txBox="1">
            <a:spLocks noGrp="1"/>
          </p:cNvSpPr>
          <p:nvPr>
            <p:ph type="subTitle" idx="8"/>
          </p:nvPr>
        </p:nvSpPr>
        <p:spPr>
          <a:xfrm>
            <a:off x="3951598" y="3840626"/>
            <a:ext cx="2505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80" name="Google Shape;280;p13"/>
          <p:cNvSpPr txBox="1">
            <a:spLocks noGrp="1"/>
          </p:cNvSpPr>
          <p:nvPr>
            <p:ph type="subTitle" idx="9"/>
          </p:nvPr>
        </p:nvSpPr>
        <p:spPr>
          <a:xfrm>
            <a:off x="720003" y="1738337"/>
            <a:ext cx="2505000" cy="46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81" name="Google Shape;281;p13"/>
          <p:cNvSpPr txBox="1">
            <a:spLocks noGrp="1"/>
          </p:cNvSpPr>
          <p:nvPr>
            <p:ph type="subTitle" idx="13"/>
          </p:nvPr>
        </p:nvSpPr>
        <p:spPr>
          <a:xfrm>
            <a:off x="3951598" y="1738337"/>
            <a:ext cx="2505000" cy="46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82" name="Google Shape;282;p13"/>
          <p:cNvSpPr txBox="1">
            <a:spLocks noGrp="1"/>
          </p:cNvSpPr>
          <p:nvPr>
            <p:ph type="subTitle" idx="14"/>
          </p:nvPr>
        </p:nvSpPr>
        <p:spPr>
          <a:xfrm>
            <a:off x="720003" y="3503696"/>
            <a:ext cx="2505000" cy="46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83" name="Google Shape;283;p13"/>
          <p:cNvSpPr txBox="1">
            <a:spLocks noGrp="1"/>
          </p:cNvSpPr>
          <p:nvPr>
            <p:ph type="subTitle" idx="15"/>
          </p:nvPr>
        </p:nvSpPr>
        <p:spPr>
          <a:xfrm>
            <a:off x="3951598" y="3503696"/>
            <a:ext cx="2505000" cy="46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6" name="Google Shape;326;p17"/>
          <p:cNvGrpSpPr/>
          <p:nvPr/>
        </p:nvGrpSpPr>
        <p:grpSpPr>
          <a:xfrm>
            <a:off x="-95608" y="3695780"/>
            <a:ext cx="3967924" cy="1531928"/>
            <a:chOff x="-82675" y="3662775"/>
            <a:chExt cx="4038600" cy="1559215"/>
          </a:xfrm>
        </p:grpSpPr>
        <p:sp>
          <p:nvSpPr>
            <p:cNvPr id="327" name="Google Shape;327;p17"/>
            <p:cNvSpPr/>
            <p:nvPr/>
          </p:nvSpPr>
          <p:spPr>
            <a:xfrm>
              <a:off x="-49826" y="3775743"/>
              <a:ext cx="3945517" cy="1446246"/>
            </a:xfrm>
            <a:custGeom>
              <a:avLst/>
              <a:gdLst/>
              <a:ahLst/>
              <a:cxnLst/>
              <a:rect l="l" t="t" r="r" b="b"/>
              <a:pathLst>
                <a:path w="65581" h="24039" extrusionOk="0">
                  <a:moveTo>
                    <a:pt x="2133" y="1"/>
                  </a:moveTo>
                  <a:cubicBezTo>
                    <a:pt x="1345" y="1"/>
                    <a:pt x="555" y="316"/>
                    <a:pt x="1" y="876"/>
                  </a:cubicBezTo>
                  <a:lnTo>
                    <a:pt x="1" y="24039"/>
                  </a:lnTo>
                  <a:lnTo>
                    <a:pt x="65581" y="24039"/>
                  </a:lnTo>
                  <a:cubicBezTo>
                    <a:pt x="65101" y="23706"/>
                    <a:pt x="64517" y="23479"/>
                    <a:pt x="63964" y="23479"/>
                  </a:cubicBezTo>
                  <a:cubicBezTo>
                    <a:pt x="63910" y="23479"/>
                    <a:pt x="63857" y="23482"/>
                    <a:pt x="63804" y="23486"/>
                  </a:cubicBezTo>
                  <a:cubicBezTo>
                    <a:pt x="63745" y="22426"/>
                    <a:pt x="63067" y="21423"/>
                    <a:pt x="62099" y="20978"/>
                  </a:cubicBezTo>
                  <a:cubicBezTo>
                    <a:pt x="61684" y="20787"/>
                    <a:pt x="61193" y="20687"/>
                    <a:pt x="60702" y="20687"/>
                  </a:cubicBezTo>
                  <a:cubicBezTo>
                    <a:pt x="60053" y="20687"/>
                    <a:pt x="59403" y="20861"/>
                    <a:pt x="58924" y="21229"/>
                  </a:cubicBezTo>
                  <a:cubicBezTo>
                    <a:pt x="58203" y="20202"/>
                    <a:pt x="56992" y="19531"/>
                    <a:pt x="55732" y="19471"/>
                  </a:cubicBezTo>
                  <a:cubicBezTo>
                    <a:pt x="55650" y="19468"/>
                    <a:pt x="55569" y="19466"/>
                    <a:pt x="55487" y="19466"/>
                  </a:cubicBezTo>
                  <a:cubicBezTo>
                    <a:pt x="54317" y="19466"/>
                    <a:pt x="53171" y="19846"/>
                    <a:pt x="52408" y="20745"/>
                  </a:cubicBezTo>
                  <a:cubicBezTo>
                    <a:pt x="52096" y="19958"/>
                    <a:pt x="51602" y="19234"/>
                    <a:pt x="50911" y="18744"/>
                  </a:cubicBezTo>
                  <a:cubicBezTo>
                    <a:pt x="50400" y="18381"/>
                    <a:pt x="49772" y="18163"/>
                    <a:pt x="49146" y="18163"/>
                  </a:cubicBezTo>
                  <a:cubicBezTo>
                    <a:pt x="48979" y="18163"/>
                    <a:pt x="48812" y="18178"/>
                    <a:pt x="48647" y="18211"/>
                  </a:cubicBezTo>
                  <a:cubicBezTo>
                    <a:pt x="48535" y="17497"/>
                    <a:pt x="48242" y="16816"/>
                    <a:pt x="47758" y="16289"/>
                  </a:cubicBezTo>
                  <a:cubicBezTo>
                    <a:pt x="47230" y="15718"/>
                    <a:pt x="46387" y="15259"/>
                    <a:pt x="45600" y="15259"/>
                  </a:cubicBezTo>
                  <a:cubicBezTo>
                    <a:pt x="45544" y="15259"/>
                    <a:pt x="45488" y="15261"/>
                    <a:pt x="45432" y="15266"/>
                  </a:cubicBezTo>
                  <a:cubicBezTo>
                    <a:pt x="45376" y="14203"/>
                    <a:pt x="44698" y="13199"/>
                    <a:pt x="43731" y="12755"/>
                  </a:cubicBezTo>
                  <a:cubicBezTo>
                    <a:pt x="43314" y="12564"/>
                    <a:pt x="42823" y="12464"/>
                    <a:pt x="42332" y="12464"/>
                  </a:cubicBezTo>
                  <a:cubicBezTo>
                    <a:pt x="41684" y="12464"/>
                    <a:pt x="41035" y="12638"/>
                    <a:pt x="40555" y="13005"/>
                  </a:cubicBezTo>
                  <a:cubicBezTo>
                    <a:pt x="39834" y="11978"/>
                    <a:pt x="38620" y="11307"/>
                    <a:pt x="37363" y="11248"/>
                  </a:cubicBezTo>
                  <a:cubicBezTo>
                    <a:pt x="37281" y="11244"/>
                    <a:pt x="37200" y="11242"/>
                    <a:pt x="37118" y="11242"/>
                  </a:cubicBezTo>
                  <a:cubicBezTo>
                    <a:pt x="35945" y="11242"/>
                    <a:pt x="34799" y="11623"/>
                    <a:pt x="34040" y="12521"/>
                  </a:cubicBezTo>
                  <a:cubicBezTo>
                    <a:pt x="33727" y="11735"/>
                    <a:pt x="33233" y="11011"/>
                    <a:pt x="32542" y="10521"/>
                  </a:cubicBezTo>
                  <a:cubicBezTo>
                    <a:pt x="32026" y="10157"/>
                    <a:pt x="31398" y="9940"/>
                    <a:pt x="30771" y="9940"/>
                  </a:cubicBezTo>
                  <a:cubicBezTo>
                    <a:pt x="30559" y="9940"/>
                    <a:pt x="30347" y="9965"/>
                    <a:pt x="30140" y="10017"/>
                  </a:cubicBezTo>
                  <a:cubicBezTo>
                    <a:pt x="29568" y="10159"/>
                    <a:pt x="29051" y="10432"/>
                    <a:pt x="28577" y="10781"/>
                  </a:cubicBezTo>
                  <a:cubicBezTo>
                    <a:pt x="28156" y="9935"/>
                    <a:pt x="27313" y="9313"/>
                    <a:pt x="26379" y="9158"/>
                  </a:cubicBezTo>
                  <a:cubicBezTo>
                    <a:pt x="26229" y="9134"/>
                    <a:pt x="26077" y="9122"/>
                    <a:pt x="25925" y="9122"/>
                  </a:cubicBezTo>
                  <a:cubicBezTo>
                    <a:pt x="25570" y="9122"/>
                    <a:pt x="25216" y="9187"/>
                    <a:pt x="24882" y="9306"/>
                  </a:cubicBezTo>
                  <a:cubicBezTo>
                    <a:pt x="24799" y="8523"/>
                    <a:pt x="24500" y="7750"/>
                    <a:pt x="23967" y="7164"/>
                  </a:cubicBezTo>
                  <a:cubicBezTo>
                    <a:pt x="23437" y="6592"/>
                    <a:pt x="22591" y="6134"/>
                    <a:pt x="21802" y="6134"/>
                  </a:cubicBezTo>
                  <a:cubicBezTo>
                    <a:pt x="21748" y="6134"/>
                    <a:pt x="21694" y="6136"/>
                    <a:pt x="21640" y="6141"/>
                  </a:cubicBezTo>
                  <a:cubicBezTo>
                    <a:pt x="21584" y="5078"/>
                    <a:pt x="20906" y="4074"/>
                    <a:pt x="19939" y="3630"/>
                  </a:cubicBezTo>
                  <a:cubicBezTo>
                    <a:pt x="19523" y="3439"/>
                    <a:pt x="19033" y="3339"/>
                    <a:pt x="18542" y="3339"/>
                  </a:cubicBezTo>
                  <a:cubicBezTo>
                    <a:pt x="17893" y="3339"/>
                    <a:pt x="17243" y="3514"/>
                    <a:pt x="16763" y="3883"/>
                  </a:cubicBezTo>
                  <a:cubicBezTo>
                    <a:pt x="16043" y="2853"/>
                    <a:pt x="14829" y="2182"/>
                    <a:pt x="13572" y="2126"/>
                  </a:cubicBezTo>
                  <a:cubicBezTo>
                    <a:pt x="13486" y="2122"/>
                    <a:pt x="13400" y="2120"/>
                    <a:pt x="13315" y="2120"/>
                  </a:cubicBezTo>
                  <a:cubicBezTo>
                    <a:pt x="12143" y="2120"/>
                    <a:pt x="11006" y="2504"/>
                    <a:pt x="10248" y="3396"/>
                  </a:cubicBezTo>
                  <a:cubicBezTo>
                    <a:pt x="9935" y="2610"/>
                    <a:pt x="9442" y="1886"/>
                    <a:pt x="8751" y="1399"/>
                  </a:cubicBezTo>
                  <a:cubicBezTo>
                    <a:pt x="8233" y="1034"/>
                    <a:pt x="7603" y="815"/>
                    <a:pt x="6976" y="815"/>
                  </a:cubicBezTo>
                  <a:cubicBezTo>
                    <a:pt x="6765" y="815"/>
                    <a:pt x="6554" y="840"/>
                    <a:pt x="6348" y="892"/>
                  </a:cubicBezTo>
                  <a:cubicBezTo>
                    <a:pt x="5776" y="1037"/>
                    <a:pt x="5259" y="1307"/>
                    <a:pt x="4785" y="1656"/>
                  </a:cubicBezTo>
                  <a:cubicBezTo>
                    <a:pt x="4364" y="810"/>
                    <a:pt x="3522" y="188"/>
                    <a:pt x="2587" y="37"/>
                  </a:cubicBezTo>
                  <a:cubicBezTo>
                    <a:pt x="2437" y="13"/>
                    <a:pt x="2285" y="1"/>
                    <a:pt x="21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28" name="Google Shape;328;p17"/>
            <p:cNvGrpSpPr/>
            <p:nvPr/>
          </p:nvGrpSpPr>
          <p:grpSpPr>
            <a:xfrm>
              <a:off x="-82675" y="3662775"/>
              <a:ext cx="4038600" cy="1480725"/>
              <a:chOff x="-82675" y="3285875"/>
              <a:chExt cx="4038600" cy="1480725"/>
            </a:xfrm>
          </p:grpSpPr>
          <p:sp>
            <p:nvSpPr>
              <p:cNvPr id="329" name="Google Shape;329;p17"/>
              <p:cNvSpPr/>
              <p:nvPr/>
            </p:nvSpPr>
            <p:spPr>
              <a:xfrm>
                <a:off x="3854310" y="4707520"/>
                <a:ext cx="101614" cy="59080"/>
              </a:xfrm>
              <a:custGeom>
                <a:avLst/>
                <a:gdLst/>
                <a:ahLst/>
                <a:cxnLst/>
                <a:rect l="l" t="t" r="r" b="b"/>
                <a:pathLst>
                  <a:path w="1689" h="982" fill="none" extrusionOk="0">
                    <a:moveTo>
                      <a:pt x="1688" y="981"/>
                    </a:moveTo>
                    <a:lnTo>
                      <a:pt x="1000" y="504"/>
                    </a:lnTo>
                    <a:cubicBezTo>
                      <a:pt x="685" y="280"/>
                      <a:pt x="342" y="113"/>
                      <a:pt x="0" y="1"/>
                    </a:cubicBezTo>
                  </a:path>
                </a:pathLst>
              </a:custGeom>
              <a:noFill/>
              <a:ln w="9525" cap="flat" cmpd="sng">
                <a:solidFill>
                  <a:schemeClr val="accent3"/>
                </a:solidFill>
                <a:prstDash val="dash"/>
                <a:miter lim="329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330;p17"/>
              <p:cNvSpPr/>
              <p:nvPr/>
            </p:nvSpPr>
            <p:spPr>
              <a:xfrm>
                <a:off x="3811896" y="4679003"/>
                <a:ext cx="26411" cy="24245"/>
              </a:xfrm>
              <a:custGeom>
                <a:avLst/>
                <a:gdLst/>
                <a:ahLst/>
                <a:cxnLst/>
                <a:rect l="l" t="t" r="r" b="b"/>
                <a:pathLst>
                  <a:path w="439" h="403" fill="none" extrusionOk="0">
                    <a:moveTo>
                      <a:pt x="438" y="402"/>
                    </a:moveTo>
                    <a:cubicBezTo>
                      <a:pt x="323" y="373"/>
                      <a:pt x="208" y="353"/>
                      <a:pt x="93" y="340"/>
                    </a:cubicBezTo>
                    <a:cubicBezTo>
                      <a:pt x="67" y="225"/>
                      <a:pt x="40" y="113"/>
                      <a:pt x="1" y="1"/>
                    </a:cubicBezTo>
                  </a:path>
                </a:pathLst>
              </a:custGeom>
              <a:noFill/>
              <a:ln w="9525" cap="flat" cmpd="sng">
                <a:solidFill>
                  <a:schemeClr val="accent3"/>
                </a:solidFill>
                <a:prstDash val="dash"/>
                <a:miter lim="329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Google Shape;331;p17"/>
              <p:cNvSpPr/>
              <p:nvPr/>
            </p:nvSpPr>
            <p:spPr>
              <a:xfrm>
                <a:off x="3541284" y="4530160"/>
                <a:ext cx="255450" cy="112323"/>
              </a:xfrm>
              <a:custGeom>
                <a:avLst/>
                <a:gdLst/>
                <a:ahLst/>
                <a:cxnLst/>
                <a:rect l="l" t="t" r="r" b="b"/>
                <a:pathLst>
                  <a:path w="4246" h="1867" fill="none" extrusionOk="0">
                    <a:moveTo>
                      <a:pt x="4245" y="1866"/>
                    </a:moveTo>
                    <a:cubicBezTo>
                      <a:pt x="4186" y="1761"/>
                      <a:pt x="4127" y="1659"/>
                      <a:pt x="4055" y="1554"/>
                    </a:cubicBezTo>
                    <a:cubicBezTo>
                      <a:pt x="3693" y="1020"/>
                      <a:pt x="3206" y="599"/>
                      <a:pt x="2640" y="343"/>
                    </a:cubicBezTo>
                    <a:cubicBezTo>
                      <a:pt x="2156" y="119"/>
                      <a:pt x="1596" y="0"/>
                      <a:pt x="1017" y="0"/>
                    </a:cubicBezTo>
                    <a:cubicBezTo>
                      <a:pt x="662" y="0"/>
                      <a:pt x="316" y="46"/>
                      <a:pt x="0" y="132"/>
                    </a:cubicBezTo>
                  </a:path>
                </a:pathLst>
              </a:custGeom>
              <a:noFill/>
              <a:ln w="9525" cap="flat" cmpd="sng">
                <a:solidFill>
                  <a:schemeClr val="accent3"/>
                </a:solidFill>
                <a:prstDash val="dash"/>
                <a:miter lim="329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Google Shape;332;p17"/>
              <p:cNvSpPr/>
              <p:nvPr/>
            </p:nvSpPr>
            <p:spPr>
              <a:xfrm>
                <a:off x="3488040" y="4537260"/>
                <a:ext cx="33871" cy="15101"/>
              </a:xfrm>
              <a:custGeom>
                <a:avLst/>
                <a:gdLst/>
                <a:ahLst/>
                <a:cxnLst/>
                <a:rect l="l" t="t" r="r" b="b"/>
                <a:pathLst>
                  <a:path w="563" h="251" fill="none" extrusionOk="0">
                    <a:moveTo>
                      <a:pt x="563" y="113"/>
                    </a:moveTo>
                    <a:cubicBezTo>
                      <a:pt x="454" y="152"/>
                      <a:pt x="346" y="198"/>
                      <a:pt x="244" y="251"/>
                    </a:cubicBezTo>
                    <a:cubicBezTo>
                      <a:pt x="165" y="165"/>
                      <a:pt x="86" y="80"/>
                      <a:pt x="0" y="1"/>
                    </a:cubicBezTo>
                  </a:path>
                </a:pathLst>
              </a:custGeom>
              <a:noFill/>
              <a:ln w="9525" cap="flat" cmpd="sng">
                <a:solidFill>
                  <a:schemeClr val="accent3"/>
                </a:solidFill>
                <a:prstDash val="dash"/>
                <a:miter lim="329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Google Shape;333;p17"/>
              <p:cNvSpPr/>
              <p:nvPr/>
            </p:nvSpPr>
            <p:spPr>
              <a:xfrm>
                <a:off x="3149264" y="4456882"/>
                <a:ext cx="305986" cy="52943"/>
              </a:xfrm>
              <a:custGeom>
                <a:avLst/>
                <a:gdLst/>
                <a:ahLst/>
                <a:cxnLst/>
                <a:rect l="l" t="t" r="r" b="b"/>
                <a:pathLst>
                  <a:path w="5086" h="880" fill="none" extrusionOk="0">
                    <a:moveTo>
                      <a:pt x="5085" y="879"/>
                    </a:moveTo>
                    <a:cubicBezTo>
                      <a:pt x="4937" y="774"/>
                      <a:pt x="4779" y="675"/>
                      <a:pt x="4614" y="590"/>
                    </a:cubicBezTo>
                    <a:cubicBezTo>
                      <a:pt x="3986" y="244"/>
                      <a:pt x="3282" y="40"/>
                      <a:pt x="2584" y="7"/>
                    </a:cubicBezTo>
                    <a:cubicBezTo>
                      <a:pt x="2489" y="4"/>
                      <a:pt x="2393" y="1"/>
                      <a:pt x="2304" y="1"/>
                    </a:cubicBezTo>
                    <a:cubicBezTo>
                      <a:pt x="1449" y="1"/>
                      <a:pt x="666" y="185"/>
                      <a:pt x="1" y="531"/>
                    </a:cubicBezTo>
                  </a:path>
                </a:pathLst>
              </a:custGeom>
              <a:noFill/>
              <a:ln w="9525" cap="flat" cmpd="sng">
                <a:solidFill>
                  <a:schemeClr val="accent3"/>
                </a:solidFill>
                <a:prstDash val="dash"/>
                <a:miter lim="329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Google Shape;334;p17"/>
              <p:cNvSpPr/>
              <p:nvPr/>
            </p:nvSpPr>
            <p:spPr>
              <a:xfrm>
                <a:off x="3102578" y="4493521"/>
                <a:ext cx="28156" cy="18109"/>
              </a:xfrm>
              <a:custGeom>
                <a:avLst/>
                <a:gdLst/>
                <a:ahLst/>
                <a:cxnLst/>
                <a:rect l="l" t="t" r="r" b="b"/>
                <a:pathLst>
                  <a:path w="468" h="301" fill="none" extrusionOk="0">
                    <a:moveTo>
                      <a:pt x="468" y="99"/>
                    </a:moveTo>
                    <a:cubicBezTo>
                      <a:pt x="369" y="162"/>
                      <a:pt x="273" y="231"/>
                      <a:pt x="181" y="300"/>
                    </a:cubicBezTo>
                    <a:cubicBezTo>
                      <a:pt x="122" y="198"/>
                      <a:pt x="60" y="99"/>
                      <a:pt x="0" y="1"/>
                    </a:cubicBezTo>
                  </a:path>
                </a:pathLst>
              </a:custGeom>
              <a:noFill/>
              <a:ln w="9525" cap="flat" cmpd="sng">
                <a:solidFill>
                  <a:schemeClr val="accent3"/>
                </a:solidFill>
                <a:prstDash val="dash"/>
                <a:miter lim="329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Google Shape;335;p17"/>
              <p:cNvSpPr/>
              <p:nvPr/>
            </p:nvSpPr>
            <p:spPr>
              <a:xfrm>
                <a:off x="2945553" y="4382040"/>
                <a:ext cx="130553" cy="76707"/>
              </a:xfrm>
              <a:custGeom>
                <a:avLst/>
                <a:gdLst/>
                <a:ahLst/>
                <a:cxnLst/>
                <a:rect l="l" t="t" r="r" b="b"/>
                <a:pathLst>
                  <a:path w="2170" h="1275" fill="none" extrusionOk="0">
                    <a:moveTo>
                      <a:pt x="2169" y="1274"/>
                    </a:moveTo>
                    <a:cubicBezTo>
                      <a:pt x="1946" y="1021"/>
                      <a:pt x="1705" y="804"/>
                      <a:pt x="1442" y="620"/>
                    </a:cubicBezTo>
                    <a:cubicBezTo>
                      <a:pt x="1004" y="310"/>
                      <a:pt x="508" y="100"/>
                      <a:pt x="1" y="1"/>
                    </a:cubicBezTo>
                  </a:path>
                </a:pathLst>
              </a:custGeom>
              <a:noFill/>
              <a:ln w="9525" cap="flat" cmpd="sng">
                <a:solidFill>
                  <a:schemeClr val="accent3"/>
                </a:solidFill>
                <a:prstDash val="dash"/>
                <a:miter lim="329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336;p17"/>
              <p:cNvSpPr/>
              <p:nvPr/>
            </p:nvSpPr>
            <p:spPr>
              <a:xfrm>
                <a:off x="2896881" y="4358095"/>
                <a:ext cx="26953" cy="20876"/>
              </a:xfrm>
              <a:custGeom>
                <a:avLst/>
                <a:gdLst/>
                <a:ahLst/>
                <a:cxnLst/>
                <a:rect l="l" t="t" r="r" b="b"/>
                <a:pathLst>
                  <a:path w="448" h="347" fill="none" extrusionOk="0">
                    <a:moveTo>
                      <a:pt x="448" y="346"/>
                    </a:moveTo>
                    <a:cubicBezTo>
                      <a:pt x="352" y="340"/>
                      <a:pt x="254" y="333"/>
                      <a:pt x="162" y="333"/>
                    </a:cubicBezTo>
                    <a:lnTo>
                      <a:pt x="102" y="333"/>
                    </a:lnTo>
                    <a:cubicBezTo>
                      <a:pt x="73" y="218"/>
                      <a:pt x="36" y="109"/>
                      <a:pt x="0" y="1"/>
                    </a:cubicBezTo>
                  </a:path>
                </a:pathLst>
              </a:custGeom>
              <a:noFill/>
              <a:ln w="9525" cap="flat" cmpd="sng">
                <a:solidFill>
                  <a:schemeClr val="accent3"/>
                </a:solidFill>
                <a:prstDash val="dash"/>
                <a:miter lim="329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Google Shape;337;p17"/>
              <p:cNvSpPr/>
              <p:nvPr/>
            </p:nvSpPr>
            <p:spPr>
              <a:xfrm>
                <a:off x="2755499" y="4214607"/>
                <a:ext cx="121829" cy="101614"/>
              </a:xfrm>
              <a:custGeom>
                <a:avLst/>
                <a:gdLst/>
                <a:ahLst/>
                <a:cxnLst/>
                <a:rect l="l" t="t" r="r" b="b"/>
                <a:pathLst>
                  <a:path w="2025" h="1689" fill="none" extrusionOk="0">
                    <a:moveTo>
                      <a:pt x="2025" y="1688"/>
                    </a:moveTo>
                    <a:cubicBezTo>
                      <a:pt x="1883" y="1445"/>
                      <a:pt x="1718" y="1221"/>
                      <a:pt x="1534" y="1017"/>
                    </a:cubicBezTo>
                    <a:cubicBezTo>
                      <a:pt x="1222" y="675"/>
                      <a:pt x="823" y="378"/>
                      <a:pt x="392" y="165"/>
                    </a:cubicBezTo>
                    <a:cubicBezTo>
                      <a:pt x="264" y="99"/>
                      <a:pt x="132" y="46"/>
                      <a:pt x="1" y="0"/>
                    </a:cubicBezTo>
                  </a:path>
                </a:pathLst>
              </a:custGeom>
              <a:noFill/>
              <a:ln w="9525" cap="flat" cmpd="sng">
                <a:solidFill>
                  <a:schemeClr val="accent3"/>
                </a:solidFill>
                <a:prstDash val="dash"/>
                <a:miter lim="329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Google Shape;338;p17"/>
              <p:cNvSpPr/>
              <p:nvPr/>
            </p:nvSpPr>
            <p:spPr>
              <a:xfrm>
                <a:off x="2707008" y="4184104"/>
                <a:ext cx="26411" cy="24185"/>
              </a:xfrm>
              <a:custGeom>
                <a:avLst/>
                <a:gdLst/>
                <a:ahLst/>
                <a:cxnLst/>
                <a:rect l="l" t="t" r="r" b="b"/>
                <a:pathLst>
                  <a:path w="439" h="402" fill="none" extrusionOk="0">
                    <a:moveTo>
                      <a:pt x="438" y="402"/>
                    </a:moveTo>
                    <a:cubicBezTo>
                      <a:pt x="323" y="372"/>
                      <a:pt x="208" y="352"/>
                      <a:pt x="89" y="339"/>
                    </a:cubicBezTo>
                    <a:cubicBezTo>
                      <a:pt x="66" y="224"/>
                      <a:pt x="37" y="112"/>
                      <a:pt x="1" y="0"/>
                    </a:cubicBezTo>
                  </a:path>
                </a:pathLst>
              </a:custGeom>
              <a:noFill/>
              <a:ln w="9525" cap="flat" cmpd="sng">
                <a:solidFill>
                  <a:schemeClr val="accent3"/>
                </a:solidFill>
                <a:prstDash val="dash"/>
                <a:miter lim="329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Google Shape;339;p17"/>
              <p:cNvSpPr/>
              <p:nvPr/>
            </p:nvSpPr>
            <p:spPr>
              <a:xfrm>
                <a:off x="2436396" y="4035202"/>
                <a:ext cx="255450" cy="112323"/>
              </a:xfrm>
              <a:custGeom>
                <a:avLst/>
                <a:gdLst/>
                <a:ahLst/>
                <a:cxnLst/>
                <a:rect l="l" t="t" r="r" b="b"/>
                <a:pathLst>
                  <a:path w="4246" h="1867" fill="none" extrusionOk="0">
                    <a:moveTo>
                      <a:pt x="4245" y="1866"/>
                    </a:moveTo>
                    <a:cubicBezTo>
                      <a:pt x="4186" y="1761"/>
                      <a:pt x="4123" y="1659"/>
                      <a:pt x="4054" y="1554"/>
                    </a:cubicBezTo>
                    <a:cubicBezTo>
                      <a:pt x="3692" y="1021"/>
                      <a:pt x="3202" y="600"/>
                      <a:pt x="2639" y="343"/>
                    </a:cubicBezTo>
                    <a:cubicBezTo>
                      <a:pt x="2156" y="119"/>
                      <a:pt x="1593" y="1"/>
                      <a:pt x="1014" y="1"/>
                    </a:cubicBezTo>
                    <a:cubicBezTo>
                      <a:pt x="662" y="1"/>
                      <a:pt x="316" y="47"/>
                      <a:pt x="0" y="132"/>
                    </a:cubicBezTo>
                  </a:path>
                </a:pathLst>
              </a:custGeom>
              <a:noFill/>
              <a:ln w="9525" cap="flat" cmpd="sng">
                <a:solidFill>
                  <a:schemeClr val="accent3"/>
                </a:solidFill>
                <a:prstDash val="dash"/>
                <a:miter lim="329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Google Shape;340;p17"/>
              <p:cNvSpPr/>
              <p:nvPr/>
            </p:nvSpPr>
            <p:spPr>
              <a:xfrm>
                <a:off x="2383092" y="4042361"/>
                <a:ext cx="33932" cy="15101"/>
              </a:xfrm>
              <a:custGeom>
                <a:avLst/>
                <a:gdLst/>
                <a:ahLst/>
                <a:cxnLst/>
                <a:rect l="l" t="t" r="r" b="b"/>
                <a:pathLst>
                  <a:path w="564" h="251" fill="none" extrusionOk="0">
                    <a:moveTo>
                      <a:pt x="564" y="112"/>
                    </a:moveTo>
                    <a:cubicBezTo>
                      <a:pt x="452" y="151"/>
                      <a:pt x="346" y="198"/>
                      <a:pt x="244" y="250"/>
                    </a:cubicBezTo>
                    <a:cubicBezTo>
                      <a:pt x="165" y="165"/>
                      <a:pt x="87" y="79"/>
                      <a:pt x="1" y="0"/>
                    </a:cubicBezTo>
                  </a:path>
                </a:pathLst>
              </a:custGeom>
              <a:noFill/>
              <a:ln w="9525" cap="flat" cmpd="sng">
                <a:solidFill>
                  <a:schemeClr val="accent3"/>
                </a:solidFill>
                <a:prstDash val="dash"/>
                <a:miter lim="329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Google Shape;341;p17"/>
              <p:cNvSpPr/>
              <p:nvPr/>
            </p:nvSpPr>
            <p:spPr>
              <a:xfrm>
                <a:off x="2044376" y="3961743"/>
                <a:ext cx="305926" cy="52943"/>
              </a:xfrm>
              <a:custGeom>
                <a:avLst/>
                <a:gdLst/>
                <a:ahLst/>
                <a:cxnLst/>
                <a:rect l="l" t="t" r="r" b="b"/>
                <a:pathLst>
                  <a:path w="5085" h="880" fill="none" extrusionOk="0">
                    <a:moveTo>
                      <a:pt x="5085" y="879"/>
                    </a:moveTo>
                    <a:cubicBezTo>
                      <a:pt x="4937" y="774"/>
                      <a:pt x="4779" y="675"/>
                      <a:pt x="4614" y="587"/>
                    </a:cubicBezTo>
                    <a:cubicBezTo>
                      <a:pt x="3986" y="241"/>
                      <a:pt x="3281" y="40"/>
                      <a:pt x="2584" y="7"/>
                    </a:cubicBezTo>
                    <a:cubicBezTo>
                      <a:pt x="2488" y="4"/>
                      <a:pt x="2393" y="1"/>
                      <a:pt x="2304" y="1"/>
                    </a:cubicBezTo>
                    <a:cubicBezTo>
                      <a:pt x="1448" y="1"/>
                      <a:pt x="665" y="185"/>
                      <a:pt x="1" y="531"/>
                    </a:cubicBezTo>
                  </a:path>
                </a:pathLst>
              </a:custGeom>
              <a:noFill/>
              <a:ln w="9525" cap="flat" cmpd="sng">
                <a:solidFill>
                  <a:schemeClr val="accent3"/>
                </a:solidFill>
                <a:prstDash val="dash"/>
                <a:miter lim="329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42;p17"/>
              <p:cNvSpPr/>
              <p:nvPr/>
            </p:nvSpPr>
            <p:spPr>
              <a:xfrm>
                <a:off x="1997449" y="3998382"/>
                <a:ext cx="28397" cy="18109"/>
              </a:xfrm>
              <a:custGeom>
                <a:avLst/>
                <a:gdLst/>
                <a:ahLst/>
                <a:cxnLst/>
                <a:rect l="l" t="t" r="r" b="b"/>
                <a:pathLst>
                  <a:path w="472" h="301" fill="none" extrusionOk="0">
                    <a:moveTo>
                      <a:pt x="471" y="99"/>
                    </a:moveTo>
                    <a:cubicBezTo>
                      <a:pt x="373" y="159"/>
                      <a:pt x="277" y="231"/>
                      <a:pt x="182" y="300"/>
                    </a:cubicBezTo>
                    <a:cubicBezTo>
                      <a:pt x="126" y="198"/>
                      <a:pt x="63" y="99"/>
                      <a:pt x="1" y="1"/>
                    </a:cubicBezTo>
                  </a:path>
                </a:pathLst>
              </a:custGeom>
              <a:noFill/>
              <a:ln w="9525" cap="flat" cmpd="sng">
                <a:solidFill>
                  <a:schemeClr val="accent3"/>
                </a:solidFill>
                <a:prstDash val="dash"/>
                <a:miter lim="329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Google Shape;343;p17"/>
              <p:cNvSpPr/>
              <p:nvPr/>
            </p:nvSpPr>
            <p:spPr>
              <a:xfrm>
                <a:off x="1715347" y="3882990"/>
                <a:ext cx="259180" cy="84769"/>
              </a:xfrm>
              <a:custGeom>
                <a:avLst/>
                <a:gdLst/>
                <a:ahLst/>
                <a:cxnLst/>
                <a:rect l="l" t="t" r="r" b="b"/>
                <a:pathLst>
                  <a:path w="4308" h="1409" fill="none" extrusionOk="0">
                    <a:moveTo>
                      <a:pt x="4308" y="1409"/>
                    </a:moveTo>
                    <a:cubicBezTo>
                      <a:pt x="4071" y="1129"/>
                      <a:pt x="3808" y="885"/>
                      <a:pt x="3518" y="685"/>
                    </a:cubicBezTo>
                    <a:cubicBezTo>
                      <a:pt x="2893" y="244"/>
                      <a:pt x="2153" y="0"/>
                      <a:pt x="1429" y="0"/>
                    </a:cubicBezTo>
                    <a:cubicBezTo>
                      <a:pt x="1169" y="0"/>
                      <a:pt x="912" y="33"/>
                      <a:pt x="668" y="96"/>
                    </a:cubicBezTo>
                    <a:cubicBezTo>
                      <a:pt x="441" y="152"/>
                      <a:pt x="221" y="227"/>
                      <a:pt x="0" y="323"/>
                    </a:cubicBezTo>
                  </a:path>
                </a:pathLst>
              </a:custGeom>
              <a:noFill/>
              <a:ln w="9525" cap="flat" cmpd="sng">
                <a:solidFill>
                  <a:schemeClr val="accent3"/>
                </a:solidFill>
                <a:prstDash val="dash"/>
                <a:miter lim="329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Google Shape;344;p17"/>
              <p:cNvSpPr/>
              <p:nvPr/>
            </p:nvSpPr>
            <p:spPr>
              <a:xfrm>
                <a:off x="1666254" y="3904348"/>
                <a:ext cx="31946" cy="16304"/>
              </a:xfrm>
              <a:custGeom>
                <a:avLst/>
                <a:gdLst/>
                <a:ahLst/>
                <a:cxnLst/>
                <a:rect l="l" t="t" r="r" b="b"/>
                <a:pathLst>
                  <a:path w="531" h="271" fill="none" extrusionOk="0">
                    <a:moveTo>
                      <a:pt x="530" y="103"/>
                    </a:moveTo>
                    <a:cubicBezTo>
                      <a:pt x="428" y="155"/>
                      <a:pt x="323" y="208"/>
                      <a:pt x="221" y="270"/>
                    </a:cubicBezTo>
                    <a:cubicBezTo>
                      <a:pt x="152" y="175"/>
                      <a:pt x="76" y="86"/>
                      <a:pt x="0" y="1"/>
                    </a:cubicBezTo>
                  </a:path>
                </a:pathLst>
              </a:custGeom>
              <a:noFill/>
              <a:ln w="9525" cap="flat" cmpd="sng">
                <a:solidFill>
                  <a:schemeClr val="accent3"/>
                </a:solidFill>
                <a:prstDash val="dash"/>
                <a:miter lim="329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Google Shape;345;p17"/>
              <p:cNvSpPr/>
              <p:nvPr/>
            </p:nvSpPr>
            <p:spPr>
              <a:xfrm>
                <a:off x="1513802" y="3834439"/>
                <a:ext cx="124175" cy="44219"/>
              </a:xfrm>
              <a:custGeom>
                <a:avLst/>
                <a:gdLst/>
                <a:ahLst/>
                <a:cxnLst/>
                <a:rect l="l" t="t" r="r" b="b"/>
                <a:pathLst>
                  <a:path w="2064" h="735" fill="none" extrusionOk="0">
                    <a:moveTo>
                      <a:pt x="2064" y="735"/>
                    </a:moveTo>
                    <a:cubicBezTo>
                      <a:pt x="1603" y="379"/>
                      <a:pt x="1057" y="133"/>
                      <a:pt x="481" y="44"/>
                    </a:cubicBezTo>
                    <a:cubicBezTo>
                      <a:pt x="323" y="17"/>
                      <a:pt x="159" y="1"/>
                      <a:pt x="1" y="1"/>
                    </a:cubicBezTo>
                  </a:path>
                </a:pathLst>
              </a:custGeom>
              <a:noFill/>
              <a:ln w="9525" cap="flat" cmpd="sng">
                <a:solidFill>
                  <a:schemeClr val="accent3"/>
                </a:solidFill>
                <a:prstDash val="dash"/>
                <a:miter lim="329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17"/>
              <p:cNvSpPr/>
              <p:nvPr/>
            </p:nvSpPr>
            <p:spPr>
              <a:xfrm>
                <a:off x="1467898" y="3816871"/>
                <a:ext cx="26592" cy="20395"/>
              </a:xfrm>
              <a:custGeom>
                <a:avLst/>
                <a:gdLst/>
                <a:ahLst/>
                <a:cxnLst/>
                <a:rect l="l" t="t" r="r" b="b"/>
                <a:pathLst>
                  <a:path w="442" h="339" fill="none" extrusionOk="0">
                    <a:moveTo>
                      <a:pt x="441" y="296"/>
                    </a:moveTo>
                    <a:cubicBezTo>
                      <a:pt x="326" y="306"/>
                      <a:pt x="211" y="323"/>
                      <a:pt x="96" y="339"/>
                    </a:cubicBezTo>
                    <a:cubicBezTo>
                      <a:pt x="66" y="224"/>
                      <a:pt x="40" y="112"/>
                      <a:pt x="0" y="0"/>
                    </a:cubicBezTo>
                  </a:path>
                </a:pathLst>
              </a:custGeom>
              <a:noFill/>
              <a:ln w="9525" cap="flat" cmpd="sng">
                <a:solidFill>
                  <a:schemeClr val="accent3"/>
                </a:solidFill>
                <a:prstDash val="dash"/>
                <a:miter lim="329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Google Shape;347;p17"/>
              <p:cNvSpPr/>
              <p:nvPr/>
            </p:nvSpPr>
            <p:spPr>
              <a:xfrm>
                <a:off x="1324951" y="3666164"/>
                <a:ext cx="124175" cy="106969"/>
              </a:xfrm>
              <a:custGeom>
                <a:avLst/>
                <a:gdLst/>
                <a:ahLst/>
                <a:cxnLst/>
                <a:rect l="l" t="t" r="r" b="b"/>
                <a:pathLst>
                  <a:path w="2064" h="1778" fill="none" extrusionOk="0">
                    <a:moveTo>
                      <a:pt x="2063" y="1778"/>
                    </a:moveTo>
                    <a:cubicBezTo>
                      <a:pt x="1912" y="1498"/>
                      <a:pt x="1731" y="1245"/>
                      <a:pt x="1521" y="1014"/>
                    </a:cubicBezTo>
                    <a:cubicBezTo>
                      <a:pt x="1208" y="672"/>
                      <a:pt x="810" y="376"/>
                      <a:pt x="379" y="162"/>
                    </a:cubicBezTo>
                    <a:cubicBezTo>
                      <a:pt x="254" y="100"/>
                      <a:pt x="125" y="47"/>
                      <a:pt x="0" y="1"/>
                    </a:cubicBezTo>
                  </a:path>
                </a:pathLst>
              </a:custGeom>
              <a:noFill/>
              <a:ln w="9525" cap="flat" cmpd="sng">
                <a:solidFill>
                  <a:schemeClr val="accent3"/>
                </a:solidFill>
                <a:prstDash val="dash"/>
                <a:miter lim="329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Google Shape;348;p17"/>
              <p:cNvSpPr/>
              <p:nvPr/>
            </p:nvSpPr>
            <p:spPr>
              <a:xfrm>
                <a:off x="1275618" y="3635481"/>
                <a:ext cx="26411" cy="24005"/>
              </a:xfrm>
              <a:custGeom>
                <a:avLst/>
                <a:gdLst/>
                <a:ahLst/>
                <a:cxnLst/>
                <a:rect l="l" t="t" r="r" b="b"/>
                <a:pathLst>
                  <a:path w="439" h="399" fill="none" extrusionOk="0">
                    <a:moveTo>
                      <a:pt x="439" y="399"/>
                    </a:moveTo>
                    <a:cubicBezTo>
                      <a:pt x="323" y="373"/>
                      <a:pt x="205" y="350"/>
                      <a:pt x="93" y="340"/>
                    </a:cubicBezTo>
                    <a:cubicBezTo>
                      <a:pt x="67" y="225"/>
                      <a:pt x="37" y="113"/>
                      <a:pt x="1" y="1"/>
                    </a:cubicBezTo>
                  </a:path>
                </a:pathLst>
              </a:custGeom>
              <a:noFill/>
              <a:ln w="9525" cap="flat" cmpd="sng">
                <a:solidFill>
                  <a:schemeClr val="accent3"/>
                </a:solidFill>
                <a:prstDash val="dash"/>
                <a:miter lim="329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Google Shape;349;p17"/>
              <p:cNvSpPr/>
              <p:nvPr/>
            </p:nvSpPr>
            <p:spPr>
              <a:xfrm>
                <a:off x="1005006" y="3486638"/>
                <a:ext cx="255450" cy="112323"/>
              </a:xfrm>
              <a:custGeom>
                <a:avLst/>
                <a:gdLst/>
                <a:ahLst/>
                <a:cxnLst/>
                <a:rect l="l" t="t" r="r" b="b"/>
                <a:pathLst>
                  <a:path w="4246" h="1867" fill="none" extrusionOk="0">
                    <a:moveTo>
                      <a:pt x="4245" y="1866"/>
                    </a:moveTo>
                    <a:cubicBezTo>
                      <a:pt x="4186" y="1761"/>
                      <a:pt x="4124" y="1655"/>
                      <a:pt x="4055" y="1553"/>
                    </a:cubicBezTo>
                    <a:cubicBezTo>
                      <a:pt x="3693" y="1020"/>
                      <a:pt x="3202" y="599"/>
                      <a:pt x="2640" y="339"/>
                    </a:cubicBezTo>
                    <a:cubicBezTo>
                      <a:pt x="2156" y="119"/>
                      <a:pt x="1596" y="0"/>
                      <a:pt x="1014" y="0"/>
                    </a:cubicBezTo>
                    <a:cubicBezTo>
                      <a:pt x="662" y="0"/>
                      <a:pt x="316" y="43"/>
                      <a:pt x="0" y="132"/>
                    </a:cubicBezTo>
                  </a:path>
                </a:pathLst>
              </a:custGeom>
              <a:noFill/>
              <a:ln w="9525" cap="flat" cmpd="sng">
                <a:solidFill>
                  <a:schemeClr val="accent3"/>
                </a:solidFill>
                <a:prstDash val="dash"/>
                <a:miter lim="329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Google Shape;350;p17"/>
              <p:cNvSpPr/>
              <p:nvPr/>
            </p:nvSpPr>
            <p:spPr>
              <a:xfrm>
                <a:off x="951762" y="3493737"/>
                <a:ext cx="33871" cy="15101"/>
              </a:xfrm>
              <a:custGeom>
                <a:avLst/>
                <a:gdLst/>
                <a:ahLst/>
                <a:cxnLst/>
                <a:rect l="l" t="t" r="r" b="b"/>
                <a:pathLst>
                  <a:path w="563" h="251" fill="none" extrusionOk="0">
                    <a:moveTo>
                      <a:pt x="563" y="113"/>
                    </a:moveTo>
                    <a:cubicBezTo>
                      <a:pt x="451" y="152"/>
                      <a:pt x="346" y="198"/>
                      <a:pt x="244" y="251"/>
                    </a:cubicBezTo>
                    <a:cubicBezTo>
                      <a:pt x="165" y="165"/>
                      <a:pt x="86" y="80"/>
                      <a:pt x="0" y="1"/>
                    </a:cubicBezTo>
                  </a:path>
                </a:pathLst>
              </a:custGeom>
              <a:noFill/>
              <a:ln w="9525" cap="flat" cmpd="sng">
                <a:solidFill>
                  <a:schemeClr val="accent3"/>
                </a:solidFill>
                <a:prstDash val="dash"/>
                <a:miter lim="329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Google Shape;351;p17"/>
              <p:cNvSpPr/>
              <p:nvPr/>
            </p:nvSpPr>
            <p:spPr>
              <a:xfrm>
                <a:off x="612986" y="3412999"/>
                <a:ext cx="305986" cy="53063"/>
              </a:xfrm>
              <a:custGeom>
                <a:avLst/>
                <a:gdLst/>
                <a:ahLst/>
                <a:cxnLst/>
                <a:rect l="l" t="t" r="r" b="b"/>
                <a:pathLst>
                  <a:path w="5086" h="882" fill="none" extrusionOk="0">
                    <a:moveTo>
                      <a:pt x="5085" y="882"/>
                    </a:moveTo>
                    <a:cubicBezTo>
                      <a:pt x="4937" y="773"/>
                      <a:pt x="4779" y="675"/>
                      <a:pt x="4614" y="589"/>
                    </a:cubicBezTo>
                    <a:cubicBezTo>
                      <a:pt x="3986" y="244"/>
                      <a:pt x="3282" y="43"/>
                      <a:pt x="2584" y="10"/>
                    </a:cubicBezTo>
                    <a:cubicBezTo>
                      <a:pt x="2489" y="7"/>
                      <a:pt x="2393" y="0"/>
                      <a:pt x="2304" y="0"/>
                    </a:cubicBezTo>
                    <a:cubicBezTo>
                      <a:pt x="1449" y="0"/>
                      <a:pt x="666" y="188"/>
                      <a:pt x="1" y="533"/>
                    </a:cubicBezTo>
                  </a:path>
                </a:pathLst>
              </a:custGeom>
              <a:noFill/>
              <a:ln w="9525" cap="flat" cmpd="sng">
                <a:solidFill>
                  <a:schemeClr val="accent3"/>
                </a:solidFill>
                <a:prstDash val="dash"/>
                <a:miter lim="329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Google Shape;352;p17"/>
              <p:cNvSpPr/>
              <p:nvPr/>
            </p:nvSpPr>
            <p:spPr>
              <a:xfrm>
                <a:off x="566119" y="3449578"/>
                <a:ext cx="28337" cy="18289"/>
              </a:xfrm>
              <a:custGeom>
                <a:avLst/>
                <a:gdLst/>
                <a:ahLst/>
                <a:cxnLst/>
                <a:rect l="l" t="t" r="r" b="b"/>
                <a:pathLst>
                  <a:path w="471" h="304" fill="none" extrusionOk="0">
                    <a:moveTo>
                      <a:pt x="471" y="100"/>
                    </a:moveTo>
                    <a:cubicBezTo>
                      <a:pt x="372" y="162"/>
                      <a:pt x="276" y="231"/>
                      <a:pt x="181" y="304"/>
                    </a:cubicBezTo>
                    <a:cubicBezTo>
                      <a:pt x="125" y="198"/>
                      <a:pt x="63" y="100"/>
                      <a:pt x="0" y="1"/>
                    </a:cubicBezTo>
                  </a:path>
                </a:pathLst>
              </a:custGeom>
              <a:noFill/>
              <a:ln w="9525" cap="flat" cmpd="sng">
                <a:solidFill>
                  <a:schemeClr val="accent3"/>
                </a:solidFill>
                <a:prstDash val="dash"/>
                <a:miter lim="329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Google Shape;353;p17"/>
              <p:cNvSpPr/>
              <p:nvPr/>
            </p:nvSpPr>
            <p:spPr>
              <a:xfrm>
                <a:off x="283956" y="3334366"/>
                <a:ext cx="259240" cy="84588"/>
              </a:xfrm>
              <a:custGeom>
                <a:avLst/>
                <a:gdLst/>
                <a:ahLst/>
                <a:cxnLst/>
                <a:rect l="l" t="t" r="r" b="b"/>
                <a:pathLst>
                  <a:path w="4309" h="1406" fill="none" extrusionOk="0">
                    <a:moveTo>
                      <a:pt x="4308" y="1406"/>
                    </a:moveTo>
                    <a:cubicBezTo>
                      <a:pt x="4071" y="1126"/>
                      <a:pt x="3808" y="886"/>
                      <a:pt x="3519" y="682"/>
                    </a:cubicBezTo>
                    <a:cubicBezTo>
                      <a:pt x="2893" y="244"/>
                      <a:pt x="2153" y="1"/>
                      <a:pt x="1429" y="1"/>
                    </a:cubicBezTo>
                    <a:cubicBezTo>
                      <a:pt x="1169" y="1"/>
                      <a:pt x="912" y="34"/>
                      <a:pt x="669" y="96"/>
                    </a:cubicBezTo>
                    <a:cubicBezTo>
                      <a:pt x="442" y="152"/>
                      <a:pt x="221" y="228"/>
                      <a:pt x="1" y="320"/>
                    </a:cubicBezTo>
                  </a:path>
                </a:pathLst>
              </a:custGeom>
              <a:noFill/>
              <a:ln w="9525" cap="flat" cmpd="sng">
                <a:solidFill>
                  <a:schemeClr val="accent3"/>
                </a:solidFill>
                <a:prstDash val="dash"/>
                <a:miter lim="329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Google Shape;354;p17"/>
              <p:cNvSpPr/>
              <p:nvPr/>
            </p:nvSpPr>
            <p:spPr>
              <a:xfrm>
                <a:off x="234864" y="3355543"/>
                <a:ext cx="31946" cy="16485"/>
              </a:xfrm>
              <a:custGeom>
                <a:avLst/>
                <a:gdLst/>
                <a:ahLst/>
                <a:cxnLst/>
                <a:rect l="l" t="t" r="r" b="b"/>
                <a:pathLst>
                  <a:path w="531" h="274" fill="none" extrusionOk="0">
                    <a:moveTo>
                      <a:pt x="531" y="106"/>
                    </a:moveTo>
                    <a:cubicBezTo>
                      <a:pt x="429" y="159"/>
                      <a:pt x="323" y="211"/>
                      <a:pt x="221" y="274"/>
                    </a:cubicBezTo>
                    <a:cubicBezTo>
                      <a:pt x="152" y="178"/>
                      <a:pt x="76" y="90"/>
                      <a:pt x="1" y="1"/>
                    </a:cubicBezTo>
                  </a:path>
                </a:pathLst>
              </a:custGeom>
              <a:noFill/>
              <a:ln w="9525" cap="flat" cmpd="sng">
                <a:solidFill>
                  <a:schemeClr val="accent3"/>
                </a:solidFill>
                <a:prstDash val="dash"/>
                <a:miter lim="329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Google Shape;355;p17"/>
              <p:cNvSpPr/>
              <p:nvPr/>
            </p:nvSpPr>
            <p:spPr>
              <a:xfrm>
                <a:off x="-53556" y="3285875"/>
                <a:ext cx="260985" cy="45002"/>
              </a:xfrm>
              <a:custGeom>
                <a:avLst/>
                <a:gdLst/>
                <a:ahLst/>
                <a:cxnLst/>
                <a:rect l="l" t="t" r="r" b="b"/>
                <a:pathLst>
                  <a:path w="4338" h="748" fill="none" extrusionOk="0">
                    <a:moveTo>
                      <a:pt x="4337" y="741"/>
                    </a:moveTo>
                    <a:cubicBezTo>
                      <a:pt x="3870" y="382"/>
                      <a:pt x="3320" y="132"/>
                      <a:pt x="2741" y="40"/>
                    </a:cubicBezTo>
                    <a:cubicBezTo>
                      <a:pt x="2564" y="14"/>
                      <a:pt x="2379" y="0"/>
                      <a:pt x="2198" y="0"/>
                    </a:cubicBezTo>
                    <a:lnTo>
                      <a:pt x="2198" y="0"/>
                    </a:lnTo>
                    <a:cubicBezTo>
                      <a:pt x="1738" y="0"/>
                      <a:pt x="1267" y="96"/>
                      <a:pt x="836" y="267"/>
                    </a:cubicBezTo>
                    <a:cubicBezTo>
                      <a:pt x="537" y="392"/>
                      <a:pt x="257" y="550"/>
                      <a:pt x="0" y="747"/>
                    </a:cubicBezTo>
                  </a:path>
                </a:pathLst>
              </a:custGeom>
              <a:noFill/>
              <a:ln w="9525" cap="flat" cmpd="sng">
                <a:solidFill>
                  <a:schemeClr val="accent3"/>
                </a:solidFill>
                <a:prstDash val="dash"/>
                <a:miter lim="329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Google Shape;356;p17"/>
              <p:cNvSpPr/>
              <p:nvPr/>
            </p:nvSpPr>
            <p:spPr>
              <a:xfrm>
                <a:off x="-82675" y="3342669"/>
                <a:ext cx="15101" cy="14920"/>
              </a:xfrm>
              <a:custGeom>
                <a:avLst/>
                <a:gdLst/>
                <a:ahLst/>
                <a:cxnLst/>
                <a:rect l="l" t="t" r="r" b="b"/>
                <a:pathLst>
                  <a:path w="251" h="248" fill="none" extrusionOk="0">
                    <a:moveTo>
                      <a:pt x="251" y="1"/>
                    </a:moveTo>
                    <a:cubicBezTo>
                      <a:pt x="221" y="31"/>
                      <a:pt x="188" y="60"/>
                      <a:pt x="162" y="86"/>
                    </a:cubicBezTo>
                    <a:lnTo>
                      <a:pt x="0" y="248"/>
                    </a:lnTo>
                  </a:path>
                </a:pathLst>
              </a:custGeom>
              <a:noFill/>
              <a:ln w="9525" cap="flat" cmpd="sng">
                <a:solidFill>
                  <a:schemeClr val="accent3"/>
                </a:solidFill>
                <a:prstDash val="dash"/>
                <a:miter lim="329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57" name="Google Shape;357;p17"/>
            <p:cNvSpPr/>
            <p:nvPr/>
          </p:nvSpPr>
          <p:spPr>
            <a:xfrm>
              <a:off x="-50428" y="4184549"/>
              <a:ext cx="2975637" cy="1036841"/>
            </a:xfrm>
            <a:custGeom>
              <a:avLst/>
              <a:gdLst/>
              <a:ahLst/>
              <a:cxnLst/>
              <a:rect l="l" t="t" r="r" b="b"/>
              <a:pathLst>
                <a:path w="49460" h="17234" extrusionOk="0">
                  <a:moveTo>
                    <a:pt x="1" y="1"/>
                  </a:moveTo>
                  <a:lnTo>
                    <a:pt x="1" y="17234"/>
                  </a:lnTo>
                  <a:lnTo>
                    <a:pt x="49460" y="17234"/>
                  </a:lnTo>
                  <a:cubicBezTo>
                    <a:pt x="48989" y="16931"/>
                    <a:pt x="48453" y="16721"/>
                    <a:pt x="47887" y="16684"/>
                  </a:cubicBezTo>
                  <a:cubicBezTo>
                    <a:pt x="47832" y="16681"/>
                    <a:pt x="47777" y="16679"/>
                    <a:pt x="47722" y="16679"/>
                  </a:cubicBezTo>
                  <a:cubicBezTo>
                    <a:pt x="47282" y="16679"/>
                    <a:pt x="46833" y="16797"/>
                    <a:pt x="46488" y="17063"/>
                  </a:cubicBezTo>
                  <a:cubicBezTo>
                    <a:pt x="45899" y="16625"/>
                    <a:pt x="45182" y="16362"/>
                    <a:pt x="44462" y="16362"/>
                  </a:cubicBezTo>
                  <a:cubicBezTo>
                    <a:pt x="44274" y="16362"/>
                    <a:pt x="44085" y="16380"/>
                    <a:pt x="43899" y="16418"/>
                  </a:cubicBezTo>
                  <a:cubicBezTo>
                    <a:pt x="43800" y="15562"/>
                    <a:pt x="43619" y="14710"/>
                    <a:pt x="43240" y="13937"/>
                  </a:cubicBezTo>
                  <a:cubicBezTo>
                    <a:pt x="42862" y="13167"/>
                    <a:pt x="42270" y="12485"/>
                    <a:pt x="41503" y="12114"/>
                  </a:cubicBezTo>
                  <a:cubicBezTo>
                    <a:pt x="41098" y="11921"/>
                    <a:pt x="40680" y="11833"/>
                    <a:pt x="40263" y="11833"/>
                  </a:cubicBezTo>
                  <a:cubicBezTo>
                    <a:pt x="39526" y="11833"/>
                    <a:pt x="38794" y="12108"/>
                    <a:pt x="38146" y="12568"/>
                  </a:cubicBezTo>
                  <a:cubicBezTo>
                    <a:pt x="37758" y="11768"/>
                    <a:pt x="37307" y="10978"/>
                    <a:pt x="36639" y="10399"/>
                  </a:cubicBezTo>
                  <a:cubicBezTo>
                    <a:pt x="36110" y="9938"/>
                    <a:pt x="35419" y="9628"/>
                    <a:pt x="34729" y="9628"/>
                  </a:cubicBezTo>
                  <a:cubicBezTo>
                    <a:pt x="34552" y="9628"/>
                    <a:pt x="34375" y="9648"/>
                    <a:pt x="34201" y="9692"/>
                  </a:cubicBezTo>
                  <a:cubicBezTo>
                    <a:pt x="33345" y="9906"/>
                    <a:pt x="32654" y="10268"/>
                    <a:pt x="32078" y="10939"/>
                  </a:cubicBezTo>
                  <a:cubicBezTo>
                    <a:pt x="31769" y="10123"/>
                    <a:pt x="31012" y="9494"/>
                    <a:pt x="30160" y="9346"/>
                  </a:cubicBezTo>
                  <a:cubicBezTo>
                    <a:pt x="30027" y="9323"/>
                    <a:pt x="29892" y="9312"/>
                    <a:pt x="29756" y="9312"/>
                  </a:cubicBezTo>
                  <a:cubicBezTo>
                    <a:pt x="29031" y="9312"/>
                    <a:pt x="28302" y="9638"/>
                    <a:pt x="27830" y="10198"/>
                  </a:cubicBezTo>
                  <a:cubicBezTo>
                    <a:pt x="27504" y="9192"/>
                    <a:pt x="26550" y="8431"/>
                    <a:pt x="25504" y="8343"/>
                  </a:cubicBezTo>
                  <a:lnTo>
                    <a:pt x="25504" y="8349"/>
                  </a:lnTo>
                  <a:cubicBezTo>
                    <a:pt x="25431" y="8344"/>
                    <a:pt x="25359" y="8341"/>
                    <a:pt x="25287" y="8341"/>
                  </a:cubicBezTo>
                  <a:cubicBezTo>
                    <a:pt x="25229" y="8341"/>
                    <a:pt x="25172" y="8343"/>
                    <a:pt x="25115" y="8346"/>
                  </a:cubicBezTo>
                  <a:cubicBezTo>
                    <a:pt x="23904" y="8425"/>
                    <a:pt x="22861" y="9270"/>
                    <a:pt x="22177" y="10281"/>
                  </a:cubicBezTo>
                  <a:cubicBezTo>
                    <a:pt x="21687" y="8971"/>
                    <a:pt x="20326" y="8022"/>
                    <a:pt x="18954" y="8022"/>
                  </a:cubicBezTo>
                  <a:cubicBezTo>
                    <a:pt x="18767" y="8022"/>
                    <a:pt x="18581" y="8039"/>
                    <a:pt x="18396" y="8076"/>
                  </a:cubicBezTo>
                  <a:cubicBezTo>
                    <a:pt x="18297" y="7220"/>
                    <a:pt x="18116" y="6368"/>
                    <a:pt x="17738" y="5595"/>
                  </a:cubicBezTo>
                  <a:cubicBezTo>
                    <a:pt x="17359" y="4825"/>
                    <a:pt x="16767" y="4144"/>
                    <a:pt x="16000" y="3772"/>
                  </a:cubicBezTo>
                  <a:cubicBezTo>
                    <a:pt x="15596" y="3579"/>
                    <a:pt x="15177" y="3491"/>
                    <a:pt x="14760" y="3491"/>
                  </a:cubicBezTo>
                  <a:cubicBezTo>
                    <a:pt x="14024" y="3491"/>
                    <a:pt x="13291" y="3766"/>
                    <a:pt x="12644" y="4226"/>
                  </a:cubicBezTo>
                  <a:cubicBezTo>
                    <a:pt x="12255" y="3426"/>
                    <a:pt x="11805" y="2636"/>
                    <a:pt x="11137" y="2057"/>
                  </a:cubicBezTo>
                  <a:cubicBezTo>
                    <a:pt x="10608" y="1596"/>
                    <a:pt x="9916" y="1286"/>
                    <a:pt x="9226" y="1286"/>
                  </a:cubicBezTo>
                  <a:cubicBezTo>
                    <a:pt x="9049" y="1286"/>
                    <a:pt x="8872" y="1306"/>
                    <a:pt x="8698" y="1350"/>
                  </a:cubicBezTo>
                  <a:cubicBezTo>
                    <a:pt x="7843" y="1564"/>
                    <a:pt x="7151" y="1926"/>
                    <a:pt x="6576" y="2597"/>
                  </a:cubicBezTo>
                  <a:cubicBezTo>
                    <a:pt x="6266" y="1781"/>
                    <a:pt x="5509" y="1152"/>
                    <a:pt x="4657" y="1004"/>
                  </a:cubicBezTo>
                  <a:cubicBezTo>
                    <a:pt x="4524" y="981"/>
                    <a:pt x="4389" y="970"/>
                    <a:pt x="4254" y="970"/>
                  </a:cubicBezTo>
                  <a:cubicBezTo>
                    <a:pt x="3528" y="970"/>
                    <a:pt x="2799" y="1296"/>
                    <a:pt x="2327" y="1857"/>
                  </a:cubicBezTo>
                  <a:cubicBezTo>
                    <a:pt x="2002" y="853"/>
                    <a:pt x="1047" y="90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8" name="Google Shape;358;p17"/>
          <p:cNvGrpSpPr/>
          <p:nvPr/>
        </p:nvGrpSpPr>
        <p:grpSpPr>
          <a:xfrm>
            <a:off x="5381535" y="-371404"/>
            <a:ext cx="4046717" cy="1296152"/>
            <a:chOff x="-837652" y="-229602"/>
            <a:chExt cx="2657070" cy="851052"/>
          </a:xfrm>
        </p:grpSpPr>
        <p:sp>
          <p:nvSpPr>
            <p:cNvPr id="359" name="Google Shape;359;p17"/>
            <p:cNvSpPr/>
            <p:nvPr/>
          </p:nvSpPr>
          <p:spPr>
            <a:xfrm rot="10800000">
              <a:off x="-808520" y="-51851"/>
              <a:ext cx="2598946" cy="644133"/>
            </a:xfrm>
            <a:custGeom>
              <a:avLst/>
              <a:gdLst/>
              <a:ahLst/>
              <a:cxnLst/>
              <a:rect l="l" t="t" r="r" b="b"/>
              <a:pathLst>
                <a:path w="73510" h="18219" extrusionOk="0">
                  <a:moveTo>
                    <a:pt x="33837" y="0"/>
                  </a:moveTo>
                  <a:cubicBezTo>
                    <a:pt x="33373" y="0"/>
                    <a:pt x="32909" y="37"/>
                    <a:pt x="32453" y="113"/>
                  </a:cubicBezTo>
                  <a:cubicBezTo>
                    <a:pt x="28682" y="745"/>
                    <a:pt x="25536" y="3598"/>
                    <a:pt x="23848" y="7017"/>
                  </a:cubicBezTo>
                  <a:cubicBezTo>
                    <a:pt x="22703" y="6042"/>
                    <a:pt x="21010" y="5499"/>
                    <a:pt x="19412" y="5499"/>
                  </a:cubicBezTo>
                  <a:cubicBezTo>
                    <a:pt x="18874" y="5499"/>
                    <a:pt x="18347" y="5560"/>
                    <a:pt x="17855" y="5688"/>
                  </a:cubicBezTo>
                  <a:cubicBezTo>
                    <a:pt x="15907" y="6195"/>
                    <a:pt x="14249" y="7695"/>
                    <a:pt x="13558" y="9581"/>
                  </a:cubicBezTo>
                  <a:cubicBezTo>
                    <a:pt x="12316" y="8874"/>
                    <a:pt x="10862" y="8547"/>
                    <a:pt x="9393" y="8547"/>
                  </a:cubicBezTo>
                  <a:cubicBezTo>
                    <a:pt x="7832" y="8547"/>
                    <a:pt x="6253" y="8916"/>
                    <a:pt x="4893" y="9591"/>
                  </a:cubicBezTo>
                  <a:cubicBezTo>
                    <a:pt x="4235" y="9920"/>
                    <a:pt x="3623" y="10331"/>
                    <a:pt x="3067" y="10815"/>
                  </a:cubicBezTo>
                  <a:cubicBezTo>
                    <a:pt x="1093" y="12529"/>
                    <a:pt x="0" y="15043"/>
                    <a:pt x="0" y="17653"/>
                  </a:cubicBezTo>
                  <a:lnTo>
                    <a:pt x="0" y="18219"/>
                  </a:lnTo>
                  <a:lnTo>
                    <a:pt x="73504" y="18206"/>
                  </a:lnTo>
                  <a:lnTo>
                    <a:pt x="73504" y="18199"/>
                  </a:lnTo>
                  <a:cubicBezTo>
                    <a:pt x="73510" y="16394"/>
                    <a:pt x="72034" y="15002"/>
                    <a:pt x="70332" y="15002"/>
                  </a:cubicBezTo>
                  <a:cubicBezTo>
                    <a:pt x="70061" y="15002"/>
                    <a:pt x="69784" y="15038"/>
                    <a:pt x="69506" y="15112"/>
                  </a:cubicBezTo>
                  <a:cubicBezTo>
                    <a:pt x="69496" y="15116"/>
                    <a:pt x="69483" y="15119"/>
                    <a:pt x="69467" y="15126"/>
                  </a:cubicBezTo>
                  <a:cubicBezTo>
                    <a:pt x="68812" y="11144"/>
                    <a:pt x="65620" y="7695"/>
                    <a:pt x="61687" y="6724"/>
                  </a:cubicBezTo>
                  <a:cubicBezTo>
                    <a:pt x="60907" y="6532"/>
                    <a:pt x="60107" y="6439"/>
                    <a:pt x="59307" y="6439"/>
                  </a:cubicBezTo>
                  <a:cubicBezTo>
                    <a:pt x="56072" y="6439"/>
                    <a:pt x="52831" y="7955"/>
                    <a:pt x="50871" y="10535"/>
                  </a:cubicBezTo>
                  <a:cubicBezTo>
                    <a:pt x="50815" y="8515"/>
                    <a:pt x="49298" y="6494"/>
                    <a:pt x="47570" y="5438"/>
                  </a:cubicBezTo>
                  <a:cubicBezTo>
                    <a:pt x="46605" y="4848"/>
                    <a:pt x="45472" y="4547"/>
                    <a:pt x="44340" y="4547"/>
                  </a:cubicBezTo>
                  <a:cubicBezTo>
                    <a:pt x="43445" y="4547"/>
                    <a:pt x="42552" y="4735"/>
                    <a:pt x="41743" y="5115"/>
                  </a:cubicBezTo>
                  <a:cubicBezTo>
                    <a:pt x="40635" y="1956"/>
                    <a:pt x="37213" y="0"/>
                    <a:pt x="338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17"/>
            <p:cNvSpPr/>
            <p:nvPr/>
          </p:nvSpPr>
          <p:spPr>
            <a:xfrm rot="10800000">
              <a:off x="-837652" y="-51391"/>
              <a:ext cx="2657070" cy="672841"/>
            </a:xfrm>
            <a:custGeom>
              <a:avLst/>
              <a:gdLst/>
              <a:ahLst/>
              <a:cxnLst/>
              <a:rect l="l" t="t" r="r" b="b"/>
              <a:pathLst>
                <a:path w="75154" h="19031" fill="none" extrusionOk="0">
                  <a:moveTo>
                    <a:pt x="1" y="18478"/>
                  </a:moveTo>
                  <a:cubicBezTo>
                    <a:pt x="1" y="15589"/>
                    <a:pt x="1222" y="12867"/>
                    <a:pt x="3354" y="11018"/>
                  </a:cubicBezTo>
                  <a:cubicBezTo>
                    <a:pt x="3966" y="10481"/>
                    <a:pt x="4641" y="10034"/>
                    <a:pt x="5351" y="9682"/>
                  </a:cubicBezTo>
                  <a:cubicBezTo>
                    <a:pt x="6842" y="8941"/>
                    <a:pt x="8524" y="8546"/>
                    <a:pt x="10218" y="8546"/>
                  </a:cubicBezTo>
                  <a:cubicBezTo>
                    <a:pt x="11564" y="8546"/>
                    <a:pt x="12848" y="8800"/>
                    <a:pt x="13980" y="9287"/>
                  </a:cubicBezTo>
                  <a:cubicBezTo>
                    <a:pt x="14901" y="7546"/>
                    <a:pt x="16553" y="6213"/>
                    <a:pt x="18471" y="5717"/>
                  </a:cubicBezTo>
                  <a:cubicBezTo>
                    <a:pt x="19021" y="5572"/>
                    <a:pt x="19617" y="5496"/>
                    <a:pt x="20239" y="5496"/>
                  </a:cubicBezTo>
                  <a:cubicBezTo>
                    <a:pt x="21723" y="5496"/>
                    <a:pt x="23210" y="5907"/>
                    <a:pt x="24388" y="6625"/>
                  </a:cubicBezTo>
                  <a:cubicBezTo>
                    <a:pt x="25257" y="5124"/>
                    <a:pt x="26376" y="3778"/>
                    <a:pt x="27669" y="2709"/>
                  </a:cubicBezTo>
                  <a:cubicBezTo>
                    <a:pt x="29314" y="1340"/>
                    <a:pt x="31210" y="445"/>
                    <a:pt x="33141" y="126"/>
                  </a:cubicBezTo>
                  <a:cubicBezTo>
                    <a:pt x="33642" y="43"/>
                    <a:pt x="34152" y="1"/>
                    <a:pt x="34665" y="1"/>
                  </a:cubicBezTo>
                  <a:cubicBezTo>
                    <a:pt x="36495" y="1"/>
                    <a:pt x="38354" y="534"/>
                    <a:pt x="39900" y="1498"/>
                  </a:cubicBezTo>
                  <a:cubicBezTo>
                    <a:pt x="41296" y="2370"/>
                    <a:pt x="42362" y="3528"/>
                    <a:pt x="43013" y="4881"/>
                  </a:cubicBezTo>
                  <a:cubicBezTo>
                    <a:pt x="43701" y="4660"/>
                    <a:pt x="44428" y="4548"/>
                    <a:pt x="45166" y="4548"/>
                  </a:cubicBezTo>
                  <a:cubicBezTo>
                    <a:pt x="46478" y="4548"/>
                    <a:pt x="47742" y="4897"/>
                    <a:pt x="48821" y="5559"/>
                  </a:cubicBezTo>
                  <a:cubicBezTo>
                    <a:pt x="50177" y="6388"/>
                    <a:pt x="51559" y="7859"/>
                    <a:pt x="52178" y="9590"/>
                  </a:cubicBezTo>
                  <a:cubicBezTo>
                    <a:pt x="53017" y="8797"/>
                    <a:pt x="54001" y="8115"/>
                    <a:pt x="55080" y="7602"/>
                  </a:cubicBezTo>
                  <a:cubicBezTo>
                    <a:pt x="56663" y="6842"/>
                    <a:pt x="58407" y="6444"/>
                    <a:pt x="60132" y="6444"/>
                  </a:cubicBezTo>
                  <a:cubicBezTo>
                    <a:pt x="61010" y="6444"/>
                    <a:pt x="61876" y="6546"/>
                    <a:pt x="62708" y="6753"/>
                  </a:cubicBezTo>
                  <a:cubicBezTo>
                    <a:pt x="64794" y="7266"/>
                    <a:pt x="66703" y="8408"/>
                    <a:pt x="68233" y="10063"/>
                  </a:cubicBezTo>
                  <a:cubicBezTo>
                    <a:pt x="69566" y="11502"/>
                    <a:pt x="70491" y="13203"/>
                    <a:pt x="70935" y="15013"/>
                  </a:cubicBezTo>
                  <a:cubicBezTo>
                    <a:pt x="71011" y="15006"/>
                    <a:pt x="71080" y="15006"/>
                    <a:pt x="71155" y="15006"/>
                  </a:cubicBezTo>
                  <a:cubicBezTo>
                    <a:pt x="73360" y="15006"/>
                    <a:pt x="75154" y="16813"/>
                    <a:pt x="75154" y="19031"/>
                  </a:cubicBezTo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dash"/>
              <a:miter lim="329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17"/>
            <p:cNvSpPr/>
            <p:nvPr/>
          </p:nvSpPr>
          <p:spPr>
            <a:xfrm rot="10800000">
              <a:off x="-626562" y="-229602"/>
              <a:ext cx="2234888" cy="553903"/>
            </a:xfrm>
            <a:custGeom>
              <a:avLst/>
              <a:gdLst/>
              <a:ahLst/>
              <a:cxnLst/>
              <a:rect l="l" t="t" r="r" b="b"/>
              <a:pathLst>
                <a:path w="73510" h="18219" extrusionOk="0">
                  <a:moveTo>
                    <a:pt x="33837" y="0"/>
                  </a:moveTo>
                  <a:cubicBezTo>
                    <a:pt x="33373" y="0"/>
                    <a:pt x="32909" y="37"/>
                    <a:pt x="32453" y="113"/>
                  </a:cubicBezTo>
                  <a:cubicBezTo>
                    <a:pt x="28682" y="745"/>
                    <a:pt x="25536" y="3598"/>
                    <a:pt x="23848" y="7017"/>
                  </a:cubicBezTo>
                  <a:cubicBezTo>
                    <a:pt x="22703" y="6042"/>
                    <a:pt x="21010" y="5499"/>
                    <a:pt x="19412" y="5499"/>
                  </a:cubicBezTo>
                  <a:cubicBezTo>
                    <a:pt x="18874" y="5499"/>
                    <a:pt x="18347" y="5560"/>
                    <a:pt x="17855" y="5688"/>
                  </a:cubicBezTo>
                  <a:cubicBezTo>
                    <a:pt x="15907" y="6195"/>
                    <a:pt x="14249" y="7695"/>
                    <a:pt x="13558" y="9581"/>
                  </a:cubicBezTo>
                  <a:cubicBezTo>
                    <a:pt x="12316" y="8874"/>
                    <a:pt x="10862" y="8547"/>
                    <a:pt x="9393" y="8547"/>
                  </a:cubicBezTo>
                  <a:cubicBezTo>
                    <a:pt x="7832" y="8547"/>
                    <a:pt x="6253" y="8916"/>
                    <a:pt x="4893" y="9591"/>
                  </a:cubicBezTo>
                  <a:cubicBezTo>
                    <a:pt x="4235" y="9920"/>
                    <a:pt x="3623" y="10331"/>
                    <a:pt x="3067" y="10815"/>
                  </a:cubicBezTo>
                  <a:cubicBezTo>
                    <a:pt x="1093" y="12529"/>
                    <a:pt x="0" y="15043"/>
                    <a:pt x="0" y="17653"/>
                  </a:cubicBezTo>
                  <a:lnTo>
                    <a:pt x="0" y="18219"/>
                  </a:lnTo>
                  <a:lnTo>
                    <a:pt x="73504" y="18206"/>
                  </a:lnTo>
                  <a:lnTo>
                    <a:pt x="73504" y="18199"/>
                  </a:lnTo>
                  <a:cubicBezTo>
                    <a:pt x="73510" y="16394"/>
                    <a:pt x="72034" y="15002"/>
                    <a:pt x="70332" y="15002"/>
                  </a:cubicBezTo>
                  <a:cubicBezTo>
                    <a:pt x="70061" y="15002"/>
                    <a:pt x="69784" y="15038"/>
                    <a:pt x="69506" y="15112"/>
                  </a:cubicBezTo>
                  <a:cubicBezTo>
                    <a:pt x="69496" y="15116"/>
                    <a:pt x="69483" y="15119"/>
                    <a:pt x="69467" y="15126"/>
                  </a:cubicBezTo>
                  <a:cubicBezTo>
                    <a:pt x="68812" y="11144"/>
                    <a:pt x="65620" y="7695"/>
                    <a:pt x="61687" y="6724"/>
                  </a:cubicBezTo>
                  <a:cubicBezTo>
                    <a:pt x="60907" y="6532"/>
                    <a:pt x="60107" y="6439"/>
                    <a:pt x="59307" y="6439"/>
                  </a:cubicBezTo>
                  <a:cubicBezTo>
                    <a:pt x="56072" y="6439"/>
                    <a:pt x="52831" y="7955"/>
                    <a:pt x="50871" y="10535"/>
                  </a:cubicBezTo>
                  <a:cubicBezTo>
                    <a:pt x="50815" y="8515"/>
                    <a:pt x="49298" y="6494"/>
                    <a:pt x="47570" y="5438"/>
                  </a:cubicBezTo>
                  <a:cubicBezTo>
                    <a:pt x="46605" y="4848"/>
                    <a:pt x="45472" y="4547"/>
                    <a:pt x="44340" y="4547"/>
                  </a:cubicBezTo>
                  <a:cubicBezTo>
                    <a:pt x="43445" y="4547"/>
                    <a:pt x="42552" y="4735"/>
                    <a:pt x="41743" y="5115"/>
                  </a:cubicBezTo>
                  <a:cubicBezTo>
                    <a:pt x="40635" y="1956"/>
                    <a:pt x="37213" y="0"/>
                    <a:pt x="338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2" name="Google Shape;362;p17"/>
          <p:cNvSpPr/>
          <p:nvPr/>
        </p:nvSpPr>
        <p:spPr>
          <a:xfrm>
            <a:off x="-227400" y="553350"/>
            <a:ext cx="555428" cy="570430"/>
          </a:xfrm>
          <a:custGeom>
            <a:avLst/>
            <a:gdLst/>
            <a:ahLst/>
            <a:cxnLst/>
            <a:rect l="l" t="t" r="r" b="b"/>
            <a:pathLst>
              <a:path w="5299" h="5442" extrusionOk="0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17"/>
          <p:cNvSpPr/>
          <p:nvPr/>
        </p:nvSpPr>
        <p:spPr>
          <a:xfrm rot="4073347">
            <a:off x="3078348" y="47788"/>
            <a:ext cx="411256" cy="457773"/>
          </a:xfrm>
          <a:custGeom>
            <a:avLst/>
            <a:gdLst/>
            <a:ahLst/>
            <a:cxnLst/>
            <a:rect l="l" t="t" r="r" b="b"/>
            <a:pathLst>
              <a:path w="5299" h="5442" extrusionOk="0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17"/>
          <p:cNvSpPr/>
          <p:nvPr/>
        </p:nvSpPr>
        <p:spPr>
          <a:xfrm rot="4562439">
            <a:off x="8901223" y="1451508"/>
            <a:ext cx="624831" cy="641633"/>
          </a:xfrm>
          <a:custGeom>
            <a:avLst/>
            <a:gdLst/>
            <a:ahLst/>
            <a:cxnLst/>
            <a:rect l="l" t="t" r="r" b="b"/>
            <a:pathLst>
              <a:path w="5299" h="5442" extrusionOk="0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17"/>
          <p:cNvSpPr/>
          <p:nvPr/>
        </p:nvSpPr>
        <p:spPr>
          <a:xfrm rot="9353872">
            <a:off x="4714910" y="4891457"/>
            <a:ext cx="511066" cy="568837"/>
          </a:xfrm>
          <a:custGeom>
            <a:avLst/>
            <a:gdLst/>
            <a:ahLst/>
            <a:cxnLst/>
            <a:rect l="l" t="t" r="r" b="b"/>
            <a:pathLst>
              <a:path w="5299" h="5442" extrusionOk="0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17"/>
          <p:cNvSpPr txBox="1">
            <a:spLocks noGrp="1"/>
          </p:cNvSpPr>
          <p:nvPr>
            <p:ph type="subTitle" idx="1"/>
          </p:nvPr>
        </p:nvSpPr>
        <p:spPr>
          <a:xfrm>
            <a:off x="943575" y="2344223"/>
            <a:ext cx="4025400" cy="8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67" name="Google Shape;367;p17"/>
          <p:cNvSpPr txBox="1">
            <a:spLocks noGrp="1"/>
          </p:cNvSpPr>
          <p:nvPr>
            <p:ph type="title"/>
          </p:nvPr>
        </p:nvSpPr>
        <p:spPr>
          <a:xfrm>
            <a:off x="943575" y="1910680"/>
            <a:ext cx="40254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1"/>
          <p:cNvSpPr/>
          <p:nvPr/>
        </p:nvSpPr>
        <p:spPr>
          <a:xfrm>
            <a:off x="-104736" y="4141130"/>
            <a:ext cx="1798156" cy="1058692"/>
          </a:xfrm>
          <a:custGeom>
            <a:avLst/>
            <a:gdLst/>
            <a:ahLst/>
            <a:cxnLst/>
            <a:rect l="l" t="t" r="r" b="b"/>
            <a:pathLst>
              <a:path w="43418" h="25563" extrusionOk="0">
                <a:moveTo>
                  <a:pt x="18972" y="1"/>
                </a:moveTo>
                <a:cubicBezTo>
                  <a:pt x="18007" y="1"/>
                  <a:pt x="17043" y="87"/>
                  <a:pt x="16095" y="260"/>
                </a:cubicBezTo>
                <a:cubicBezTo>
                  <a:pt x="13354" y="764"/>
                  <a:pt x="10793" y="1965"/>
                  <a:pt x="8098" y="2663"/>
                </a:cubicBezTo>
                <a:cubicBezTo>
                  <a:pt x="6905" y="2975"/>
                  <a:pt x="5642" y="3177"/>
                  <a:pt x="4401" y="3177"/>
                </a:cubicBezTo>
                <a:cubicBezTo>
                  <a:pt x="2841" y="3177"/>
                  <a:pt x="1314" y="2857"/>
                  <a:pt x="0" y="2034"/>
                </a:cubicBezTo>
                <a:lnTo>
                  <a:pt x="0" y="25562"/>
                </a:lnTo>
                <a:lnTo>
                  <a:pt x="43101" y="25562"/>
                </a:lnTo>
                <a:cubicBezTo>
                  <a:pt x="43417" y="23933"/>
                  <a:pt x="42437" y="22318"/>
                  <a:pt x="41236" y="21173"/>
                </a:cubicBezTo>
                <a:cubicBezTo>
                  <a:pt x="40035" y="20031"/>
                  <a:pt x="38573" y="19162"/>
                  <a:pt x="37488" y="17908"/>
                </a:cubicBezTo>
                <a:cubicBezTo>
                  <a:pt x="35516" y="15641"/>
                  <a:pt x="35039" y="12479"/>
                  <a:pt x="33845" y="9721"/>
                </a:cubicBezTo>
                <a:cubicBezTo>
                  <a:pt x="32400" y="6404"/>
                  <a:pt x="29807" y="3600"/>
                  <a:pt x="26615" y="1899"/>
                </a:cubicBezTo>
                <a:cubicBezTo>
                  <a:pt x="24274" y="649"/>
                  <a:pt x="21622" y="1"/>
                  <a:pt x="1897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21"/>
          <p:cNvSpPr/>
          <p:nvPr/>
        </p:nvSpPr>
        <p:spPr>
          <a:xfrm>
            <a:off x="-104736" y="4660719"/>
            <a:ext cx="1501749" cy="539099"/>
          </a:xfrm>
          <a:custGeom>
            <a:avLst/>
            <a:gdLst/>
            <a:ahLst/>
            <a:cxnLst/>
            <a:rect l="l" t="t" r="r" b="b"/>
            <a:pathLst>
              <a:path w="36261" h="13017" extrusionOk="0">
                <a:moveTo>
                  <a:pt x="8384" y="1"/>
                </a:moveTo>
                <a:cubicBezTo>
                  <a:pt x="5020" y="1"/>
                  <a:pt x="1613" y="1793"/>
                  <a:pt x="0" y="4777"/>
                </a:cubicBezTo>
                <a:lnTo>
                  <a:pt x="0" y="13016"/>
                </a:lnTo>
                <a:lnTo>
                  <a:pt x="36260" y="13016"/>
                </a:lnTo>
                <a:cubicBezTo>
                  <a:pt x="35829" y="11269"/>
                  <a:pt x="35039" y="9574"/>
                  <a:pt x="33769" y="8304"/>
                </a:cubicBezTo>
                <a:cubicBezTo>
                  <a:pt x="32596" y="7128"/>
                  <a:pt x="30983" y="6352"/>
                  <a:pt x="29334" y="6352"/>
                </a:cubicBezTo>
                <a:cubicBezTo>
                  <a:pt x="29193" y="6352"/>
                  <a:pt x="29051" y="6357"/>
                  <a:pt x="28909" y="6369"/>
                </a:cubicBezTo>
                <a:cubicBezTo>
                  <a:pt x="26422" y="6575"/>
                  <a:pt x="24149" y="8522"/>
                  <a:pt x="21765" y="8522"/>
                </a:cubicBezTo>
                <a:cubicBezTo>
                  <a:pt x="21442" y="8522"/>
                  <a:pt x="21118" y="8487"/>
                  <a:pt x="20791" y="8406"/>
                </a:cubicBezTo>
                <a:cubicBezTo>
                  <a:pt x="18744" y="7903"/>
                  <a:pt x="17543" y="5862"/>
                  <a:pt x="16226" y="4217"/>
                </a:cubicBezTo>
                <a:cubicBezTo>
                  <a:pt x="15098" y="2809"/>
                  <a:pt x="13722" y="1575"/>
                  <a:pt x="12087" y="805"/>
                </a:cubicBezTo>
                <a:cubicBezTo>
                  <a:pt x="10925" y="258"/>
                  <a:pt x="9658" y="1"/>
                  <a:pt x="8384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21"/>
          <p:cNvSpPr/>
          <p:nvPr/>
        </p:nvSpPr>
        <p:spPr>
          <a:xfrm>
            <a:off x="-354425" y="3872750"/>
            <a:ext cx="2342675" cy="1391775"/>
          </a:xfrm>
          <a:custGeom>
            <a:avLst/>
            <a:gdLst/>
            <a:ahLst/>
            <a:cxnLst/>
            <a:rect l="l" t="t" r="r" b="b"/>
            <a:pathLst>
              <a:path w="93707" h="55671" extrusionOk="0">
                <a:moveTo>
                  <a:pt x="0" y="0"/>
                </a:moveTo>
                <a:cubicBezTo>
                  <a:pt x="7546" y="2829"/>
                  <a:pt x="15157" y="7807"/>
                  <a:pt x="23167" y="6916"/>
                </a:cubicBezTo>
                <a:cubicBezTo>
                  <a:pt x="33033" y="5819"/>
                  <a:pt x="42386" y="-1058"/>
                  <a:pt x="52213" y="346"/>
                </a:cubicBezTo>
                <a:cubicBezTo>
                  <a:pt x="63493" y="1958"/>
                  <a:pt x="66357" y="18217"/>
                  <a:pt x="73651" y="26971"/>
                </a:cubicBezTo>
                <a:cubicBezTo>
                  <a:pt x="77638" y="31756"/>
                  <a:pt x="83770" y="34324"/>
                  <a:pt x="88174" y="38728"/>
                </a:cubicBezTo>
                <a:cubicBezTo>
                  <a:pt x="92375" y="42929"/>
                  <a:pt x="93707" y="49730"/>
                  <a:pt x="93707" y="55671"/>
                </a:cubicBezTo>
              </a:path>
            </a:pathLst>
          </a:custGeom>
          <a:noFill/>
          <a:ln w="9525" cap="flat" cmpd="sng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de-DE"/>
          </a:p>
        </p:txBody>
      </p:sp>
      <p:sp>
        <p:nvSpPr>
          <p:cNvPr id="468" name="Google Shape;468;p21"/>
          <p:cNvSpPr/>
          <p:nvPr/>
        </p:nvSpPr>
        <p:spPr>
          <a:xfrm flipH="1">
            <a:off x="7225564" y="4283159"/>
            <a:ext cx="1048175" cy="331157"/>
          </a:xfrm>
          <a:custGeom>
            <a:avLst/>
            <a:gdLst/>
            <a:ahLst/>
            <a:cxnLst/>
            <a:rect l="l" t="t" r="r" b="b"/>
            <a:pathLst>
              <a:path w="10745" h="3395" extrusionOk="0">
                <a:moveTo>
                  <a:pt x="3391" y="1"/>
                </a:moveTo>
                <a:cubicBezTo>
                  <a:pt x="1925" y="1"/>
                  <a:pt x="346" y="1436"/>
                  <a:pt x="1" y="3395"/>
                </a:cubicBezTo>
                <a:lnTo>
                  <a:pt x="10745" y="3395"/>
                </a:lnTo>
                <a:cubicBezTo>
                  <a:pt x="10569" y="2667"/>
                  <a:pt x="9893" y="2287"/>
                  <a:pt x="9206" y="2287"/>
                </a:cubicBezTo>
                <a:cubicBezTo>
                  <a:pt x="8913" y="2287"/>
                  <a:pt x="8618" y="2356"/>
                  <a:pt x="8359" y="2496"/>
                </a:cubicBezTo>
                <a:cubicBezTo>
                  <a:pt x="8239" y="1801"/>
                  <a:pt x="7626" y="1429"/>
                  <a:pt x="7018" y="1429"/>
                </a:cubicBezTo>
                <a:cubicBezTo>
                  <a:pt x="6508" y="1429"/>
                  <a:pt x="6002" y="1689"/>
                  <a:pt x="5789" y="2240"/>
                </a:cubicBezTo>
                <a:cubicBezTo>
                  <a:pt x="5317" y="654"/>
                  <a:pt x="4380" y="1"/>
                  <a:pt x="3391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21"/>
          <p:cNvSpPr/>
          <p:nvPr/>
        </p:nvSpPr>
        <p:spPr>
          <a:xfrm flipH="1">
            <a:off x="7730058" y="4231401"/>
            <a:ext cx="1781180" cy="572705"/>
          </a:xfrm>
          <a:custGeom>
            <a:avLst/>
            <a:gdLst/>
            <a:ahLst/>
            <a:cxnLst/>
            <a:rect l="l" t="t" r="r" b="b"/>
            <a:pathLst>
              <a:path w="12769" h="4106" extrusionOk="0">
                <a:moveTo>
                  <a:pt x="6300" y="0"/>
                </a:moveTo>
                <a:cubicBezTo>
                  <a:pt x="5212" y="0"/>
                  <a:pt x="4093" y="707"/>
                  <a:pt x="3755" y="2065"/>
                </a:cubicBezTo>
                <a:cubicBezTo>
                  <a:pt x="3367" y="1839"/>
                  <a:pt x="2961" y="1738"/>
                  <a:pt x="2566" y="1738"/>
                </a:cubicBezTo>
                <a:cubicBezTo>
                  <a:pt x="1317" y="1738"/>
                  <a:pt x="170" y="2755"/>
                  <a:pt x="1" y="4105"/>
                </a:cubicBezTo>
                <a:lnTo>
                  <a:pt x="12768" y="4105"/>
                </a:lnTo>
                <a:cubicBezTo>
                  <a:pt x="12664" y="3631"/>
                  <a:pt x="12245" y="3204"/>
                  <a:pt x="11778" y="3204"/>
                </a:cubicBezTo>
                <a:cubicBezTo>
                  <a:pt x="11658" y="3204"/>
                  <a:pt x="11535" y="3232"/>
                  <a:pt x="11413" y="3296"/>
                </a:cubicBezTo>
                <a:cubicBezTo>
                  <a:pt x="11199" y="2451"/>
                  <a:pt x="10371" y="1769"/>
                  <a:pt x="9537" y="1769"/>
                </a:cubicBezTo>
                <a:cubicBezTo>
                  <a:pt x="9227" y="1769"/>
                  <a:pt x="8916" y="1863"/>
                  <a:pt x="8635" y="2078"/>
                </a:cubicBezTo>
                <a:cubicBezTo>
                  <a:pt x="8395" y="676"/>
                  <a:pt x="7362" y="0"/>
                  <a:pt x="630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0" name="Google Shape;470;p21"/>
          <p:cNvGrpSpPr/>
          <p:nvPr/>
        </p:nvGrpSpPr>
        <p:grpSpPr>
          <a:xfrm>
            <a:off x="6664150" y="-1115431"/>
            <a:ext cx="3097801" cy="2889117"/>
            <a:chOff x="6664150" y="-1115431"/>
            <a:chExt cx="3097801" cy="2889117"/>
          </a:xfrm>
        </p:grpSpPr>
        <p:sp>
          <p:nvSpPr>
            <p:cNvPr id="471" name="Google Shape;471;p21"/>
            <p:cNvSpPr/>
            <p:nvPr/>
          </p:nvSpPr>
          <p:spPr>
            <a:xfrm rot="-8442439">
              <a:off x="6660615" y="-182671"/>
              <a:ext cx="3104871" cy="1097261"/>
            </a:xfrm>
            <a:custGeom>
              <a:avLst/>
              <a:gdLst/>
              <a:ahLst/>
              <a:cxnLst/>
              <a:rect l="l" t="t" r="r" b="b"/>
              <a:pathLst>
                <a:path w="91978" h="32505" extrusionOk="0">
                  <a:moveTo>
                    <a:pt x="0" y="32505"/>
                  </a:moveTo>
                  <a:cubicBezTo>
                    <a:pt x="2138" y="25027"/>
                    <a:pt x="7152" y="15490"/>
                    <a:pt x="14869" y="14525"/>
                  </a:cubicBezTo>
                  <a:cubicBezTo>
                    <a:pt x="22277" y="13599"/>
                    <a:pt x="29916" y="20345"/>
                    <a:pt x="36999" y="17983"/>
                  </a:cubicBezTo>
                  <a:cubicBezTo>
                    <a:pt x="45693" y="15084"/>
                    <a:pt x="49051" y="1855"/>
                    <a:pt x="58091" y="348"/>
                  </a:cubicBezTo>
                  <a:cubicBezTo>
                    <a:pt x="70258" y="-1681"/>
                    <a:pt x="83249" y="6500"/>
                    <a:pt x="91978" y="15216"/>
                  </a:cubicBezTo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72" name="Google Shape;472;p21"/>
            <p:cNvSpPr/>
            <p:nvPr/>
          </p:nvSpPr>
          <p:spPr>
            <a:xfrm rot="-8442165">
              <a:off x="6955493" y="-377746"/>
              <a:ext cx="2721173" cy="1097261"/>
            </a:xfrm>
            <a:custGeom>
              <a:avLst/>
              <a:gdLst/>
              <a:ahLst/>
              <a:cxnLst/>
              <a:rect l="l" t="t" r="r" b="b"/>
              <a:pathLst>
                <a:path w="91978" h="32505" extrusionOk="0">
                  <a:moveTo>
                    <a:pt x="0" y="32505"/>
                  </a:moveTo>
                  <a:cubicBezTo>
                    <a:pt x="2138" y="25027"/>
                    <a:pt x="7152" y="15490"/>
                    <a:pt x="14869" y="14525"/>
                  </a:cubicBezTo>
                  <a:cubicBezTo>
                    <a:pt x="22277" y="13599"/>
                    <a:pt x="29916" y="20345"/>
                    <a:pt x="36999" y="17983"/>
                  </a:cubicBezTo>
                  <a:cubicBezTo>
                    <a:pt x="45693" y="15084"/>
                    <a:pt x="49051" y="1855"/>
                    <a:pt x="58091" y="348"/>
                  </a:cubicBezTo>
                  <a:cubicBezTo>
                    <a:pt x="70258" y="-1681"/>
                    <a:pt x="83249" y="6500"/>
                    <a:pt x="91978" y="15216"/>
                  </a:cubicBezTo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de-DE"/>
            </a:p>
          </p:txBody>
        </p:sp>
      </p:grpSp>
      <p:sp>
        <p:nvSpPr>
          <p:cNvPr id="473" name="Google Shape;473;p21"/>
          <p:cNvSpPr/>
          <p:nvPr/>
        </p:nvSpPr>
        <p:spPr>
          <a:xfrm>
            <a:off x="-209275" y="2890875"/>
            <a:ext cx="555428" cy="570430"/>
          </a:xfrm>
          <a:custGeom>
            <a:avLst/>
            <a:gdLst/>
            <a:ahLst/>
            <a:cxnLst/>
            <a:rect l="l" t="t" r="r" b="b"/>
            <a:pathLst>
              <a:path w="5299" h="5442" extrusionOk="0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21"/>
          <p:cNvSpPr/>
          <p:nvPr/>
        </p:nvSpPr>
        <p:spPr>
          <a:xfrm rot="4073347">
            <a:off x="3244248" y="4379613"/>
            <a:ext cx="411256" cy="457773"/>
          </a:xfrm>
          <a:custGeom>
            <a:avLst/>
            <a:gdLst/>
            <a:ahLst/>
            <a:cxnLst/>
            <a:rect l="l" t="t" r="r" b="b"/>
            <a:pathLst>
              <a:path w="5299" h="5442" extrusionOk="0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21"/>
          <p:cNvSpPr/>
          <p:nvPr/>
        </p:nvSpPr>
        <p:spPr>
          <a:xfrm rot="4562439">
            <a:off x="6057873" y="-256392"/>
            <a:ext cx="624831" cy="641633"/>
          </a:xfrm>
          <a:custGeom>
            <a:avLst/>
            <a:gdLst/>
            <a:ahLst/>
            <a:cxnLst/>
            <a:rect l="l" t="t" r="r" b="b"/>
            <a:pathLst>
              <a:path w="5299" h="5442" extrusionOk="0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p21"/>
          <p:cNvSpPr/>
          <p:nvPr/>
        </p:nvSpPr>
        <p:spPr>
          <a:xfrm rot="9353872">
            <a:off x="8771410" y="1581994"/>
            <a:ext cx="511066" cy="568837"/>
          </a:xfrm>
          <a:custGeom>
            <a:avLst/>
            <a:gdLst/>
            <a:ahLst/>
            <a:cxnLst/>
            <a:rect l="l" t="t" r="r" b="b"/>
            <a:pathLst>
              <a:path w="5299" h="5442" extrusionOk="0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78" name="Google Shape;478;p21"/>
          <p:cNvSpPr txBox="1">
            <a:spLocks noGrp="1"/>
          </p:cNvSpPr>
          <p:nvPr>
            <p:ph type="subTitle" idx="1"/>
          </p:nvPr>
        </p:nvSpPr>
        <p:spPr>
          <a:xfrm>
            <a:off x="823725" y="2515325"/>
            <a:ext cx="2336700" cy="46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79" name="Google Shape;479;p21"/>
          <p:cNvSpPr txBox="1">
            <a:spLocks noGrp="1"/>
          </p:cNvSpPr>
          <p:nvPr>
            <p:ph type="subTitle" idx="2"/>
          </p:nvPr>
        </p:nvSpPr>
        <p:spPr>
          <a:xfrm>
            <a:off x="823725" y="2823650"/>
            <a:ext cx="2336700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80" name="Google Shape;480;p21"/>
          <p:cNvSpPr txBox="1">
            <a:spLocks noGrp="1"/>
          </p:cNvSpPr>
          <p:nvPr>
            <p:ph type="subTitle" idx="3"/>
          </p:nvPr>
        </p:nvSpPr>
        <p:spPr>
          <a:xfrm>
            <a:off x="3403661" y="2823650"/>
            <a:ext cx="2336700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81" name="Google Shape;481;p21"/>
          <p:cNvSpPr txBox="1">
            <a:spLocks noGrp="1"/>
          </p:cNvSpPr>
          <p:nvPr>
            <p:ph type="subTitle" idx="4"/>
          </p:nvPr>
        </p:nvSpPr>
        <p:spPr>
          <a:xfrm>
            <a:off x="5983572" y="2823650"/>
            <a:ext cx="2336700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82" name="Google Shape;482;p21"/>
          <p:cNvSpPr txBox="1">
            <a:spLocks noGrp="1"/>
          </p:cNvSpPr>
          <p:nvPr>
            <p:ph type="subTitle" idx="5"/>
          </p:nvPr>
        </p:nvSpPr>
        <p:spPr>
          <a:xfrm>
            <a:off x="3403657" y="2515325"/>
            <a:ext cx="2336700" cy="46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83" name="Google Shape;483;p21"/>
          <p:cNvSpPr txBox="1">
            <a:spLocks noGrp="1"/>
          </p:cNvSpPr>
          <p:nvPr>
            <p:ph type="subTitle" idx="6"/>
          </p:nvPr>
        </p:nvSpPr>
        <p:spPr>
          <a:xfrm>
            <a:off x="5983564" y="2515325"/>
            <a:ext cx="2336700" cy="46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4" name="Google Shape;504;p23"/>
          <p:cNvGrpSpPr/>
          <p:nvPr/>
        </p:nvGrpSpPr>
        <p:grpSpPr>
          <a:xfrm>
            <a:off x="5621308" y="-410776"/>
            <a:ext cx="3704221" cy="1186452"/>
            <a:chOff x="-837652" y="-229602"/>
            <a:chExt cx="2657070" cy="851052"/>
          </a:xfrm>
        </p:grpSpPr>
        <p:sp>
          <p:nvSpPr>
            <p:cNvPr id="505" name="Google Shape;505;p23"/>
            <p:cNvSpPr/>
            <p:nvPr/>
          </p:nvSpPr>
          <p:spPr>
            <a:xfrm rot="10800000">
              <a:off x="-808520" y="-51851"/>
              <a:ext cx="2598946" cy="644133"/>
            </a:xfrm>
            <a:custGeom>
              <a:avLst/>
              <a:gdLst/>
              <a:ahLst/>
              <a:cxnLst/>
              <a:rect l="l" t="t" r="r" b="b"/>
              <a:pathLst>
                <a:path w="73510" h="18219" extrusionOk="0">
                  <a:moveTo>
                    <a:pt x="33837" y="0"/>
                  </a:moveTo>
                  <a:cubicBezTo>
                    <a:pt x="33373" y="0"/>
                    <a:pt x="32909" y="37"/>
                    <a:pt x="32453" y="113"/>
                  </a:cubicBezTo>
                  <a:cubicBezTo>
                    <a:pt x="28682" y="745"/>
                    <a:pt x="25536" y="3598"/>
                    <a:pt x="23848" y="7017"/>
                  </a:cubicBezTo>
                  <a:cubicBezTo>
                    <a:pt x="22703" y="6042"/>
                    <a:pt x="21010" y="5499"/>
                    <a:pt x="19412" y="5499"/>
                  </a:cubicBezTo>
                  <a:cubicBezTo>
                    <a:pt x="18874" y="5499"/>
                    <a:pt x="18347" y="5560"/>
                    <a:pt x="17855" y="5688"/>
                  </a:cubicBezTo>
                  <a:cubicBezTo>
                    <a:pt x="15907" y="6195"/>
                    <a:pt x="14249" y="7695"/>
                    <a:pt x="13558" y="9581"/>
                  </a:cubicBezTo>
                  <a:cubicBezTo>
                    <a:pt x="12316" y="8874"/>
                    <a:pt x="10862" y="8547"/>
                    <a:pt x="9393" y="8547"/>
                  </a:cubicBezTo>
                  <a:cubicBezTo>
                    <a:pt x="7832" y="8547"/>
                    <a:pt x="6253" y="8916"/>
                    <a:pt x="4893" y="9591"/>
                  </a:cubicBezTo>
                  <a:cubicBezTo>
                    <a:pt x="4235" y="9920"/>
                    <a:pt x="3623" y="10331"/>
                    <a:pt x="3067" y="10815"/>
                  </a:cubicBezTo>
                  <a:cubicBezTo>
                    <a:pt x="1093" y="12529"/>
                    <a:pt x="0" y="15043"/>
                    <a:pt x="0" y="17653"/>
                  </a:cubicBezTo>
                  <a:lnTo>
                    <a:pt x="0" y="18219"/>
                  </a:lnTo>
                  <a:lnTo>
                    <a:pt x="73504" y="18206"/>
                  </a:lnTo>
                  <a:lnTo>
                    <a:pt x="73504" y="18199"/>
                  </a:lnTo>
                  <a:cubicBezTo>
                    <a:pt x="73510" y="16394"/>
                    <a:pt x="72034" y="15002"/>
                    <a:pt x="70332" y="15002"/>
                  </a:cubicBezTo>
                  <a:cubicBezTo>
                    <a:pt x="70061" y="15002"/>
                    <a:pt x="69784" y="15038"/>
                    <a:pt x="69506" y="15112"/>
                  </a:cubicBezTo>
                  <a:cubicBezTo>
                    <a:pt x="69496" y="15116"/>
                    <a:pt x="69483" y="15119"/>
                    <a:pt x="69467" y="15126"/>
                  </a:cubicBezTo>
                  <a:cubicBezTo>
                    <a:pt x="68812" y="11144"/>
                    <a:pt x="65620" y="7695"/>
                    <a:pt x="61687" y="6724"/>
                  </a:cubicBezTo>
                  <a:cubicBezTo>
                    <a:pt x="60907" y="6532"/>
                    <a:pt x="60107" y="6439"/>
                    <a:pt x="59307" y="6439"/>
                  </a:cubicBezTo>
                  <a:cubicBezTo>
                    <a:pt x="56072" y="6439"/>
                    <a:pt x="52831" y="7955"/>
                    <a:pt x="50871" y="10535"/>
                  </a:cubicBezTo>
                  <a:cubicBezTo>
                    <a:pt x="50815" y="8515"/>
                    <a:pt x="49298" y="6494"/>
                    <a:pt x="47570" y="5438"/>
                  </a:cubicBezTo>
                  <a:cubicBezTo>
                    <a:pt x="46605" y="4848"/>
                    <a:pt x="45472" y="4547"/>
                    <a:pt x="44340" y="4547"/>
                  </a:cubicBezTo>
                  <a:cubicBezTo>
                    <a:pt x="43445" y="4547"/>
                    <a:pt x="42552" y="4735"/>
                    <a:pt x="41743" y="5115"/>
                  </a:cubicBezTo>
                  <a:cubicBezTo>
                    <a:pt x="40635" y="1956"/>
                    <a:pt x="37213" y="0"/>
                    <a:pt x="338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23"/>
            <p:cNvSpPr/>
            <p:nvPr/>
          </p:nvSpPr>
          <p:spPr>
            <a:xfrm rot="10800000">
              <a:off x="-837652" y="-51391"/>
              <a:ext cx="2657070" cy="672841"/>
            </a:xfrm>
            <a:custGeom>
              <a:avLst/>
              <a:gdLst/>
              <a:ahLst/>
              <a:cxnLst/>
              <a:rect l="l" t="t" r="r" b="b"/>
              <a:pathLst>
                <a:path w="75154" h="19031" fill="none" extrusionOk="0">
                  <a:moveTo>
                    <a:pt x="1" y="18478"/>
                  </a:moveTo>
                  <a:cubicBezTo>
                    <a:pt x="1" y="15589"/>
                    <a:pt x="1222" y="12867"/>
                    <a:pt x="3354" y="11018"/>
                  </a:cubicBezTo>
                  <a:cubicBezTo>
                    <a:pt x="3966" y="10481"/>
                    <a:pt x="4641" y="10034"/>
                    <a:pt x="5351" y="9682"/>
                  </a:cubicBezTo>
                  <a:cubicBezTo>
                    <a:pt x="6842" y="8941"/>
                    <a:pt x="8524" y="8546"/>
                    <a:pt x="10218" y="8546"/>
                  </a:cubicBezTo>
                  <a:cubicBezTo>
                    <a:pt x="11564" y="8546"/>
                    <a:pt x="12848" y="8800"/>
                    <a:pt x="13980" y="9287"/>
                  </a:cubicBezTo>
                  <a:cubicBezTo>
                    <a:pt x="14901" y="7546"/>
                    <a:pt x="16553" y="6213"/>
                    <a:pt x="18471" y="5717"/>
                  </a:cubicBezTo>
                  <a:cubicBezTo>
                    <a:pt x="19021" y="5572"/>
                    <a:pt x="19617" y="5496"/>
                    <a:pt x="20239" y="5496"/>
                  </a:cubicBezTo>
                  <a:cubicBezTo>
                    <a:pt x="21723" y="5496"/>
                    <a:pt x="23210" y="5907"/>
                    <a:pt x="24388" y="6625"/>
                  </a:cubicBezTo>
                  <a:cubicBezTo>
                    <a:pt x="25257" y="5124"/>
                    <a:pt x="26376" y="3778"/>
                    <a:pt x="27669" y="2709"/>
                  </a:cubicBezTo>
                  <a:cubicBezTo>
                    <a:pt x="29314" y="1340"/>
                    <a:pt x="31210" y="445"/>
                    <a:pt x="33141" y="126"/>
                  </a:cubicBezTo>
                  <a:cubicBezTo>
                    <a:pt x="33642" y="43"/>
                    <a:pt x="34152" y="1"/>
                    <a:pt x="34665" y="1"/>
                  </a:cubicBezTo>
                  <a:cubicBezTo>
                    <a:pt x="36495" y="1"/>
                    <a:pt x="38354" y="534"/>
                    <a:pt x="39900" y="1498"/>
                  </a:cubicBezTo>
                  <a:cubicBezTo>
                    <a:pt x="41296" y="2370"/>
                    <a:pt x="42362" y="3528"/>
                    <a:pt x="43013" y="4881"/>
                  </a:cubicBezTo>
                  <a:cubicBezTo>
                    <a:pt x="43701" y="4660"/>
                    <a:pt x="44428" y="4548"/>
                    <a:pt x="45166" y="4548"/>
                  </a:cubicBezTo>
                  <a:cubicBezTo>
                    <a:pt x="46478" y="4548"/>
                    <a:pt x="47742" y="4897"/>
                    <a:pt x="48821" y="5559"/>
                  </a:cubicBezTo>
                  <a:cubicBezTo>
                    <a:pt x="50177" y="6388"/>
                    <a:pt x="51559" y="7859"/>
                    <a:pt x="52178" y="9590"/>
                  </a:cubicBezTo>
                  <a:cubicBezTo>
                    <a:pt x="53017" y="8797"/>
                    <a:pt x="54001" y="8115"/>
                    <a:pt x="55080" y="7602"/>
                  </a:cubicBezTo>
                  <a:cubicBezTo>
                    <a:pt x="56663" y="6842"/>
                    <a:pt x="58407" y="6444"/>
                    <a:pt x="60132" y="6444"/>
                  </a:cubicBezTo>
                  <a:cubicBezTo>
                    <a:pt x="61010" y="6444"/>
                    <a:pt x="61876" y="6546"/>
                    <a:pt x="62708" y="6753"/>
                  </a:cubicBezTo>
                  <a:cubicBezTo>
                    <a:pt x="64794" y="7266"/>
                    <a:pt x="66703" y="8408"/>
                    <a:pt x="68233" y="10063"/>
                  </a:cubicBezTo>
                  <a:cubicBezTo>
                    <a:pt x="69566" y="11502"/>
                    <a:pt x="70491" y="13203"/>
                    <a:pt x="70935" y="15013"/>
                  </a:cubicBezTo>
                  <a:cubicBezTo>
                    <a:pt x="71011" y="15006"/>
                    <a:pt x="71080" y="15006"/>
                    <a:pt x="71155" y="15006"/>
                  </a:cubicBezTo>
                  <a:cubicBezTo>
                    <a:pt x="73360" y="15006"/>
                    <a:pt x="75154" y="16813"/>
                    <a:pt x="75154" y="19031"/>
                  </a:cubicBezTo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dash"/>
              <a:miter lim="329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23"/>
            <p:cNvSpPr/>
            <p:nvPr/>
          </p:nvSpPr>
          <p:spPr>
            <a:xfrm rot="10800000">
              <a:off x="-626562" y="-229602"/>
              <a:ext cx="2234888" cy="553903"/>
            </a:xfrm>
            <a:custGeom>
              <a:avLst/>
              <a:gdLst/>
              <a:ahLst/>
              <a:cxnLst/>
              <a:rect l="l" t="t" r="r" b="b"/>
              <a:pathLst>
                <a:path w="73510" h="18219" extrusionOk="0">
                  <a:moveTo>
                    <a:pt x="33837" y="0"/>
                  </a:moveTo>
                  <a:cubicBezTo>
                    <a:pt x="33373" y="0"/>
                    <a:pt x="32909" y="37"/>
                    <a:pt x="32453" y="113"/>
                  </a:cubicBezTo>
                  <a:cubicBezTo>
                    <a:pt x="28682" y="745"/>
                    <a:pt x="25536" y="3598"/>
                    <a:pt x="23848" y="7017"/>
                  </a:cubicBezTo>
                  <a:cubicBezTo>
                    <a:pt x="22703" y="6042"/>
                    <a:pt x="21010" y="5499"/>
                    <a:pt x="19412" y="5499"/>
                  </a:cubicBezTo>
                  <a:cubicBezTo>
                    <a:pt x="18874" y="5499"/>
                    <a:pt x="18347" y="5560"/>
                    <a:pt x="17855" y="5688"/>
                  </a:cubicBezTo>
                  <a:cubicBezTo>
                    <a:pt x="15907" y="6195"/>
                    <a:pt x="14249" y="7695"/>
                    <a:pt x="13558" y="9581"/>
                  </a:cubicBezTo>
                  <a:cubicBezTo>
                    <a:pt x="12316" y="8874"/>
                    <a:pt x="10862" y="8547"/>
                    <a:pt x="9393" y="8547"/>
                  </a:cubicBezTo>
                  <a:cubicBezTo>
                    <a:pt x="7832" y="8547"/>
                    <a:pt x="6253" y="8916"/>
                    <a:pt x="4893" y="9591"/>
                  </a:cubicBezTo>
                  <a:cubicBezTo>
                    <a:pt x="4235" y="9920"/>
                    <a:pt x="3623" y="10331"/>
                    <a:pt x="3067" y="10815"/>
                  </a:cubicBezTo>
                  <a:cubicBezTo>
                    <a:pt x="1093" y="12529"/>
                    <a:pt x="0" y="15043"/>
                    <a:pt x="0" y="17653"/>
                  </a:cubicBezTo>
                  <a:lnTo>
                    <a:pt x="0" y="18219"/>
                  </a:lnTo>
                  <a:lnTo>
                    <a:pt x="73504" y="18206"/>
                  </a:lnTo>
                  <a:lnTo>
                    <a:pt x="73504" y="18199"/>
                  </a:lnTo>
                  <a:cubicBezTo>
                    <a:pt x="73510" y="16394"/>
                    <a:pt x="72034" y="15002"/>
                    <a:pt x="70332" y="15002"/>
                  </a:cubicBezTo>
                  <a:cubicBezTo>
                    <a:pt x="70061" y="15002"/>
                    <a:pt x="69784" y="15038"/>
                    <a:pt x="69506" y="15112"/>
                  </a:cubicBezTo>
                  <a:cubicBezTo>
                    <a:pt x="69496" y="15116"/>
                    <a:pt x="69483" y="15119"/>
                    <a:pt x="69467" y="15126"/>
                  </a:cubicBezTo>
                  <a:cubicBezTo>
                    <a:pt x="68812" y="11144"/>
                    <a:pt x="65620" y="7695"/>
                    <a:pt x="61687" y="6724"/>
                  </a:cubicBezTo>
                  <a:cubicBezTo>
                    <a:pt x="60907" y="6532"/>
                    <a:pt x="60107" y="6439"/>
                    <a:pt x="59307" y="6439"/>
                  </a:cubicBezTo>
                  <a:cubicBezTo>
                    <a:pt x="56072" y="6439"/>
                    <a:pt x="52831" y="7955"/>
                    <a:pt x="50871" y="10535"/>
                  </a:cubicBezTo>
                  <a:cubicBezTo>
                    <a:pt x="50815" y="8515"/>
                    <a:pt x="49298" y="6494"/>
                    <a:pt x="47570" y="5438"/>
                  </a:cubicBezTo>
                  <a:cubicBezTo>
                    <a:pt x="46605" y="4848"/>
                    <a:pt x="45472" y="4547"/>
                    <a:pt x="44340" y="4547"/>
                  </a:cubicBezTo>
                  <a:cubicBezTo>
                    <a:pt x="43445" y="4547"/>
                    <a:pt x="42552" y="4735"/>
                    <a:pt x="41743" y="5115"/>
                  </a:cubicBezTo>
                  <a:cubicBezTo>
                    <a:pt x="40635" y="1956"/>
                    <a:pt x="37213" y="0"/>
                    <a:pt x="338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8" name="Google Shape;508;p23"/>
          <p:cNvSpPr/>
          <p:nvPr/>
        </p:nvSpPr>
        <p:spPr>
          <a:xfrm>
            <a:off x="-229049" y="4451736"/>
            <a:ext cx="3704153" cy="937990"/>
          </a:xfrm>
          <a:custGeom>
            <a:avLst/>
            <a:gdLst/>
            <a:ahLst/>
            <a:cxnLst/>
            <a:rect l="l" t="t" r="r" b="b"/>
            <a:pathLst>
              <a:path w="75154" h="19031" fill="none" extrusionOk="0">
                <a:moveTo>
                  <a:pt x="1" y="18478"/>
                </a:moveTo>
                <a:cubicBezTo>
                  <a:pt x="1" y="15589"/>
                  <a:pt x="1222" y="12867"/>
                  <a:pt x="3354" y="11018"/>
                </a:cubicBezTo>
                <a:cubicBezTo>
                  <a:pt x="3966" y="10481"/>
                  <a:pt x="4641" y="10034"/>
                  <a:pt x="5351" y="9682"/>
                </a:cubicBezTo>
                <a:cubicBezTo>
                  <a:pt x="6842" y="8941"/>
                  <a:pt x="8524" y="8546"/>
                  <a:pt x="10218" y="8546"/>
                </a:cubicBezTo>
                <a:cubicBezTo>
                  <a:pt x="11564" y="8546"/>
                  <a:pt x="12848" y="8800"/>
                  <a:pt x="13980" y="9287"/>
                </a:cubicBezTo>
                <a:cubicBezTo>
                  <a:pt x="14901" y="7546"/>
                  <a:pt x="16553" y="6213"/>
                  <a:pt x="18471" y="5717"/>
                </a:cubicBezTo>
                <a:cubicBezTo>
                  <a:pt x="19021" y="5572"/>
                  <a:pt x="19617" y="5496"/>
                  <a:pt x="20239" y="5496"/>
                </a:cubicBezTo>
                <a:cubicBezTo>
                  <a:pt x="21723" y="5496"/>
                  <a:pt x="23210" y="5907"/>
                  <a:pt x="24388" y="6625"/>
                </a:cubicBezTo>
                <a:cubicBezTo>
                  <a:pt x="25257" y="5124"/>
                  <a:pt x="26376" y="3778"/>
                  <a:pt x="27669" y="2709"/>
                </a:cubicBezTo>
                <a:cubicBezTo>
                  <a:pt x="29314" y="1340"/>
                  <a:pt x="31210" y="445"/>
                  <a:pt x="33141" y="126"/>
                </a:cubicBezTo>
                <a:cubicBezTo>
                  <a:pt x="33642" y="43"/>
                  <a:pt x="34152" y="1"/>
                  <a:pt x="34665" y="1"/>
                </a:cubicBezTo>
                <a:cubicBezTo>
                  <a:pt x="36495" y="1"/>
                  <a:pt x="38354" y="534"/>
                  <a:pt x="39900" y="1498"/>
                </a:cubicBezTo>
                <a:cubicBezTo>
                  <a:pt x="41296" y="2370"/>
                  <a:pt x="42362" y="3528"/>
                  <a:pt x="43013" y="4881"/>
                </a:cubicBezTo>
                <a:cubicBezTo>
                  <a:pt x="43701" y="4660"/>
                  <a:pt x="44428" y="4548"/>
                  <a:pt x="45166" y="4548"/>
                </a:cubicBezTo>
                <a:cubicBezTo>
                  <a:pt x="46478" y="4548"/>
                  <a:pt x="47742" y="4897"/>
                  <a:pt x="48821" y="5559"/>
                </a:cubicBezTo>
                <a:cubicBezTo>
                  <a:pt x="50177" y="6388"/>
                  <a:pt x="51559" y="7859"/>
                  <a:pt x="52178" y="9590"/>
                </a:cubicBezTo>
                <a:cubicBezTo>
                  <a:pt x="53017" y="8797"/>
                  <a:pt x="54001" y="8115"/>
                  <a:pt x="55080" y="7602"/>
                </a:cubicBezTo>
                <a:cubicBezTo>
                  <a:pt x="56663" y="6842"/>
                  <a:pt x="58407" y="6444"/>
                  <a:pt x="60132" y="6444"/>
                </a:cubicBezTo>
                <a:cubicBezTo>
                  <a:pt x="61010" y="6444"/>
                  <a:pt x="61876" y="6546"/>
                  <a:pt x="62708" y="6753"/>
                </a:cubicBezTo>
                <a:cubicBezTo>
                  <a:pt x="64794" y="7266"/>
                  <a:pt x="66703" y="8408"/>
                  <a:pt x="68233" y="10063"/>
                </a:cubicBezTo>
                <a:cubicBezTo>
                  <a:pt x="69566" y="11502"/>
                  <a:pt x="70491" y="13203"/>
                  <a:pt x="70935" y="15013"/>
                </a:cubicBezTo>
                <a:cubicBezTo>
                  <a:pt x="71011" y="15006"/>
                  <a:pt x="71080" y="15006"/>
                  <a:pt x="71155" y="15006"/>
                </a:cubicBezTo>
                <a:cubicBezTo>
                  <a:pt x="73360" y="15006"/>
                  <a:pt x="75154" y="16813"/>
                  <a:pt x="75154" y="19031"/>
                </a:cubicBezTo>
              </a:path>
            </a:pathLst>
          </a:custGeom>
          <a:noFill/>
          <a:ln w="9525" cap="flat" cmpd="sng">
            <a:solidFill>
              <a:schemeClr val="accent3"/>
            </a:solidFill>
            <a:prstDash val="dash"/>
            <a:miter lim="329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23"/>
          <p:cNvSpPr/>
          <p:nvPr/>
        </p:nvSpPr>
        <p:spPr>
          <a:xfrm>
            <a:off x="-86450" y="4711050"/>
            <a:ext cx="3354123" cy="937990"/>
          </a:xfrm>
          <a:custGeom>
            <a:avLst/>
            <a:gdLst/>
            <a:ahLst/>
            <a:cxnLst/>
            <a:rect l="l" t="t" r="r" b="b"/>
            <a:pathLst>
              <a:path w="75154" h="19031" fill="none" extrusionOk="0">
                <a:moveTo>
                  <a:pt x="1" y="18478"/>
                </a:moveTo>
                <a:cubicBezTo>
                  <a:pt x="1" y="15589"/>
                  <a:pt x="1222" y="12867"/>
                  <a:pt x="3354" y="11018"/>
                </a:cubicBezTo>
                <a:cubicBezTo>
                  <a:pt x="3966" y="10481"/>
                  <a:pt x="4641" y="10034"/>
                  <a:pt x="5351" y="9682"/>
                </a:cubicBezTo>
                <a:cubicBezTo>
                  <a:pt x="6842" y="8941"/>
                  <a:pt x="8524" y="8546"/>
                  <a:pt x="10218" y="8546"/>
                </a:cubicBezTo>
                <a:cubicBezTo>
                  <a:pt x="11564" y="8546"/>
                  <a:pt x="12848" y="8800"/>
                  <a:pt x="13980" y="9287"/>
                </a:cubicBezTo>
                <a:cubicBezTo>
                  <a:pt x="14901" y="7546"/>
                  <a:pt x="16553" y="6213"/>
                  <a:pt x="18471" y="5717"/>
                </a:cubicBezTo>
                <a:cubicBezTo>
                  <a:pt x="19021" y="5572"/>
                  <a:pt x="19617" y="5496"/>
                  <a:pt x="20239" y="5496"/>
                </a:cubicBezTo>
                <a:cubicBezTo>
                  <a:pt x="21723" y="5496"/>
                  <a:pt x="23210" y="5907"/>
                  <a:pt x="24388" y="6625"/>
                </a:cubicBezTo>
                <a:cubicBezTo>
                  <a:pt x="25257" y="5124"/>
                  <a:pt x="26376" y="3778"/>
                  <a:pt x="27669" y="2709"/>
                </a:cubicBezTo>
                <a:cubicBezTo>
                  <a:pt x="29314" y="1340"/>
                  <a:pt x="31210" y="445"/>
                  <a:pt x="33141" y="126"/>
                </a:cubicBezTo>
                <a:cubicBezTo>
                  <a:pt x="33642" y="43"/>
                  <a:pt x="34152" y="1"/>
                  <a:pt x="34665" y="1"/>
                </a:cubicBezTo>
                <a:cubicBezTo>
                  <a:pt x="36495" y="1"/>
                  <a:pt x="38354" y="534"/>
                  <a:pt x="39900" y="1498"/>
                </a:cubicBezTo>
                <a:cubicBezTo>
                  <a:pt x="41296" y="2370"/>
                  <a:pt x="42362" y="3528"/>
                  <a:pt x="43013" y="4881"/>
                </a:cubicBezTo>
                <a:cubicBezTo>
                  <a:pt x="43701" y="4660"/>
                  <a:pt x="44428" y="4548"/>
                  <a:pt x="45166" y="4548"/>
                </a:cubicBezTo>
                <a:cubicBezTo>
                  <a:pt x="46478" y="4548"/>
                  <a:pt x="47742" y="4897"/>
                  <a:pt x="48821" y="5559"/>
                </a:cubicBezTo>
                <a:cubicBezTo>
                  <a:pt x="50177" y="6388"/>
                  <a:pt x="51559" y="7859"/>
                  <a:pt x="52178" y="9590"/>
                </a:cubicBezTo>
                <a:cubicBezTo>
                  <a:pt x="53017" y="8797"/>
                  <a:pt x="54001" y="8115"/>
                  <a:pt x="55080" y="7602"/>
                </a:cubicBezTo>
                <a:cubicBezTo>
                  <a:pt x="56663" y="6842"/>
                  <a:pt x="58407" y="6444"/>
                  <a:pt x="60132" y="6444"/>
                </a:cubicBezTo>
                <a:cubicBezTo>
                  <a:pt x="61010" y="6444"/>
                  <a:pt x="61876" y="6546"/>
                  <a:pt x="62708" y="6753"/>
                </a:cubicBezTo>
                <a:cubicBezTo>
                  <a:pt x="64794" y="7266"/>
                  <a:pt x="66703" y="8408"/>
                  <a:pt x="68233" y="10063"/>
                </a:cubicBezTo>
                <a:cubicBezTo>
                  <a:pt x="69566" y="11502"/>
                  <a:pt x="70491" y="13203"/>
                  <a:pt x="70935" y="15013"/>
                </a:cubicBezTo>
                <a:cubicBezTo>
                  <a:pt x="71011" y="15006"/>
                  <a:pt x="71080" y="15006"/>
                  <a:pt x="71155" y="15006"/>
                </a:cubicBezTo>
                <a:cubicBezTo>
                  <a:pt x="73360" y="15006"/>
                  <a:pt x="75154" y="16813"/>
                  <a:pt x="75154" y="19031"/>
                </a:cubicBezTo>
              </a:path>
            </a:pathLst>
          </a:custGeom>
          <a:noFill/>
          <a:ln w="9525" cap="flat" cmpd="sng">
            <a:solidFill>
              <a:schemeClr val="accent3"/>
            </a:solidFill>
            <a:prstDash val="dash"/>
            <a:miter lim="329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23"/>
          <p:cNvSpPr/>
          <p:nvPr/>
        </p:nvSpPr>
        <p:spPr>
          <a:xfrm>
            <a:off x="-273875" y="249775"/>
            <a:ext cx="555428" cy="570430"/>
          </a:xfrm>
          <a:custGeom>
            <a:avLst/>
            <a:gdLst/>
            <a:ahLst/>
            <a:cxnLst/>
            <a:rect l="l" t="t" r="r" b="b"/>
            <a:pathLst>
              <a:path w="5299" h="5442" extrusionOk="0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1" name="Google Shape;511;p23"/>
          <p:cNvSpPr/>
          <p:nvPr/>
        </p:nvSpPr>
        <p:spPr>
          <a:xfrm rot="4073347">
            <a:off x="4366373" y="4499513"/>
            <a:ext cx="411256" cy="457773"/>
          </a:xfrm>
          <a:custGeom>
            <a:avLst/>
            <a:gdLst/>
            <a:ahLst/>
            <a:cxnLst/>
            <a:rect l="l" t="t" r="r" b="b"/>
            <a:pathLst>
              <a:path w="5299" h="5442" extrusionOk="0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2" name="Google Shape;512;p23"/>
          <p:cNvSpPr/>
          <p:nvPr/>
        </p:nvSpPr>
        <p:spPr>
          <a:xfrm rot="4562439">
            <a:off x="8320398" y="696758"/>
            <a:ext cx="624831" cy="641633"/>
          </a:xfrm>
          <a:custGeom>
            <a:avLst/>
            <a:gdLst/>
            <a:ahLst/>
            <a:cxnLst/>
            <a:rect l="l" t="t" r="r" b="b"/>
            <a:pathLst>
              <a:path w="5299" h="5442" extrusionOk="0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p23"/>
          <p:cNvSpPr/>
          <p:nvPr/>
        </p:nvSpPr>
        <p:spPr>
          <a:xfrm rot="4073420">
            <a:off x="8272979" y="4644744"/>
            <a:ext cx="311846" cy="347105"/>
          </a:xfrm>
          <a:custGeom>
            <a:avLst/>
            <a:gdLst/>
            <a:ahLst/>
            <a:cxnLst/>
            <a:rect l="l" t="t" r="r" b="b"/>
            <a:pathLst>
              <a:path w="5299" h="5442" extrusionOk="0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23"/>
          <p:cNvSpPr/>
          <p:nvPr/>
        </p:nvSpPr>
        <p:spPr>
          <a:xfrm rot="4562481">
            <a:off x="282196" y="3952798"/>
            <a:ext cx="536223" cy="550651"/>
          </a:xfrm>
          <a:custGeom>
            <a:avLst/>
            <a:gdLst/>
            <a:ahLst/>
            <a:cxnLst/>
            <a:rect l="l" t="t" r="r" b="b"/>
            <a:pathLst>
              <a:path w="5299" h="5442" extrusionOk="0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2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16" name="Google Shape;516;p23"/>
          <p:cNvSpPr txBox="1">
            <a:spLocks noGrp="1"/>
          </p:cNvSpPr>
          <p:nvPr>
            <p:ph type="subTitle" idx="1"/>
          </p:nvPr>
        </p:nvSpPr>
        <p:spPr>
          <a:xfrm>
            <a:off x="838961" y="1585302"/>
            <a:ext cx="2280600" cy="46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17" name="Google Shape;517;p23"/>
          <p:cNvSpPr txBox="1">
            <a:spLocks noGrp="1"/>
          </p:cNvSpPr>
          <p:nvPr>
            <p:ph type="subTitle" idx="2"/>
          </p:nvPr>
        </p:nvSpPr>
        <p:spPr>
          <a:xfrm>
            <a:off x="839025" y="1902399"/>
            <a:ext cx="2280600" cy="691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18" name="Google Shape;518;p23"/>
          <p:cNvSpPr txBox="1">
            <a:spLocks noGrp="1"/>
          </p:cNvSpPr>
          <p:nvPr>
            <p:ph type="subTitle" idx="3"/>
          </p:nvPr>
        </p:nvSpPr>
        <p:spPr>
          <a:xfrm>
            <a:off x="6024300" y="1902399"/>
            <a:ext cx="2280600" cy="691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19" name="Google Shape;519;p23"/>
          <p:cNvSpPr txBox="1">
            <a:spLocks noGrp="1"/>
          </p:cNvSpPr>
          <p:nvPr>
            <p:ph type="subTitle" idx="4"/>
          </p:nvPr>
        </p:nvSpPr>
        <p:spPr>
          <a:xfrm>
            <a:off x="839025" y="3379274"/>
            <a:ext cx="2280600" cy="691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20" name="Google Shape;520;p23"/>
          <p:cNvSpPr txBox="1">
            <a:spLocks noGrp="1"/>
          </p:cNvSpPr>
          <p:nvPr>
            <p:ph type="subTitle" idx="5"/>
          </p:nvPr>
        </p:nvSpPr>
        <p:spPr>
          <a:xfrm>
            <a:off x="6024300" y="3379274"/>
            <a:ext cx="2280600" cy="691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21" name="Google Shape;521;p23"/>
          <p:cNvSpPr txBox="1">
            <a:spLocks noGrp="1"/>
          </p:cNvSpPr>
          <p:nvPr>
            <p:ph type="subTitle" idx="6"/>
          </p:nvPr>
        </p:nvSpPr>
        <p:spPr>
          <a:xfrm>
            <a:off x="839021" y="3062177"/>
            <a:ext cx="2280600" cy="46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22" name="Google Shape;522;p23"/>
          <p:cNvSpPr txBox="1">
            <a:spLocks noGrp="1"/>
          </p:cNvSpPr>
          <p:nvPr>
            <p:ph type="subTitle" idx="7"/>
          </p:nvPr>
        </p:nvSpPr>
        <p:spPr>
          <a:xfrm>
            <a:off x="6024287" y="1585302"/>
            <a:ext cx="2280600" cy="46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23" name="Google Shape;523;p23"/>
          <p:cNvSpPr txBox="1">
            <a:spLocks noGrp="1"/>
          </p:cNvSpPr>
          <p:nvPr>
            <p:ph type="subTitle" idx="8"/>
          </p:nvPr>
        </p:nvSpPr>
        <p:spPr>
          <a:xfrm>
            <a:off x="6024287" y="3062177"/>
            <a:ext cx="2280600" cy="46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5" name="Google Shape;525;p24"/>
          <p:cNvGrpSpPr/>
          <p:nvPr/>
        </p:nvGrpSpPr>
        <p:grpSpPr>
          <a:xfrm rot="10800000">
            <a:off x="-362317" y="4538425"/>
            <a:ext cx="2775309" cy="888924"/>
            <a:chOff x="-837652" y="-229602"/>
            <a:chExt cx="2657070" cy="851052"/>
          </a:xfrm>
        </p:grpSpPr>
        <p:sp>
          <p:nvSpPr>
            <p:cNvPr id="526" name="Google Shape;526;p24"/>
            <p:cNvSpPr/>
            <p:nvPr/>
          </p:nvSpPr>
          <p:spPr>
            <a:xfrm rot="10800000">
              <a:off x="-808520" y="-51851"/>
              <a:ext cx="2598946" cy="644133"/>
            </a:xfrm>
            <a:custGeom>
              <a:avLst/>
              <a:gdLst/>
              <a:ahLst/>
              <a:cxnLst/>
              <a:rect l="l" t="t" r="r" b="b"/>
              <a:pathLst>
                <a:path w="73510" h="18219" extrusionOk="0">
                  <a:moveTo>
                    <a:pt x="33837" y="0"/>
                  </a:moveTo>
                  <a:cubicBezTo>
                    <a:pt x="33373" y="0"/>
                    <a:pt x="32909" y="37"/>
                    <a:pt x="32453" y="113"/>
                  </a:cubicBezTo>
                  <a:cubicBezTo>
                    <a:pt x="28682" y="745"/>
                    <a:pt x="25536" y="3598"/>
                    <a:pt x="23848" y="7017"/>
                  </a:cubicBezTo>
                  <a:cubicBezTo>
                    <a:pt x="22703" y="6042"/>
                    <a:pt x="21010" y="5499"/>
                    <a:pt x="19412" y="5499"/>
                  </a:cubicBezTo>
                  <a:cubicBezTo>
                    <a:pt x="18874" y="5499"/>
                    <a:pt x="18347" y="5560"/>
                    <a:pt x="17855" y="5688"/>
                  </a:cubicBezTo>
                  <a:cubicBezTo>
                    <a:pt x="15907" y="6195"/>
                    <a:pt x="14249" y="7695"/>
                    <a:pt x="13558" y="9581"/>
                  </a:cubicBezTo>
                  <a:cubicBezTo>
                    <a:pt x="12316" y="8874"/>
                    <a:pt x="10862" y="8547"/>
                    <a:pt x="9393" y="8547"/>
                  </a:cubicBezTo>
                  <a:cubicBezTo>
                    <a:pt x="7832" y="8547"/>
                    <a:pt x="6253" y="8916"/>
                    <a:pt x="4893" y="9591"/>
                  </a:cubicBezTo>
                  <a:cubicBezTo>
                    <a:pt x="4235" y="9920"/>
                    <a:pt x="3623" y="10331"/>
                    <a:pt x="3067" y="10815"/>
                  </a:cubicBezTo>
                  <a:cubicBezTo>
                    <a:pt x="1093" y="12529"/>
                    <a:pt x="0" y="15043"/>
                    <a:pt x="0" y="17653"/>
                  </a:cubicBezTo>
                  <a:lnTo>
                    <a:pt x="0" y="18219"/>
                  </a:lnTo>
                  <a:lnTo>
                    <a:pt x="73504" y="18206"/>
                  </a:lnTo>
                  <a:lnTo>
                    <a:pt x="73504" y="18199"/>
                  </a:lnTo>
                  <a:cubicBezTo>
                    <a:pt x="73510" y="16394"/>
                    <a:pt x="72034" y="15002"/>
                    <a:pt x="70332" y="15002"/>
                  </a:cubicBezTo>
                  <a:cubicBezTo>
                    <a:pt x="70061" y="15002"/>
                    <a:pt x="69784" y="15038"/>
                    <a:pt x="69506" y="15112"/>
                  </a:cubicBezTo>
                  <a:cubicBezTo>
                    <a:pt x="69496" y="15116"/>
                    <a:pt x="69483" y="15119"/>
                    <a:pt x="69467" y="15126"/>
                  </a:cubicBezTo>
                  <a:cubicBezTo>
                    <a:pt x="68812" y="11144"/>
                    <a:pt x="65620" y="7695"/>
                    <a:pt x="61687" y="6724"/>
                  </a:cubicBezTo>
                  <a:cubicBezTo>
                    <a:pt x="60907" y="6532"/>
                    <a:pt x="60107" y="6439"/>
                    <a:pt x="59307" y="6439"/>
                  </a:cubicBezTo>
                  <a:cubicBezTo>
                    <a:pt x="56072" y="6439"/>
                    <a:pt x="52831" y="7955"/>
                    <a:pt x="50871" y="10535"/>
                  </a:cubicBezTo>
                  <a:cubicBezTo>
                    <a:pt x="50815" y="8515"/>
                    <a:pt x="49298" y="6494"/>
                    <a:pt x="47570" y="5438"/>
                  </a:cubicBezTo>
                  <a:cubicBezTo>
                    <a:pt x="46605" y="4848"/>
                    <a:pt x="45472" y="4547"/>
                    <a:pt x="44340" y="4547"/>
                  </a:cubicBezTo>
                  <a:cubicBezTo>
                    <a:pt x="43445" y="4547"/>
                    <a:pt x="42552" y="4735"/>
                    <a:pt x="41743" y="5115"/>
                  </a:cubicBezTo>
                  <a:cubicBezTo>
                    <a:pt x="40635" y="1956"/>
                    <a:pt x="37213" y="0"/>
                    <a:pt x="338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24"/>
            <p:cNvSpPr/>
            <p:nvPr/>
          </p:nvSpPr>
          <p:spPr>
            <a:xfrm rot="10800000">
              <a:off x="-837652" y="-51391"/>
              <a:ext cx="2657070" cy="672841"/>
            </a:xfrm>
            <a:custGeom>
              <a:avLst/>
              <a:gdLst/>
              <a:ahLst/>
              <a:cxnLst/>
              <a:rect l="l" t="t" r="r" b="b"/>
              <a:pathLst>
                <a:path w="75154" h="19031" fill="none" extrusionOk="0">
                  <a:moveTo>
                    <a:pt x="1" y="18478"/>
                  </a:moveTo>
                  <a:cubicBezTo>
                    <a:pt x="1" y="15589"/>
                    <a:pt x="1222" y="12867"/>
                    <a:pt x="3354" y="11018"/>
                  </a:cubicBezTo>
                  <a:cubicBezTo>
                    <a:pt x="3966" y="10481"/>
                    <a:pt x="4641" y="10034"/>
                    <a:pt x="5351" y="9682"/>
                  </a:cubicBezTo>
                  <a:cubicBezTo>
                    <a:pt x="6842" y="8941"/>
                    <a:pt x="8524" y="8546"/>
                    <a:pt x="10218" y="8546"/>
                  </a:cubicBezTo>
                  <a:cubicBezTo>
                    <a:pt x="11564" y="8546"/>
                    <a:pt x="12848" y="8800"/>
                    <a:pt x="13980" y="9287"/>
                  </a:cubicBezTo>
                  <a:cubicBezTo>
                    <a:pt x="14901" y="7546"/>
                    <a:pt x="16553" y="6213"/>
                    <a:pt x="18471" y="5717"/>
                  </a:cubicBezTo>
                  <a:cubicBezTo>
                    <a:pt x="19021" y="5572"/>
                    <a:pt x="19617" y="5496"/>
                    <a:pt x="20239" y="5496"/>
                  </a:cubicBezTo>
                  <a:cubicBezTo>
                    <a:pt x="21723" y="5496"/>
                    <a:pt x="23210" y="5907"/>
                    <a:pt x="24388" y="6625"/>
                  </a:cubicBezTo>
                  <a:cubicBezTo>
                    <a:pt x="25257" y="5124"/>
                    <a:pt x="26376" y="3778"/>
                    <a:pt x="27669" y="2709"/>
                  </a:cubicBezTo>
                  <a:cubicBezTo>
                    <a:pt x="29314" y="1340"/>
                    <a:pt x="31210" y="445"/>
                    <a:pt x="33141" y="126"/>
                  </a:cubicBezTo>
                  <a:cubicBezTo>
                    <a:pt x="33642" y="43"/>
                    <a:pt x="34152" y="1"/>
                    <a:pt x="34665" y="1"/>
                  </a:cubicBezTo>
                  <a:cubicBezTo>
                    <a:pt x="36495" y="1"/>
                    <a:pt x="38354" y="534"/>
                    <a:pt x="39900" y="1498"/>
                  </a:cubicBezTo>
                  <a:cubicBezTo>
                    <a:pt x="41296" y="2370"/>
                    <a:pt x="42362" y="3528"/>
                    <a:pt x="43013" y="4881"/>
                  </a:cubicBezTo>
                  <a:cubicBezTo>
                    <a:pt x="43701" y="4660"/>
                    <a:pt x="44428" y="4548"/>
                    <a:pt x="45166" y="4548"/>
                  </a:cubicBezTo>
                  <a:cubicBezTo>
                    <a:pt x="46478" y="4548"/>
                    <a:pt x="47742" y="4897"/>
                    <a:pt x="48821" y="5559"/>
                  </a:cubicBezTo>
                  <a:cubicBezTo>
                    <a:pt x="50177" y="6388"/>
                    <a:pt x="51559" y="7859"/>
                    <a:pt x="52178" y="9590"/>
                  </a:cubicBezTo>
                  <a:cubicBezTo>
                    <a:pt x="53017" y="8797"/>
                    <a:pt x="54001" y="8115"/>
                    <a:pt x="55080" y="7602"/>
                  </a:cubicBezTo>
                  <a:cubicBezTo>
                    <a:pt x="56663" y="6842"/>
                    <a:pt x="58407" y="6444"/>
                    <a:pt x="60132" y="6444"/>
                  </a:cubicBezTo>
                  <a:cubicBezTo>
                    <a:pt x="61010" y="6444"/>
                    <a:pt x="61876" y="6546"/>
                    <a:pt x="62708" y="6753"/>
                  </a:cubicBezTo>
                  <a:cubicBezTo>
                    <a:pt x="64794" y="7266"/>
                    <a:pt x="66703" y="8408"/>
                    <a:pt x="68233" y="10063"/>
                  </a:cubicBezTo>
                  <a:cubicBezTo>
                    <a:pt x="69566" y="11502"/>
                    <a:pt x="70491" y="13203"/>
                    <a:pt x="70935" y="15013"/>
                  </a:cubicBezTo>
                  <a:cubicBezTo>
                    <a:pt x="71011" y="15006"/>
                    <a:pt x="71080" y="15006"/>
                    <a:pt x="71155" y="15006"/>
                  </a:cubicBezTo>
                  <a:cubicBezTo>
                    <a:pt x="73360" y="15006"/>
                    <a:pt x="75154" y="16813"/>
                    <a:pt x="75154" y="19031"/>
                  </a:cubicBezTo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dash"/>
              <a:miter lim="329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24"/>
            <p:cNvSpPr/>
            <p:nvPr/>
          </p:nvSpPr>
          <p:spPr>
            <a:xfrm rot="10800000">
              <a:off x="-626562" y="-229602"/>
              <a:ext cx="2234888" cy="553903"/>
            </a:xfrm>
            <a:custGeom>
              <a:avLst/>
              <a:gdLst/>
              <a:ahLst/>
              <a:cxnLst/>
              <a:rect l="l" t="t" r="r" b="b"/>
              <a:pathLst>
                <a:path w="73510" h="18219" extrusionOk="0">
                  <a:moveTo>
                    <a:pt x="33837" y="0"/>
                  </a:moveTo>
                  <a:cubicBezTo>
                    <a:pt x="33373" y="0"/>
                    <a:pt x="32909" y="37"/>
                    <a:pt x="32453" y="113"/>
                  </a:cubicBezTo>
                  <a:cubicBezTo>
                    <a:pt x="28682" y="745"/>
                    <a:pt x="25536" y="3598"/>
                    <a:pt x="23848" y="7017"/>
                  </a:cubicBezTo>
                  <a:cubicBezTo>
                    <a:pt x="22703" y="6042"/>
                    <a:pt x="21010" y="5499"/>
                    <a:pt x="19412" y="5499"/>
                  </a:cubicBezTo>
                  <a:cubicBezTo>
                    <a:pt x="18874" y="5499"/>
                    <a:pt x="18347" y="5560"/>
                    <a:pt x="17855" y="5688"/>
                  </a:cubicBezTo>
                  <a:cubicBezTo>
                    <a:pt x="15907" y="6195"/>
                    <a:pt x="14249" y="7695"/>
                    <a:pt x="13558" y="9581"/>
                  </a:cubicBezTo>
                  <a:cubicBezTo>
                    <a:pt x="12316" y="8874"/>
                    <a:pt x="10862" y="8547"/>
                    <a:pt x="9393" y="8547"/>
                  </a:cubicBezTo>
                  <a:cubicBezTo>
                    <a:pt x="7832" y="8547"/>
                    <a:pt x="6253" y="8916"/>
                    <a:pt x="4893" y="9591"/>
                  </a:cubicBezTo>
                  <a:cubicBezTo>
                    <a:pt x="4235" y="9920"/>
                    <a:pt x="3623" y="10331"/>
                    <a:pt x="3067" y="10815"/>
                  </a:cubicBezTo>
                  <a:cubicBezTo>
                    <a:pt x="1093" y="12529"/>
                    <a:pt x="0" y="15043"/>
                    <a:pt x="0" y="17653"/>
                  </a:cubicBezTo>
                  <a:lnTo>
                    <a:pt x="0" y="18219"/>
                  </a:lnTo>
                  <a:lnTo>
                    <a:pt x="73504" y="18206"/>
                  </a:lnTo>
                  <a:lnTo>
                    <a:pt x="73504" y="18199"/>
                  </a:lnTo>
                  <a:cubicBezTo>
                    <a:pt x="73510" y="16394"/>
                    <a:pt x="72034" y="15002"/>
                    <a:pt x="70332" y="15002"/>
                  </a:cubicBezTo>
                  <a:cubicBezTo>
                    <a:pt x="70061" y="15002"/>
                    <a:pt x="69784" y="15038"/>
                    <a:pt x="69506" y="15112"/>
                  </a:cubicBezTo>
                  <a:cubicBezTo>
                    <a:pt x="69496" y="15116"/>
                    <a:pt x="69483" y="15119"/>
                    <a:pt x="69467" y="15126"/>
                  </a:cubicBezTo>
                  <a:cubicBezTo>
                    <a:pt x="68812" y="11144"/>
                    <a:pt x="65620" y="7695"/>
                    <a:pt x="61687" y="6724"/>
                  </a:cubicBezTo>
                  <a:cubicBezTo>
                    <a:pt x="60907" y="6532"/>
                    <a:pt x="60107" y="6439"/>
                    <a:pt x="59307" y="6439"/>
                  </a:cubicBezTo>
                  <a:cubicBezTo>
                    <a:pt x="56072" y="6439"/>
                    <a:pt x="52831" y="7955"/>
                    <a:pt x="50871" y="10535"/>
                  </a:cubicBezTo>
                  <a:cubicBezTo>
                    <a:pt x="50815" y="8515"/>
                    <a:pt x="49298" y="6494"/>
                    <a:pt x="47570" y="5438"/>
                  </a:cubicBezTo>
                  <a:cubicBezTo>
                    <a:pt x="46605" y="4848"/>
                    <a:pt x="45472" y="4547"/>
                    <a:pt x="44340" y="4547"/>
                  </a:cubicBezTo>
                  <a:cubicBezTo>
                    <a:pt x="43445" y="4547"/>
                    <a:pt x="42552" y="4735"/>
                    <a:pt x="41743" y="5115"/>
                  </a:cubicBezTo>
                  <a:cubicBezTo>
                    <a:pt x="40635" y="1956"/>
                    <a:pt x="37213" y="0"/>
                    <a:pt x="338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9" name="Google Shape;529;p24"/>
          <p:cNvSpPr/>
          <p:nvPr/>
        </p:nvSpPr>
        <p:spPr>
          <a:xfrm flipH="1">
            <a:off x="-952352" y="109797"/>
            <a:ext cx="1474915" cy="474233"/>
          </a:xfrm>
          <a:custGeom>
            <a:avLst/>
            <a:gdLst/>
            <a:ahLst/>
            <a:cxnLst/>
            <a:rect l="l" t="t" r="r" b="b"/>
            <a:pathLst>
              <a:path w="12769" h="4106" extrusionOk="0">
                <a:moveTo>
                  <a:pt x="6300" y="0"/>
                </a:moveTo>
                <a:cubicBezTo>
                  <a:pt x="5212" y="0"/>
                  <a:pt x="4093" y="707"/>
                  <a:pt x="3755" y="2065"/>
                </a:cubicBezTo>
                <a:cubicBezTo>
                  <a:pt x="3367" y="1839"/>
                  <a:pt x="2961" y="1738"/>
                  <a:pt x="2566" y="1738"/>
                </a:cubicBezTo>
                <a:cubicBezTo>
                  <a:pt x="1317" y="1738"/>
                  <a:pt x="170" y="2755"/>
                  <a:pt x="1" y="4105"/>
                </a:cubicBezTo>
                <a:lnTo>
                  <a:pt x="12768" y="4105"/>
                </a:lnTo>
                <a:cubicBezTo>
                  <a:pt x="12664" y="3631"/>
                  <a:pt x="12245" y="3204"/>
                  <a:pt x="11778" y="3204"/>
                </a:cubicBezTo>
                <a:cubicBezTo>
                  <a:pt x="11658" y="3204"/>
                  <a:pt x="11535" y="3232"/>
                  <a:pt x="11413" y="3296"/>
                </a:cubicBezTo>
                <a:cubicBezTo>
                  <a:pt x="11199" y="2451"/>
                  <a:pt x="10371" y="1769"/>
                  <a:pt x="9537" y="1769"/>
                </a:cubicBezTo>
                <a:cubicBezTo>
                  <a:pt x="9227" y="1769"/>
                  <a:pt x="8916" y="1863"/>
                  <a:pt x="8635" y="2078"/>
                </a:cubicBezTo>
                <a:cubicBezTo>
                  <a:pt x="8395" y="676"/>
                  <a:pt x="7362" y="0"/>
                  <a:pt x="630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p24"/>
          <p:cNvSpPr/>
          <p:nvPr/>
        </p:nvSpPr>
        <p:spPr>
          <a:xfrm flipH="1">
            <a:off x="-109630" y="109796"/>
            <a:ext cx="867954" cy="274214"/>
          </a:xfrm>
          <a:custGeom>
            <a:avLst/>
            <a:gdLst/>
            <a:ahLst/>
            <a:cxnLst/>
            <a:rect l="l" t="t" r="r" b="b"/>
            <a:pathLst>
              <a:path w="10745" h="3395" extrusionOk="0">
                <a:moveTo>
                  <a:pt x="3391" y="1"/>
                </a:moveTo>
                <a:cubicBezTo>
                  <a:pt x="1925" y="1"/>
                  <a:pt x="346" y="1436"/>
                  <a:pt x="1" y="3395"/>
                </a:cubicBezTo>
                <a:lnTo>
                  <a:pt x="10745" y="3395"/>
                </a:lnTo>
                <a:cubicBezTo>
                  <a:pt x="10569" y="2667"/>
                  <a:pt x="9893" y="2287"/>
                  <a:pt x="9206" y="2287"/>
                </a:cubicBezTo>
                <a:cubicBezTo>
                  <a:pt x="8913" y="2287"/>
                  <a:pt x="8618" y="2356"/>
                  <a:pt x="8359" y="2496"/>
                </a:cubicBezTo>
                <a:cubicBezTo>
                  <a:pt x="8239" y="1801"/>
                  <a:pt x="7626" y="1429"/>
                  <a:pt x="7018" y="1429"/>
                </a:cubicBezTo>
                <a:cubicBezTo>
                  <a:pt x="6508" y="1429"/>
                  <a:pt x="6002" y="1689"/>
                  <a:pt x="5789" y="2240"/>
                </a:cubicBezTo>
                <a:cubicBezTo>
                  <a:pt x="5317" y="654"/>
                  <a:pt x="4380" y="1"/>
                  <a:pt x="339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p24"/>
          <p:cNvSpPr/>
          <p:nvPr/>
        </p:nvSpPr>
        <p:spPr>
          <a:xfrm flipH="1">
            <a:off x="7968281" y="202202"/>
            <a:ext cx="932424" cy="294593"/>
          </a:xfrm>
          <a:custGeom>
            <a:avLst/>
            <a:gdLst/>
            <a:ahLst/>
            <a:cxnLst/>
            <a:rect l="l" t="t" r="r" b="b"/>
            <a:pathLst>
              <a:path w="10745" h="3395" extrusionOk="0">
                <a:moveTo>
                  <a:pt x="3391" y="1"/>
                </a:moveTo>
                <a:cubicBezTo>
                  <a:pt x="1925" y="1"/>
                  <a:pt x="346" y="1436"/>
                  <a:pt x="1" y="3395"/>
                </a:cubicBezTo>
                <a:lnTo>
                  <a:pt x="10745" y="3395"/>
                </a:lnTo>
                <a:cubicBezTo>
                  <a:pt x="10569" y="2667"/>
                  <a:pt x="9893" y="2287"/>
                  <a:pt x="9206" y="2287"/>
                </a:cubicBezTo>
                <a:cubicBezTo>
                  <a:pt x="8913" y="2287"/>
                  <a:pt x="8618" y="2356"/>
                  <a:pt x="8359" y="2496"/>
                </a:cubicBezTo>
                <a:cubicBezTo>
                  <a:pt x="8239" y="1801"/>
                  <a:pt x="7626" y="1429"/>
                  <a:pt x="7018" y="1429"/>
                </a:cubicBezTo>
                <a:cubicBezTo>
                  <a:pt x="6508" y="1429"/>
                  <a:pt x="6002" y="1689"/>
                  <a:pt x="5789" y="2240"/>
                </a:cubicBezTo>
                <a:cubicBezTo>
                  <a:pt x="5317" y="654"/>
                  <a:pt x="4380" y="1"/>
                  <a:pt x="3391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p24"/>
          <p:cNvSpPr/>
          <p:nvPr/>
        </p:nvSpPr>
        <p:spPr>
          <a:xfrm>
            <a:off x="8501912" y="277129"/>
            <a:ext cx="1274825" cy="409871"/>
          </a:xfrm>
          <a:custGeom>
            <a:avLst/>
            <a:gdLst/>
            <a:ahLst/>
            <a:cxnLst/>
            <a:rect l="l" t="t" r="r" b="b"/>
            <a:pathLst>
              <a:path w="12769" h="4106" extrusionOk="0">
                <a:moveTo>
                  <a:pt x="6300" y="0"/>
                </a:moveTo>
                <a:cubicBezTo>
                  <a:pt x="5212" y="0"/>
                  <a:pt x="4093" y="707"/>
                  <a:pt x="3755" y="2065"/>
                </a:cubicBezTo>
                <a:cubicBezTo>
                  <a:pt x="3367" y="1839"/>
                  <a:pt x="2961" y="1738"/>
                  <a:pt x="2566" y="1738"/>
                </a:cubicBezTo>
                <a:cubicBezTo>
                  <a:pt x="1317" y="1738"/>
                  <a:pt x="170" y="2755"/>
                  <a:pt x="1" y="4105"/>
                </a:cubicBezTo>
                <a:lnTo>
                  <a:pt x="12768" y="4105"/>
                </a:lnTo>
                <a:cubicBezTo>
                  <a:pt x="12664" y="3631"/>
                  <a:pt x="12245" y="3204"/>
                  <a:pt x="11778" y="3204"/>
                </a:cubicBezTo>
                <a:cubicBezTo>
                  <a:pt x="11658" y="3204"/>
                  <a:pt x="11535" y="3232"/>
                  <a:pt x="11413" y="3296"/>
                </a:cubicBezTo>
                <a:cubicBezTo>
                  <a:pt x="11199" y="2451"/>
                  <a:pt x="10371" y="1769"/>
                  <a:pt x="9537" y="1769"/>
                </a:cubicBezTo>
                <a:cubicBezTo>
                  <a:pt x="9227" y="1769"/>
                  <a:pt x="8916" y="1863"/>
                  <a:pt x="8635" y="2078"/>
                </a:cubicBezTo>
                <a:cubicBezTo>
                  <a:pt x="8395" y="676"/>
                  <a:pt x="7362" y="0"/>
                  <a:pt x="630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24"/>
          <p:cNvSpPr/>
          <p:nvPr/>
        </p:nvSpPr>
        <p:spPr>
          <a:xfrm>
            <a:off x="-109625" y="3748888"/>
            <a:ext cx="555428" cy="570430"/>
          </a:xfrm>
          <a:custGeom>
            <a:avLst/>
            <a:gdLst/>
            <a:ahLst/>
            <a:cxnLst/>
            <a:rect l="l" t="t" r="r" b="b"/>
            <a:pathLst>
              <a:path w="5299" h="5442" extrusionOk="0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24"/>
          <p:cNvSpPr/>
          <p:nvPr/>
        </p:nvSpPr>
        <p:spPr>
          <a:xfrm rot="4073347">
            <a:off x="6678148" y="249988"/>
            <a:ext cx="411256" cy="457773"/>
          </a:xfrm>
          <a:custGeom>
            <a:avLst/>
            <a:gdLst/>
            <a:ahLst/>
            <a:cxnLst/>
            <a:rect l="l" t="t" r="r" b="b"/>
            <a:pathLst>
              <a:path w="5299" h="5442" extrusionOk="0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5" name="Google Shape;535;p24"/>
          <p:cNvSpPr/>
          <p:nvPr/>
        </p:nvSpPr>
        <p:spPr>
          <a:xfrm rot="4562439">
            <a:off x="8692098" y="1794133"/>
            <a:ext cx="624831" cy="641633"/>
          </a:xfrm>
          <a:custGeom>
            <a:avLst/>
            <a:gdLst/>
            <a:ahLst/>
            <a:cxnLst/>
            <a:rect l="l" t="t" r="r" b="b"/>
            <a:pathLst>
              <a:path w="5299" h="5442" extrusionOk="0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6" name="Google Shape;536;p24"/>
          <p:cNvSpPr/>
          <p:nvPr/>
        </p:nvSpPr>
        <p:spPr>
          <a:xfrm rot="4073420">
            <a:off x="8272979" y="4644744"/>
            <a:ext cx="311846" cy="347105"/>
          </a:xfrm>
          <a:custGeom>
            <a:avLst/>
            <a:gdLst/>
            <a:ahLst/>
            <a:cxnLst/>
            <a:rect l="l" t="t" r="r" b="b"/>
            <a:pathLst>
              <a:path w="5299" h="5442" extrusionOk="0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7" name="Google Shape;537;p24"/>
          <p:cNvSpPr/>
          <p:nvPr/>
        </p:nvSpPr>
        <p:spPr>
          <a:xfrm rot="4562481">
            <a:off x="3265046" y="4771635"/>
            <a:ext cx="536223" cy="550651"/>
          </a:xfrm>
          <a:custGeom>
            <a:avLst/>
            <a:gdLst/>
            <a:ahLst/>
            <a:cxnLst/>
            <a:rect l="l" t="t" r="r" b="b"/>
            <a:pathLst>
              <a:path w="5299" h="5442" extrusionOk="0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8" name="Google Shape;538;p24"/>
          <p:cNvSpPr txBox="1">
            <a:spLocks noGrp="1"/>
          </p:cNvSpPr>
          <p:nvPr>
            <p:ph type="subTitle" idx="1"/>
          </p:nvPr>
        </p:nvSpPr>
        <p:spPr>
          <a:xfrm>
            <a:off x="832150" y="2160744"/>
            <a:ext cx="17223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39" name="Google Shape;539;p24"/>
          <p:cNvSpPr txBox="1">
            <a:spLocks noGrp="1"/>
          </p:cNvSpPr>
          <p:nvPr>
            <p:ph type="subTitle" idx="2"/>
          </p:nvPr>
        </p:nvSpPr>
        <p:spPr>
          <a:xfrm>
            <a:off x="3490626" y="2160744"/>
            <a:ext cx="17220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40" name="Google Shape;540;p24"/>
          <p:cNvSpPr txBox="1">
            <a:spLocks noGrp="1"/>
          </p:cNvSpPr>
          <p:nvPr>
            <p:ph type="subTitle" idx="3"/>
          </p:nvPr>
        </p:nvSpPr>
        <p:spPr>
          <a:xfrm>
            <a:off x="6149132" y="2160744"/>
            <a:ext cx="17181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41" name="Google Shape;541;p24"/>
          <p:cNvSpPr txBox="1">
            <a:spLocks noGrp="1"/>
          </p:cNvSpPr>
          <p:nvPr>
            <p:ph type="subTitle" idx="4"/>
          </p:nvPr>
        </p:nvSpPr>
        <p:spPr>
          <a:xfrm>
            <a:off x="832150" y="3838248"/>
            <a:ext cx="17223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42" name="Google Shape;542;p24"/>
          <p:cNvSpPr txBox="1">
            <a:spLocks noGrp="1"/>
          </p:cNvSpPr>
          <p:nvPr>
            <p:ph type="subTitle" idx="5"/>
          </p:nvPr>
        </p:nvSpPr>
        <p:spPr>
          <a:xfrm>
            <a:off x="3490626" y="3838250"/>
            <a:ext cx="17220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43" name="Google Shape;543;p24"/>
          <p:cNvSpPr txBox="1">
            <a:spLocks noGrp="1"/>
          </p:cNvSpPr>
          <p:nvPr>
            <p:ph type="subTitle" idx="6"/>
          </p:nvPr>
        </p:nvSpPr>
        <p:spPr>
          <a:xfrm>
            <a:off x="6149132" y="3838250"/>
            <a:ext cx="17181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44" name="Google Shape;544;p24"/>
          <p:cNvSpPr txBox="1">
            <a:spLocks noGrp="1"/>
          </p:cNvSpPr>
          <p:nvPr>
            <p:ph type="subTitle" idx="7"/>
          </p:nvPr>
        </p:nvSpPr>
        <p:spPr>
          <a:xfrm>
            <a:off x="832150" y="1838175"/>
            <a:ext cx="1722300" cy="46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45" name="Google Shape;545;p24"/>
          <p:cNvSpPr txBox="1">
            <a:spLocks noGrp="1"/>
          </p:cNvSpPr>
          <p:nvPr>
            <p:ph type="subTitle" idx="8"/>
          </p:nvPr>
        </p:nvSpPr>
        <p:spPr>
          <a:xfrm>
            <a:off x="3489525" y="1838175"/>
            <a:ext cx="1722300" cy="46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46" name="Google Shape;546;p24"/>
          <p:cNvSpPr txBox="1">
            <a:spLocks noGrp="1"/>
          </p:cNvSpPr>
          <p:nvPr>
            <p:ph type="subTitle" idx="9"/>
          </p:nvPr>
        </p:nvSpPr>
        <p:spPr>
          <a:xfrm>
            <a:off x="6147175" y="1838175"/>
            <a:ext cx="1722000" cy="46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47" name="Google Shape;547;p24"/>
          <p:cNvSpPr txBox="1">
            <a:spLocks noGrp="1"/>
          </p:cNvSpPr>
          <p:nvPr>
            <p:ph type="subTitle" idx="13"/>
          </p:nvPr>
        </p:nvSpPr>
        <p:spPr>
          <a:xfrm>
            <a:off x="832150" y="3515681"/>
            <a:ext cx="1722300" cy="46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48" name="Google Shape;548;p24"/>
          <p:cNvSpPr txBox="1">
            <a:spLocks noGrp="1"/>
          </p:cNvSpPr>
          <p:nvPr>
            <p:ph type="subTitle" idx="14"/>
          </p:nvPr>
        </p:nvSpPr>
        <p:spPr>
          <a:xfrm>
            <a:off x="3489525" y="3515671"/>
            <a:ext cx="1722300" cy="46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49" name="Google Shape;549;p24"/>
          <p:cNvSpPr txBox="1">
            <a:spLocks noGrp="1"/>
          </p:cNvSpPr>
          <p:nvPr>
            <p:ph type="subTitle" idx="15"/>
          </p:nvPr>
        </p:nvSpPr>
        <p:spPr>
          <a:xfrm>
            <a:off x="6147175" y="3515671"/>
            <a:ext cx="1722000" cy="46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50" name="Google Shape;550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_1_1_1_1_1"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2" name="Google Shape;552;p25"/>
          <p:cNvGrpSpPr/>
          <p:nvPr/>
        </p:nvGrpSpPr>
        <p:grpSpPr>
          <a:xfrm flipH="1">
            <a:off x="-560339" y="-1184606"/>
            <a:ext cx="3097801" cy="2889117"/>
            <a:chOff x="6664150" y="-1115431"/>
            <a:chExt cx="3097801" cy="2889117"/>
          </a:xfrm>
        </p:grpSpPr>
        <p:sp>
          <p:nvSpPr>
            <p:cNvPr id="553" name="Google Shape;553;p25"/>
            <p:cNvSpPr/>
            <p:nvPr/>
          </p:nvSpPr>
          <p:spPr>
            <a:xfrm rot="-8442439">
              <a:off x="6660615" y="-182671"/>
              <a:ext cx="3104871" cy="1097261"/>
            </a:xfrm>
            <a:custGeom>
              <a:avLst/>
              <a:gdLst/>
              <a:ahLst/>
              <a:cxnLst/>
              <a:rect l="l" t="t" r="r" b="b"/>
              <a:pathLst>
                <a:path w="91978" h="32505" extrusionOk="0">
                  <a:moveTo>
                    <a:pt x="0" y="32505"/>
                  </a:moveTo>
                  <a:cubicBezTo>
                    <a:pt x="2138" y="25027"/>
                    <a:pt x="7152" y="15490"/>
                    <a:pt x="14869" y="14525"/>
                  </a:cubicBezTo>
                  <a:cubicBezTo>
                    <a:pt x="22277" y="13599"/>
                    <a:pt x="29916" y="20345"/>
                    <a:pt x="36999" y="17983"/>
                  </a:cubicBezTo>
                  <a:cubicBezTo>
                    <a:pt x="45693" y="15084"/>
                    <a:pt x="49051" y="1855"/>
                    <a:pt x="58091" y="348"/>
                  </a:cubicBezTo>
                  <a:cubicBezTo>
                    <a:pt x="70258" y="-1681"/>
                    <a:pt x="83249" y="6500"/>
                    <a:pt x="91978" y="15216"/>
                  </a:cubicBezTo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54" name="Google Shape;554;p25"/>
            <p:cNvSpPr/>
            <p:nvPr/>
          </p:nvSpPr>
          <p:spPr>
            <a:xfrm rot="-8442165">
              <a:off x="6955493" y="-377746"/>
              <a:ext cx="2721173" cy="1097261"/>
            </a:xfrm>
            <a:custGeom>
              <a:avLst/>
              <a:gdLst/>
              <a:ahLst/>
              <a:cxnLst/>
              <a:rect l="l" t="t" r="r" b="b"/>
              <a:pathLst>
                <a:path w="91978" h="32505" extrusionOk="0">
                  <a:moveTo>
                    <a:pt x="0" y="32505"/>
                  </a:moveTo>
                  <a:cubicBezTo>
                    <a:pt x="2138" y="25027"/>
                    <a:pt x="7152" y="15490"/>
                    <a:pt x="14869" y="14525"/>
                  </a:cubicBezTo>
                  <a:cubicBezTo>
                    <a:pt x="22277" y="13599"/>
                    <a:pt x="29916" y="20345"/>
                    <a:pt x="36999" y="17983"/>
                  </a:cubicBezTo>
                  <a:cubicBezTo>
                    <a:pt x="45693" y="15084"/>
                    <a:pt x="49051" y="1855"/>
                    <a:pt x="58091" y="348"/>
                  </a:cubicBezTo>
                  <a:cubicBezTo>
                    <a:pt x="70258" y="-1681"/>
                    <a:pt x="83249" y="6500"/>
                    <a:pt x="91978" y="15216"/>
                  </a:cubicBezTo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de-DE"/>
            </a:p>
          </p:txBody>
        </p:sp>
      </p:grpSp>
      <p:sp>
        <p:nvSpPr>
          <p:cNvPr id="555" name="Google Shape;555;p25"/>
          <p:cNvSpPr/>
          <p:nvPr/>
        </p:nvSpPr>
        <p:spPr>
          <a:xfrm flipH="1">
            <a:off x="-169416" y="2090525"/>
            <a:ext cx="555428" cy="570430"/>
          </a:xfrm>
          <a:custGeom>
            <a:avLst/>
            <a:gdLst/>
            <a:ahLst/>
            <a:cxnLst/>
            <a:rect l="l" t="t" r="r" b="b"/>
            <a:pathLst>
              <a:path w="5299" h="5442" extrusionOk="0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25"/>
          <p:cNvSpPr/>
          <p:nvPr/>
        </p:nvSpPr>
        <p:spPr>
          <a:xfrm rot="-4073347" flipH="1">
            <a:off x="324808" y="4828713"/>
            <a:ext cx="411256" cy="457773"/>
          </a:xfrm>
          <a:custGeom>
            <a:avLst/>
            <a:gdLst/>
            <a:ahLst/>
            <a:cxnLst/>
            <a:rect l="l" t="t" r="r" b="b"/>
            <a:pathLst>
              <a:path w="5299" h="5442" extrusionOk="0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25"/>
          <p:cNvSpPr/>
          <p:nvPr/>
        </p:nvSpPr>
        <p:spPr>
          <a:xfrm rot="-4562439" flipH="1">
            <a:off x="8624209" y="1140133"/>
            <a:ext cx="624831" cy="641633"/>
          </a:xfrm>
          <a:custGeom>
            <a:avLst/>
            <a:gdLst/>
            <a:ahLst/>
            <a:cxnLst/>
            <a:rect l="l" t="t" r="r" b="b"/>
            <a:pathLst>
              <a:path w="5299" h="5442" extrusionOk="0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8" name="Google Shape;558;p2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3852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59" name="Google Shape;559;p25"/>
          <p:cNvSpPr txBox="1">
            <a:spLocks noGrp="1"/>
          </p:cNvSpPr>
          <p:nvPr>
            <p:ph type="title" idx="2" hasCustomPrompt="1"/>
          </p:nvPr>
        </p:nvSpPr>
        <p:spPr>
          <a:xfrm>
            <a:off x="715177" y="1314225"/>
            <a:ext cx="3753900" cy="699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None/>
              <a:defRPr sz="54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r>
              <a:t>xx%</a:t>
            </a:r>
          </a:p>
        </p:txBody>
      </p:sp>
      <p:sp>
        <p:nvSpPr>
          <p:cNvPr id="560" name="Google Shape;560;p25"/>
          <p:cNvSpPr txBox="1">
            <a:spLocks noGrp="1"/>
          </p:cNvSpPr>
          <p:nvPr>
            <p:ph type="subTitle" idx="1"/>
          </p:nvPr>
        </p:nvSpPr>
        <p:spPr>
          <a:xfrm flipH="1">
            <a:off x="715025" y="1961651"/>
            <a:ext cx="3754200" cy="6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561" name="Google Shape;561;p25"/>
          <p:cNvSpPr txBox="1">
            <a:spLocks noGrp="1"/>
          </p:cNvSpPr>
          <p:nvPr>
            <p:ph type="title" idx="3" hasCustomPrompt="1"/>
          </p:nvPr>
        </p:nvSpPr>
        <p:spPr>
          <a:xfrm>
            <a:off x="715177" y="3047572"/>
            <a:ext cx="3753900" cy="699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None/>
              <a:defRPr sz="54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r>
              <a:t>xx%</a:t>
            </a:r>
          </a:p>
        </p:txBody>
      </p:sp>
      <p:sp>
        <p:nvSpPr>
          <p:cNvPr id="562" name="Google Shape;562;p25"/>
          <p:cNvSpPr txBox="1">
            <a:spLocks noGrp="1"/>
          </p:cNvSpPr>
          <p:nvPr>
            <p:ph type="subTitle" idx="4"/>
          </p:nvPr>
        </p:nvSpPr>
        <p:spPr>
          <a:xfrm flipH="1">
            <a:off x="715025" y="3714500"/>
            <a:ext cx="3754200" cy="6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1" name="Google Shape;581;p27"/>
          <p:cNvGrpSpPr/>
          <p:nvPr/>
        </p:nvGrpSpPr>
        <p:grpSpPr>
          <a:xfrm>
            <a:off x="-263475" y="4608500"/>
            <a:ext cx="2110826" cy="1254679"/>
            <a:chOff x="-131400" y="4035800"/>
            <a:chExt cx="2110826" cy="1254679"/>
          </a:xfrm>
        </p:grpSpPr>
        <p:sp>
          <p:nvSpPr>
            <p:cNvPr id="582" name="Google Shape;582;p27"/>
            <p:cNvSpPr/>
            <p:nvPr/>
          </p:nvSpPr>
          <p:spPr>
            <a:xfrm>
              <a:off x="-131400" y="4218273"/>
              <a:ext cx="1912205" cy="1072206"/>
            </a:xfrm>
            <a:custGeom>
              <a:avLst/>
              <a:gdLst/>
              <a:ahLst/>
              <a:cxnLst/>
              <a:rect l="l" t="t" r="r" b="b"/>
              <a:pathLst>
                <a:path w="170125" h="95392" extrusionOk="0">
                  <a:moveTo>
                    <a:pt x="0" y="5489"/>
                  </a:moveTo>
                  <a:cubicBezTo>
                    <a:pt x="3512" y="7244"/>
                    <a:pt x="5267" y="11854"/>
                    <a:pt x="8991" y="13096"/>
                  </a:cubicBezTo>
                  <a:cubicBezTo>
                    <a:pt x="13048" y="14449"/>
                    <a:pt x="17245" y="15369"/>
                    <a:pt x="21439" y="16208"/>
                  </a:cubicBezTo>
                  <a:cubicBezTo>
                    <a:pt x="37212" y="19364"/>
                    <a:pt x="52168" y="6626"/>
                    <a:pt x="67773" y="2722"/>
                  </a:cubicBezTo>
                  <a:cubicBezTo>
                    <a:pt x="85698" y="-1763"/>
                    <a:pt x="105943" y="-686"/>
                    <a:pt x="123098" y="6180"/>
                  </a:cubicBezTo>
                  <a:cubicBezTo>
                    <a:pt x="141941" y="13721"/>
                    <a:pt x="161231" y="29936"/>
                    <a:pt x="165630" y="49749"/>
                  </a:cubicBezTo>
                  <a:cubicBezTo>
                    <a:pt x="168171" y="61194"/>
                    <a:pt x="161480" y="72950"/>
                    <a:pt x="161480" y="84673"/>
                  </a:cubicBezTo>
                  <a:cubicBezTo>
                    <a:pt x="161480" y="89263"/>
                    <a:pt x="166019" y="93339"/>
                    <a:pt x="170125" y="95392"/>
                  </a:cubicBezTo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583" name="Google Shape;583;p27"/>
            <p:cNvSpPr/>
            <p:nvPr/>
          </p:nvSpPr>
          <p:spPr>
            <a:xfrm>
              <a:off x="-131400" y="4035800"/>
              <a:ext cx="2110826" cy="1185484"/>
            </a:xfrm>
            <a:custGeom>
              <a:avLst/>
              <a:gdLst/>
              <a:ahLst/>
              <a:cxnLst/>
              <a:rect l="l" t="t" r="r" b="b"/>
              <a:pathLst>
                <a:path w="170125" h="95392" extrusionOk="0">
                  <a:moveTo>
                    <a:pt x="0" y="5489"/>
                  </a:moveTo>
                  <a:cubicBezTo>
                    <a:pt x="3512" y="7244"/>
                    <a:pt x="5267" y="11854"/>
                    <a:pt x="8991" y="13096"/>
                  </a:cubicBezTo>
                  <a:cubicBezTo>
                    <a:pt x="13048" y="14449"/>
                    <a:pt x="17245" y="15369"/>
                    <a:pt x="21439" y="16208"/>
                  </a:cubicBezTo>
                  <a:cubicBezTo>
                    <a:pt x="37212" y="19364"/>
                    <a:pt x="52168" y="6626"/>
                    <a:pt x="67773" y="2722"/>
                  </a:cubicBezTo>
                  <a:cubicBezTo>
                    <a:pt x="85698" y="-1763"/>
                    <a:pt x="105943" y="-686"/>
                    <a:pt x="123098" y="6180"/>
                  </a:cubicBezTo>
                  <a:cubicBezTo>
                    <a:pt x="141941" y="13721"/>
                    <a:pt x="161231" y="29936"/>
                    <a:pt x="165630" y="49749"/>
                  </a:cubicBezTo>
                  <a:cubicBezTo>
                    <a:pt x="168171" y="61194"/>
                    <a:pt x="161480" y="72950"/>
                    <a:pt x="161480" y="84673"/>
                  </a:cubicBezTo>
                  <a:cubicBezTo>
                    <a:pt x="161480" y="89263"/>
                    <a:pt x="166019" y="93339"/>
                    <a:pt x="170125" y="95392"/>
                  </a:cubicBezTo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</p:sp>
      </p:grpSp>
      <p:sp>
        <p:nvSpPr>
          <p:cNvPr id="584" name="Google Shape;584;p27"/>
          <p:cNvSpPr/>
          <p:nvPr/>
        </p:nvSpPr>
        <p:spPr>
          <a:xfrm>
            <a:off x="974013" y="245734"/>
            <a:ext cx="1048175" cy="331157"/>
          </a:xfrm>
          <a:custGeom>
            <a:avLst/>
            <a:gdLst/>
            <a:ahLst/>
            <a:cxnLst/>
            <a:rect l="l" t="t" r="r" b="b"/>
            <a:pathLst>
              <a:path w="10745" h="3395" extrusionOk="0">
                <a:moveTo>
                  <a:pt x="3391" y="1"/>
                </a:moveTo>
                <a:cubicBezTo>
                  <a:pt x="1925" y="1"/>
                  <a:pt x="346" y="1436"/>
                  <a:pt x="1" y="3395"/>
                </a:cubicBezTo>
                <a:lnTo>
                  <a:pt x="10745" y="3395"/>
                </a:lnTo>
                <a:cubicBezTo>
                  <a:pt x="10569" y="2667"/>
                  <a:pt x="9893" y="2287"/>
                  <a:pt x="9206" y="2287"/>
                </a:cubicBezTo>
                <a:cubicBezTo>
                  <a:pt x="8913" y="2287"/>
                  <a:pt x="8618" y="2356"/>
                  <a:pt x="8359" y="2496"/>
                </a:cubicBezTo>
                <a:cubicBezTo>
                  <a:pt x="8239" y="1801"/>
                  <a:pt x="7626" y="1429"/>
                  <a:pt x="7018" y="1429"/>
                </a:cubicBezTo>
                <a:cubicBezTo>
                  <a:pt x="6508" y="1429"/>
                  <a:pt x="6002" y="1689"/>
                  <a:pt x="5789" y="2240"/>
                </a:cubicBezTo>
                <a:cubicBezTo>
                  <a:pt x="5317" y="654"/>
                  <a:pt x="4380" y="1"/>
                  <a:pt x="3391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5" name="Google Shape;585;p27"/>
          <p:cNvSpPr/>
          <p:nvPr/>
        </p:nvSpPr>
        <p:spPr>
          <a:xfrm>
            <a:off x="-263486" y="193976"/>
            <a:ext cx="1781180" cy="572705"/>
          </a:xfrm>
          <a:custGeom>
            <a:avLst/>
            <a:gdLst/>
            <a:ahLst/>
            <a:cxnLst/>
            <a:rect l="l" t="t" r="r" b="b"/>
            <a:pathLst>
              <a:path w="12769" h="4106" extrusionOk="0">
                <a:moveTo>
                  <a:pt x="6300" y="0"/>
                </a:moveTo>
                <a:cubicBezTo>
                  <a:pt x="5212" y="0"/>
                  <a:pt x="4093" y="707"/>
                  <a:pt x="3755" y="2065"/>
                </a:cubicBezTo>
                <a:cubicBezTo>
                  <a:pt x="3367" y="1839"/>
                  <a:pt x="2961" y="1738"/>
                  <a:pt x="2566" y="1738"/>
                </a:cubicBezTo>
                <a:cubicBezTo>
                  <a:pt x="1317" y="1738"/>
                  <a:pt x="170" y="2755"/>
                  <a:pt x="1" y="4105"/>
                </a:cubicBezTo>
                <a:lnTo>
                  <a:pt x="12768" y="4105"/>
                </a:lnTo>
                <a:cubicBezTo>
                  <a:pt x="12664" y="3631"/>
                  <a:pt x="12245" y="3204"/>
                  <a:pt x="11778" y="3204"/>
                </a:cubicBezTo>
                <a:cubicBezTo>
                  <a:pt x="11658" y="3204"/>
                  <a:pt x="11535" y="3232"/>
                  <a:pt x="11413" y="3296"/>
                </a:cubicBezTo>
                <a:cubicBezTo>
                  <a:pt x="11199" y="2451"/>
                  <a:pt x="10371" y="1769"/>
                  <a:pt x="9537" y="1769"/>
                </a:cubicBezTo>
                <a:cubicBezTo>
                  <a:pt x="9227" y="1769"/>
                  <a:pt x="8916" y="1863"/>
                  <a:pt x="8635" y="2078"/>
                </a:cubicBezTo>
                <a:cubicBezTo>
                  <a:pt x="8395" y="676"/>
                  <a:pt x="7362" y="0"/>
                  <a:pt x="630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6" name="Google Shape;586;p27"/>
          <p:cNvSpPr/>
          <p:nvPr/>
        </p:nvSpPr>
        <p:spPr>
          <a:xfrm>
            <a:off x="8736788" y="4327884"/>
            <a:ext cx="1048175" cy="331157"/>
          </a:xfrm>
          <a:custGeom>
            <a:avLst/>
            <a:gdLst/>
            <a:ahLst/>
            <a:cxnLst/>
            <a:rect l="l" t="t" r="r" b="b"/>
            <a:pathLst>
              <a:path w="10745" h="3395" extrusionOk="0">
                <a:moveTo>
                  <a:pt x="3391" y="1"/>
                </a:moveTo>
                <a:cubicBezTo>
                  <a:pt x="1925" y="1"/>
                  <a:pt x="346" y="1436"/>
                  <a:pt x="1" y="3395"/>
                </a:cubicBezTo>
                <a:lnTo>
                  <a:pt x="10745" y="3395"/>
                </a:lnTo>
                <a:cubicBezTo>
                  <a:pt x="10569" y="2667"/>
                  <a:pt x="9893" y="2287"/>
                  <a:pt x="9206" y="2287"/>
                </a:cubicBezTo>
                <a:cubicBezTo>
                  <a:pt x="8913" y="2287"/>
                  <a:pt x="8618" y="2356"/>
                  <a:pt x="8359" y="2496"/>
                </a:cubicBezTo>
                <a:cubicBezTo>
                  <a:pt x="8239" y="1801"/>
                  <a:pt x="7626" y="1429"/>
                  <a:pt x="7018" y="1429"/>
                </a:cubicBezTo>
                <a:cubicBezTo>
                  <a:pt x="6508" y="1429"/>
                  <a:pt x="6002" y="1689"/>
                  <a:pt x="5789" y="2240"/>
                </a:cubicBezTo>
                <a:cubicBezTo>
                  <a:pt x="5317" y="654"/>
                  <a:pt x="4380" y="1"/>
                  <a:pt x="339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7" name="Google Shape;587;p27"/>
          <p:cNvSpPr/>
          <p:nvPr/>
        </p:nvSpPr>
        <p:spPr>
          <a:xfrm>
            <a:off x="7499289" y="4276126"/>
            <a:ext cx="1781180" cy="572705"/>
          </a:xfrm>
          <a:custGeom>
            <a:avLst/>
            <a:gdLst/>
            <a:ahLst/>
            <a:cxnLst/>
            <a:rect l="l" t="t" r="r" b="b"/>
            <a:pathLst>
              <a:path w="12769" h="4106" extrusionOk="0">
                <a:moveTo>
                  <a:pt x="6300" y="0"/>
                </a:moveTo>
                <a:cubicBezTo>
                  <a:pt x="5212" y="0"/>
                  <a:pt x="4093" y="707"/>
                  <a:pt x="3755" y="2065"/>
                </a:cubicBezTo>
                <a:cubicBezTo>
                  <a:pt x="3367" y="1839"/>
                  <a:pt x="2961" y="1738"/>
                  <a:pt x="2566" y="1738"/>
                </a:cubicBezTo>
                <a:cubicBezTo>
                  <a:pt x="1317" y="1738"/>
                  <a:pt x="170" y="2755"/>
                  <a:pt x="1" y="4105"/>
                </a:cubicBezTo>
                <a:lnTo>
                  <a:pt x="12768" y="4105"/>
                </a:lnTo>
                <a:cubicBezTo>
                  <a:pt x="12664" y="3631"/>
                  <a:pt x="12245" y="3204"/>
                  <a:pt x="11778" y="3204"/>
                </a:cubicBezTo>
                <a:cubicBezTo>
                  <a:pt x="11658" y="3204"/>
                  <a:pt x="11535" y="3232"/>
                  <a:pt x="11413" y="3296"/>
                </a:cubicBezTo>
                <a:cubicBezTo>
                  <a:pt x="11199" y="2451"/>
                  <a:pt x="10371" y="1769"/>
                  <a:pt x="9537" y="1769"/>
                </a:cubicBezTo>
                <a:cubicBezTo>
                  <a:pt x="9227" y="1769"/>
                  <a:pt x="8916" y="1863"/>
                  <a:pt x="8635" y="2078"/>
                </a:cubicBezTo>
                <a:cubicBezTo>
                  <a:pt x="8395" y="676"/>
                  <a:pt x="7362" y="0"/>
                  <a:pt x="63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8" name="Google Shape;588;p27"/>
          <p:cNvSpPr/>
          <p:nvPr/>
        </p:nvSpPr>
        <p:spPr>
          <a:xfrm>
            <a:off x="2826975" y="4786763"/>
            <a:ext cx="555428" cy="570430"/>
          </a:xfrm>
          <a:custGeom>
            <a:avLst/>
            <a:gdLst/>
            <a:ahLst/>
            <a:cxnLst/>
            <a:rect l="l" t="t" r="r" b="b"/>
            <a:pathLst>
              <a:path w="5299" h="5442" extrusionOk="0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9" name="Google Shape;589;p27"/>
          <p:cNvSpPr/>
          <p:nvPr/>
        </p:nvSpPr>
        <p:spPr>
          <a:xfrm rot="4073284">
            <a:off x="8208954" y="-226208"/>
            <a:ext cx="575100" cy="640165"/>
          </a:xfrm>
          <a:custGeom>
            <a:avLst/>
            <a:gdLst/>
            <a:ahLst/>
            <a:cxnLst/>
            <a:rect l="l" t="t" r="r" b="b"/>
            <a:pathLst>
              <a:path w="5299" h="5442" extrusionOk="0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0" name="Google Shape;590;p27"/>
          <p:cNvSpPr/>
          <p:nvPr/>
        </p:nvSpPr>
        <p:spPr>
          <a:xfrm rot="4562396">
            <a:off x="252941" y="2995189"/>
            <a:ext cx="454295" cy="466518"/>
          </a:xfrm>
          <a:custGeom>
            <a:avLst/>
            <a:gdLst/>
            <a:ahLst/>
            <a:cxnLst/>
            <a:rect l="l" t="t" r="r" b="b"/>
            <a:pathLst>
              <a:path w="5299" h="5442" extrusionOk="0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1" name="Google Shape;591;p27"/>
          <p:cNvSpPr/>
          <p:nvPr/>
        </p:nvSpPr>
        <p:spPr>
          <a:xfrm rot="9353886">
            <a:off x="6339822" y="4716651"/>
            <a:ext cx="694912" cy="773465"/>
          </a:xfrm>
          <a:custGeom>
            <a:avLst/>
            <a:gdLst/>
            <a:ahLst/>
            <a:cxnLst/>
            <a:rect l="l" t="t" r="r" b="b"/>
            <a:pathLst>
              <a:path w="5299" h="5442" extrusionOk="0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92" name="Google Shape;592;p27"/>
          <p:cNvGrpSpPr/>
          <p:nvPr/>
        </p:nvGrpSpPr>
        <p:grpSpPr>
          <a:xfrm rot="10800000">
            <a:off x="7499300" y="-252900"/>
            <a:ext cx="2110826" cy="1254679"/>
            <a:chOff x="-131400" y="4035800"/>
            <a:chExt cx="2110826" cy="1254679"/>
          </a:xfrm>
        </p:grpSpPr>
        <p:sp>
          <p:nvSpPr>
            <p:cNvPr id="593" name="Google Shape;593;p27"/>
            <p:cNvSpPr/>
            <p:nvPr/>
          </p:nvSpPr>
          <p:spPr>
            <a:xfrm>
              <a:off x="-131400" y="4218273"/>
              <a:ext cx="1912205" cy="1072206"/>
            </a:xfrm>
            <a:custGeom>
              <a:avLst/>
              <a:gdLst/>
              <a:ahLst/>
              <a:cxnLst/>
              <a:rect l="l" t="t" r="r" b="b"/>
              <a:pathLst>
                <a:path w="170125" h="95392" extrusionOk="0">
                  <a:moveTo>
                    <a:pt x="0" y="5489"/>
                  </a:moveTo>
                  <a:cubicBezTo>
                    <a:pt x="3512" y="7244"/>
                    <a:pt x="5267" y="11854"/>
                    <a:pt x="8991" y="13096"/>
                  </a:cubicBezTo>
                  <a:cubicBezTo>
                    <a:pt x="13048" y="14449"/>
                    <a:pt x="17245" y="15369"/>
                    <a:pt x="21439" y="16208"/>
                  </a:cubicBezTo>
                  <a:cubicBezTo>
                    <a:pt x="37212" y="19364"/>
                    <a:pt x="52168" y="6626"/>
                    <a:pt x="67773" y="2722"/>
                  </a:cubicBezTo>
                  <a:cubicBezTo>
                    <a:pt x="85698" y="-1763"/>
                    <a:pt x="105943" y="-686"/>
                    <a:pt x="123098" y="6180"/>
                  </a:cubicBezTo>
                  <a:cubicBezTo>
                    <a:pt x="141941" y="13721"/>
                    <a:pt x="161231" y="29936"/>
                    <a:pt x="165630" y="49749"/>
                  </a:cubicBezTo>
                  <a:cubicBezTo>
                    <a:pt x="168171" y="61194"/>
                    <a:pt x="161480" y="72950"/>
                    <a:pt x="161480" y="84673"/>
                  </a:cubicBezTo>
                  <a:cubicBezTo>
                    <a:pt x="161480" y="89263"/>
                    <a:pt x="166019" y="93339"/>
                    <a:pt x="170125" y="95392"/>
                  </a:cubicBezTo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594" name="Google Shape;594;p27"/>
            <p:cNvSpPr/>
            <p:nvPr/>
          </p:nvSpPr>
          <p:spPr>
            <a:xfrm>
              <a:off x="-131400" y="4035800"/>
              <a:ext cx="2110826" cy="1185484"/>
            </a:xfrm>
            <a:custGeom>
              <a:avLst/>
              <a:gdLst/>
              <a:ahLst/>
              <a:cxnLst/>
              <a:rect l="l" t="t" r="r" b="b"/>
              <a:pathLst>
                <a:path w="170125" h="95392" extrusionOk="0">
                  <a:moveTo>
                    <a:pt x="0" y="5489"/>
                  </a:moveTo>
                  <a:cubicBezTo>
                    <a:pt x="3512" y="7244"/>
                    <a:pt x="5267" y="11854"/>
                    <a:pt x="8991" y="13096"/>
                  </a:cubicBezTo>
                  <a:cubicBezTo>
                    <a:pt x="13048" y="14449"/>
                    <a:pt x="17245" y="15369"/>
                    <a:pt x="21439" y="16208"/>
                  </a:cubicBezTo>
                  <a:cubicBezTo>
                    <a:pt x="37212" y="19364"/>
                    <a:pt x="52168" y="6626"/>
                    <a:pt x="67773" y="2722"/>
                  </a:cubicBezTo>
                  <a:cubicBezTo>
                    <a:pt x="85698" y="-1763"/>
                    <a:pt x="105943" y="-686"/>
                    <a:pt x="123098" y="6180"/>
                  </a:cubicBezTo>
                  <a:cubicBezTo>
                    <a:pt x="141941" y="13721"/>
                    <a:pt x="161231" y="29936"/>
                    <a:pt x="165630" y="49749"/>
                  </a:cubicBezTo>
                  <a:cubicBezTo>
                    <a:pt x="168171" y="61194"/>
                    <a:pt x="161480" y="72950"/>
                    <a:pt x="161480" y="84673"/>
                  </a:cubicBezTo>
                  <a:cubicBezTo>
                    <a:pt x="161480" y="89263"/>
                    <a:pt x="166019" y="93339"/>
                    <a:pt x="170125" y="95392"/>
                  </a:cubicBezTo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</p:sp>
      </p:grpSp>
      <p:sp>
        <p:nvSpPr>
          <p:cNvPr id="595" name="Google Shape;595;p27"/>
          <p:cNvSpPr/>
          <p:nvPr/>
        </p:nvSpPr>
        <p:spPr>
          <a:xfrm rot="4532202">
            <a:off x="4390732" y="126821"/>
            <a:ext cx="362535" cy="372305"/>
          </a:xfrm>
          <a:custGeom>
            <a:avLst/>
            <a:gdLst/>
            <a:ahLst/>
            <a:cxnLst/>
            <a:rect l="l" t="t" r="r" b="b"/>
            <a:pathLst>
              <a:path w="5299" h="5442" extrusionOk="0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bg>
      <p:bgPr>
        <a:solidFill>
          <a:schemeClr val="lt2"/>
        </a:solidFill>
        <a:effectLst/>
      </p:bgPr>
    </p:bg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28"/>
          <p:cNvSpPr/>
          <p:nvPr/>
        </p:nvSpPr>
        <p:spPr>
          <a:xfrm flipH="1">
            <a:off x="5559803" y="3806771"/>
            <a:ext cx="3876470" cy="1420937"/>
          </a:xfrm>
          <a:custGeom>
            <a:avLst/>
            <a:gdLst/>
            <a:ahLst/>
            <a:cxnLst/>
            <a:rect l="l" t="t" r="r" b="b"/>
            <a:pathLst>
              <a:path w="65581" h="24039" extrusionOk="0">
                <a:moveTo>
                  <a:pt x="2133" y="1"/>
                </a:moveTo>
                <a:cubicBezTo>
                  <a:pt x="1345" y="1"/>
                  <a:pt x="555" y="316"/>
                  <a:pt x="1" y="876"/>
                </a:cubicBezTo>
                <a:lnTo>
                  <a:pt x="1" y="24039"/>
                </a:lnTo>
                <a:lnTo>
                  <a:pt x="65581" y="24039"/>
                </a:lnTo>
                <a:cubicBezTo>
                  <a:pt x="65101" y="23706"/>
                  <a:pt x="64517" y="23479"/>
                  <a:pt x="63964" y="23479"/>
                </a:cubicBezTo>
                <a:cubicBezTo>
                  <a:pt x="63910" y="23479"/>
                  <a:pt x="63857" y="23482"/>
                  <a:pt x="63804" y="23486"/>
                </a:cubicBezTo>
                <a:cubicBezTo>
                  <a:pt x="63745" y="22426"/>
                  <a:pt x="63067" y="21423"/>
                  <a:pt x="62099" y="20978"/>
                </a:cubicBezTo>
                <a:cubicBezTo>
                  <a:pt x="61684" y="20787"/>
                  <a:pt x="61193" y="20687"/>
                  <a:pt x="60702" y="20687"/>
                </a:cubicBezTo>
                <a:cubicBezTo>
                  <a:pt x="60053" y="20687"/>
                  <a:pt x="59403" y="20861"/>
                  <a:pt x="58924" y="21229"/>
                </a:cubicBezTo>
                <a:cubicBezTo>
                  <a:pt x="58203" y="20202"/>
                  <a:pt x="56992" y="19531"/>
                  <a:pt x="55732" y="19471"/>
                </a:cubicBezTo>
                <a:cubicBezTo>
                  <a:pt x="55650" y="19468"/>
                  <a:pt x="55569" y="19466"/>
                  <a:pt x="55487" y="19466"/>
                </a:cubicBezTo>
                <a:cubicBezTo>
                  <a:pt x="54317" y="19466"/>
                  <a:pt x="53171" y="19846"/>
                  <a:pt x="52408" y="20745"/>
                </a:cubicBezTo>
                <a:cubicBezTo>
                  <a:pt x="52096" y="19958"/>
                  <a:pt x="51602" y="19234"/>
                  <a:pt x="50911" y="18744"/>
                </a:cubicBezTo>
                <a:cubicBezTo>
                  <a:pt x="50400" y="18381"/>
                  <a:pt x="49772" y="18163"/>
                  <a:pt x="49146" y="18163"/>
                </a:cubicBezTo>
                <a:cubicBezTo>
                  <a:pt x="48979" y="18163"/>
                  <a:pt x="48812" y="18178"/>
                  <a:pt x="48647" y="18211"/>
                </a:cubicBezTo>
                <a:cubicBezTo>
                  <a:pt x="48535" y="17497"/>
                  <a:pt x="48242" y="16816"/>
                  <a:pt x="47758" y="16289"/>
                </a:cubicBezTo>
                <a:cubicBezTo>
                  <a:pt x="47230" y="15718"/>
                  <a:pt x="46387" y="15259"/>
                  <a:pt x="45600" y="15259"/>
                </a:cubicBezTo>
                <a:cubicBezTo>
                  <a:pt x="45544" y="15259"/>
                  <a:pt x="45488" y="15261"/>
                  <a:pt x="45432" y="15266"/>
                </a:cubicBezTo>
                <a:cubicBezTo>
                  <a:pt x="45376" y="14203"/>
                  <a:pt x="44698" y="13199"/>
                  <a:pt x="43731" y="12755"/>
                </a:cubicBezTo>
                <a:cubicBezTo>
                  <a:pt x="43314" y="12564"/>
                  <a:pt x="42823" y="12464"/>
                  <a:pt x="42332" y="12464"/>
                </a:cubicBezTo>
                <a:cubicBezTo>
                  <a:pt x="41684" y="12464"/>
                  <a:pt x="41035" y="12638"/>
                  <a:pt x="40555" y="13005"/>
                </a:cubicBezTo>
                <a:cubicBezTo>
                  <a:pt x="39834" y="11978"/>
                  <a:pt x="38620" y="11307"/>
                  <a:pt x="37363" y="11248"/>
                </a:cubicBezTo>
                <a:cubicBezTo>
                  <a:pt x="37281" y="11244"/>
                  <a:pt x="37200" y="11242"/>
                  <a:pt x="37118" y="11242"/>
                </a:cubicBezTo>
                <a:cubicBezTo>
                  <a:pt x="35945" y="11242"/>
                  <a:pt x="34799" y="11623"/>
                  <a:pt x="34040" y="12521"/>
                </a:cubicBezTo>
                <a:cubicBezTo>
                  <a:pt x="33727" y="11735"/>
                  <a:pt x="33233" y="11011"/>
                  <a:pt x="32542" y="10521"/>
                </a:cubicBezTo>
                <a:cubicBezTo>
                  <a:pt x="32026" y="10157"/>
                  <a:pt x="31398" y="9940"/>
                  <a:pt x="30771" y="9940"/>
                </a:cubicBezTo>
                <a:cubicBezTo>
                  <a:pt x="30559" y="9940"/>
                  <a:pt x="30347" y="9965"/>
                  <a:pt x="30140" y="10017"/>
                </a:cubicBezTo>
                <a:cubicBezTo>
                  <a:pt x="29568" y="10159"/>
                  <a:pt x="29051" y="10432"/>
                  <a:pt x="28577" y="10781"/>
                </a:cubicBezTo>
                <a:cubicBezTo>
                  <a:pt x="28156" y="9935"/>
                  <a:pt x="27313" y="9313"/>
                  <a:pt x="26379" y="9158"/>
                </a:cubicBezTo>
                <a:cubicBezTo>
                  <a:pt x="26229" y="9134"/>
                  <a:pt x="26077" y="9122"/>
                  <a:pt x="25925" y="9122"/>
                </a:cubicBezTo>
                <a:cubicBezTo>
                  <a:pt x="25570" y="9122"/>
                  <a:pt x="25216" y="9187"/>
                  <a:pt x="24882" y="9306"/>
                </a:cubicBezTo>
                <a:cubicBezTo>
                  <a:pt x="24799" y="8523"/>
                  <a:pt x="24500" y="7750"/>
                  <a:pt x="23967" y="7164"/>
                </a:cubicBezTo>
                <a:cubicBezTo>
                  <a:pt x="23437" y="6592"/>
                  <a:pt x="22591" y="6134"/>
                  <a:pt x="21802" y="6134"/>
                </a:cubicBezTo>
                <a:cubicBezTo>
                  <a:pt x="21748" y="6134"/>
                  <a:pt x="21694" y="6136"/>
                  <a:pt x="21640" y="6141"/>
                </a:cubicBezTo>
                <a:cubicBezTo>
                  <a:pt x="21584" y="5078"/>
                  <a:pt x="20906" y="4074"/>
                  <a:pt x="19939" y="3630"/>
                </a:cubicBezTo>
                <a:cubicBezTo>
                  <a:pt x="19523" y="3439"/>
                  <a:pt x="19033" y="3339"/>
                  <a:pt x="18542" y="3339"/>
                </a:cubicBezTo>
                <a:cubicBezTo>
                  <a:pt x="17893" y="3339"/>
                  <a:pt x="17243" y="3514"/>
                  <a:pt x="16763" y="3883"/>
                </a:cubicBezTo>
                <a:cubicBezTo>
                  <a:pt x="16043" y="2853"/>
                  <a:pt x="14829" y="2182"/>
                  <a:pt x="13572" y="2126"/>
                </a:cubicBezTo>
                <a:cubicBezTo>
                  <a:pt x="13486" y="2122"/>
                  <a:pt x="13400" y="2120"/>
                  <a:pt x="13315" y="2120"/>
                </a:cubicBezTo>
                <a:cubicBezTo>
                  <a:pt x="12143" y="2120"/>
                  <a:pt x="11006" y="2504"/>
                  <a:pt x="10248" y="3396"/>
                </a:cubicBezTo>
                <a:cubicBezTo>
                  <a:pt x="9935" y="2610"/>
                  <a:pt x="9442" y="1886"/>
                  <a:pt x="8751" y="1399"/>
                </a:cubicBezTo>
                <a:cubicBezTo>
                  <a:pt x="8233" y="1034"/>
                  <a:pt x="7603" y="815"/>
                  <a:pt x="6976" y="815"/>
                </a:cubicBezTo>
                <a:cubicBezTo>
                  <a:pt x="6765" y="815"/>
                  <a:pt x="6554" y="840"/>
                  <a:pt x="6348" y="892"/>
                </a:cubicBezTo>
                <a:cubicBezTo>
                  <a:pt x="5776" y="1037"/>
                  <a:pt x="5259" y="1307"/>
                  <a:pt x="4785" y="1656"/>
                </a:cubicBezTo>
                <a:cubicBezTo>
                  <a:pt x="4364" y="810"/>
                  <a:pt x="3522" y="188"/>
                  <a:pt x="2587" y="37"/>
                </a:cubicBezTo>
                <a:cubicBezTo>
                  <a:pt x="2437" y="13"/>
                  <a:pt x="2285" y="1"/>
                  <a:pt x="2133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98" name="Google Shape;598;p28"/>
          <p:cNvGrpSpPr/>
          <p:nvPr/>
        </p:nvGrpSpPr>
        <p:grpSpPr>
          <a:xfrm flipH="1">
            <a:off x="5500623" y="3695780"/>
            <a:ext cx="3967924" cy="1454812"/>
            <a:chOff x="-82675" y="3285875"/>
            <a:chExt cx="4038600" cy="1480725"/>
          </a:xfrm>
        </p:grpSpPr>
        <p:sp>
          <p:nvSpPr>
            <p:cNvPr id="599" name="Google Shape;599;p28"/>
            <p:cNvSpPr/>
            <p:nvPr/>
          </p:nvSpPr>
          <p:spPr>
            <a:xfrm>
              <a:off x="3854310" y="4707520"/>
              <a:ext cx="101614" cy="59080"/>
            </a:xfrm>
            <a:custGeom>
              <a:avLst/>
              <a:gdLst/>
              <a:ahLst/>
              <a:cxnLst/>
              <a:rect l="l" t="t" r="r" b="b"/>
              <a:pathLst>
                <a:path w="1689" h="982" fill="none" extrusionOk="0">
                  <a:moveTo>
                    <a:pt x="1688" y="981"/>
                  </a:moveTo>
                  <a:lnTo>
                    <a:pt x="1000" y="504"/>
                  </a:lnTo>
                  <a:cubicBezTo>
                    <a:pt x="685" y="280"/>
                    <a:pt x="342" y="113"/>
                    <a:pt x="0" y="1"/>
                  </a:cubicBez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dash"/>
              <a:miter lim="329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28"/>
            <p:cNvSpPr/>
            <p:nvPr/>
          </p:nvSpPr>
          <p:spPr>
            <a:xfrm>
              <a:off x="3811896" y="4679003"/>
              <a:ext cx="26411" cy="24245"/>
            </a:xfrm>
            <a:custGeom>
              <a:avLst/>
              <a:gdLst/>
              <a:ahLst/>
              <a:cxnLst/>
              <a:rect l="l" t="t" r="r" b="b"/>
              <a:pathLst>
                <a:path w="439" h="403" fill="none" extrusionOk="0">
                  <a:moveTo>
                    <a:pt x="438" y="402"/>
                  </a:moveTo>
                  <a:cubicBezTo>
                    <a:pt x="323" y="373"/>
                    <a:pt x="208" y="353"/>
                    <a:pt x="93" y="340"/>
                  </a:cubicBezTo>
                  <a:cubicBezTo>
                    <a:pt x="67" y="225"/>
                    <a:pt x="40" y="113"/>
                    <a:pt x="1" y="1"/>
                  </a:cubicBez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dash"/>
              <a:miter lim="329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28"/>
            <p:cNvSpPr/>
            <p:nvPr/>
          </p:nvSpPr>
          <p:spPr>
            <a:xfrm>
              <a:off x="3541284" y="4530160"/>
              <a:ext cx="255450" cy="112323"/>
            </a:xfrm>
            <a:custGeom>
              <a:avLst/>
              <a:gdLst/>
              <a:ahLst/>
              <a:cxnLst/>
              <a:rect l="l" t="t" r="r" b="b"/>
              <a:pathLst>
                <a:path w="4246" h="1867" fill="none" extrusionOk="0">
                  <a:moveTo>
                    <a:pt x="4245" y="1866"/>
                  </a:moveTo>
                  <a:cubicBezTo>
                    <a:pt x="4186" y="1761"/>
                    <a:pt x="4127" y="1659"/>
                    <a:pt x="4055" y="1554"/>
                  </a:cubicBezTo>
                  <a:cubicBezTo>
                    <a:pt x="3693" y="1020"/>
                    <a:pt x="3206" y="599"/>
                    <a:pt x="2640" y="343"/>
                  </a:cubicBezTo>
                  <a:cubicBezTo>
                    <a:pt x="2156" y="119"/>
                    <a:pt x="1596" y="0"/>
                    <a:pt x="1017" y="0"/>
                  </a:cubicBezTo>
                  <a:cubicBezTo>
                    <a:pt x="662" y="0"/>
                    <a:pt x="316" y="46"/>
                    <a:pt x="0" y="132"/>
                  </a:cubicBez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dash"/>
              <a:miter lim="329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28"/>
            <p:cNvSpPr/>
            <p:nvPr/>
          </p:nvSpPr>
          <p:spPr>
            <a:xfrm>
              <a:off x="3488040" y="4537260"/>
              <a:ext cx="33871" cy="15101"/>
            </a:xfrm>
            <a:custGeom>
              <a:avLst/>
              <a:gdLst/>
              <a:ahLst/>
              <a:cxnLst/>
              <a:rect l="l" t="t" r="r" b="b"/>
              <a:pathLst>
                <a:path w="563" h="251" fill="none" extrusionOk="0">
                  <a:moveTo>
                    <a:pt x="563" y="113"/>
                  </a:moveTo>
                  <a:cubicBezTo>
                    <a:pt x="454" y="152"/>
                    <a:pt x="346" y="198"/>
                    <a:pt x="244" y="251"/>
                  </a:cubicBezTo>
                  <a:cubicBezTo>
                    <a:pt x="165" y="165"/>
                    <a:pt x="86" y="80"/>
                    <a:pt x="0" y="1"/>
                  </a:cubicBez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dash"/>
              <a:miter lim="329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28"/>
            <p:cNvSpPr/>
            <p:nvPr/>
          </p:nvSpPr>
          <p:spPr>
            <a:xfrm>
              <a:off x="3149264" y="4456882"/>
              <a:ext cx="305986" cy="52943"/>
            </a:xfrm>
            <a:custGeom>
              <a:avLst/>
              <a:gdLst/>
              <a:ahLst/>
              <a:cxnLst/>
              <a:rect l="l" t="t" r="r" b="b"/>
              <a:pathLst>
                <a:path w="5086" h="880" fill="none" extrusionOk="0">
                  <a:moveTo>
                    <a:pt x="5085" y="879"/>
                  </a:moveTo>
                  <a:cubicBezTo>
                    <a:pt x="4937" y="774"/>
                    <a:pt x="4779" y="675"/>
                    <a:pt x="4614" y="590"/>
                  </a:cubicBezTo>
                  <a:cubicBezTo>
                    <a:pt x="3986" y="244"/>
                    <a:pt x="3282" y="40"/>
                    <a:pt x="2584" y="7"/>
                  </a:cubicBezTo>
                  <a:cubicBezTo>
                    <a:pt x="2489" y="4"/>
                    <a:pt x="2393" y="1"/>
                    <a:pt x="2304" y="1"/>
                  </a:cubicBezTo>
                  <a:cubicBezTo>
                    <a:pt x="1449" y="1"/>
                    <a:pt x="666" y="185"/>
                    <a:pt x="1" y="531"/>
                  </a:cubicBez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dash"/>
              <a:miter lim="329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28"/>
            <p:cNvSpPr/>
            <p:nvPr/>
          </p:nvSpPr>
          <p:spPr>
            <a:xfrm>
              <a:off x="3102578" y="4493521"/>
              <a:ext cx="28156" cy="18109"/>
            </a:xfrm>
            <a:custGeom>
              <a:avLst/>
              <a:gdLst/>
              <a:ahLst/>
              <a:cxnLst/>
              <a:rect l="l" t="t" r="r" b="b"/>
              <a:pathLst>
                <a:path w="468" h="301" fill="none" extrusionOk="0">
                  <a:moveTo>
                    <a:pt x="468" y="99"/>
                  </a:moveTo>
                  <a:cubicBezTo>
                    <a:pt x="369" y="162"/>
                    <a:pt x="273" y="231"/>
                    <a:pt x="181" y="300"/>
                  </a:cubicBezTo>
                  <a:cubicBezTo>
                    <a:pt x="122" y="198"/>
                    <a:pt x="60" y="99"/>
                    <a:pt x="0" y="1"/>
                  </a:cubicBez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dash"/>
              <a:miter lim="329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28"/>
            <p:cNvSpPr/>
            <p:nvPr/>
          </p:nvSpPr>
          <p:spPr>
            <a:xfrm>
              <a:off x="2945553" y="4382040"/>
              <a:ext cx="130553" cy="76707"/>
            </a:xfrm>
            <a:custGeom>
              <a:avLst/>
              <a:gdLst/>
              <a:ahLst/>
              <a:cxnLst/>
              <a:rect l="l" t="t" r="r" b="b"/>
              <a:pathLst>
                <a:path w="2170" h="1275" fill="none" extrusionOk="0">
                  <a:moveTo>
                    <a:pt x="2169" y="1274"/>
                  </a:moveTo>
                  <a:cubicBezTo>
                    <a:pt x="1946" y="1021"/>
                    <a:pt x="1705" y="804"/>
                    <a:pt x="1442" y="620"/>
                  </a:cubicBezTo>
                  <a:cubicBezTo>
                    <a:pt x="1004" y="310"/>
                    <a:pt x="508" y="100"/>
                    <a:pt x="1" y="1"/>
                  </a:cubicBez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dash"/>
              <a:miter lim="329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28"/>
            <p:cNvSpPr/>
            <p:nvPr/>
          </p:nvSpPr>
          <p:spPr>
            <a:xfrm>
              <a:off x="2896881" y="4358095"/>
              <a:ext cx="26953" cy="20876"/>
            </a:xfrm>
            <a:custGeom>
              <a:avLst/>
              <a:gdLst/>
              <a:ahLst/>
              <a:cxnLst/>
              <a:rect l="l" t="t" r="r" b="b"/>
              <a:pathLst>
                <a:path w="448" h="347" fill="none" extrusionOk="0">
                  <a:moveTo>
                    <a:pt x="448" y="346"/>
                  </a:moveTo>
                  <a:cubicBezTo>
                    <a:pt x="352" y="340"/>
                    <a:pt x="254" y="333"/>
                    <a:pt x="162" y="333"/>
                  </a:cubicBezTo>
                  <a:lnTo>
                    <a:pt x="102" y="333"/>
                  </a:lnTo>
                  <a:cubicBezTo>
                    <a:pt x="73" y="218"/>
                    <a:pt x="36" y="109"/>
                    <a:pt x="0" y="1"/>
                  </a:cubicBez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dash"/>
              <a:miter lim="329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28"/>
            <p:cNvSpPr/>
            <p:nvPr/>
          </p:nvSpPr>
          <p:spPr>
            <a:xfrm>
              <a:off x="2755499" y="4214607"/>
              <a:ext cx="121829" cy="101614"/>
            </a:xfrm>
            <a:custGeom>
              <a:avLst/>
              <a:gdLst/>
              <a:ahLst/>
              <a:cxnLst/>
              <a:rect l="l" t="t" r="r" b="b"/>
              <a:pathLst>
                <a:path w="2025" h="1689" fill="none" extrusionOk="0">
                  <a:moveTo>
                    <a:pt x="2025" y="1688"/>
                  </a:moveTo>
                  <a:cubicBezTo>
                    <a:pt x="1883" y="1445"/>
                    <a:pt x="1718" y="1221"/>
                    <a:pt x="1534" y="1017"/>
                  </a:cubicBezTo>
                  <a:cubicBezTo>
                    <a:pt x="1222" y="675"/>
                    <a:pt x="823" y="378"/>
                    <a:pt x="392" y="165"/>
                  </a:cubicBezTo>
                  <a:cubicBezTo>
                    <a:pt x="264" y="99"/>
                    <a:pt x="132" y="46"/>
                    <a:pt x="1" y="0"/>
                  </a:cubicBez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dash"/>
              <a:miter lim="329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28"/>
            <p:cNvSpPr/>
            <p:nvPr/>
          </p:nvSpPr>
          <p:spPr>
            <a:xfrm>
              <a:off x="2707008" y="4184104"/>
              <a:ext cx="26411" cy="24185"/>
            </a:xfrm>
            <a:custGeom>
              <a:avLst/>
              <a:gdLst/>
              <a:ahLst/>
              <a:cxnLst/>
              <a:rect l="l" t="t" r="r" b="b"/>
              <a:pathLst>
                <a:path w="439" h="402" fill="none" extrusionOk="0">
                  <a:moveTo>
                    <a:pt x="438" y="402"/>
                  </a:moveTo>
                  <a:cubicBezTo>
                    <a:pt x="323" y="372"/>
                    <a:pt x="208" y="352"/>
                    <a:pt x="89" y="339"/>
                  </a:cubicBezTo>
                  <a:cubicBezTo>
                    <a:pt x="66" y="224"/>
                    <a:pt x="37" y="112"/>
                    <a:pt x="1" y="0"/>
                  </a:cubicBez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dash"/>
              <a:miter lim="329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28"/>
            <p:cNvSpPr/>
            <p:nvPr/>
          </p:nvSpPr>
          <p:spPr>
            <a:xfrm>
              <a:off x="2436396" y="4035202"/>
              <a:ext cx="255450" cy="112323"/>
            </a:xfrm>
            <a:custGeom>
              <a:avLst/>
              <a:gdLst/>
              <a:ahLst/>
              <a:cxnLst/>
              <a:rect l="l" t="t" r="r" b="b"/>
              <a:pathLst>
                <a:path w="4246" h="1867" fill="none" extrusionOk="0">
                  <a:moveTo>
                    <a:pt x="4245" y="1866"/>
                  </a:moveTo>
                  <a:cubicBezTo>
                    <a:pt x="4186" y="1761"/>
                    <a:pt x="4123" y="1659"/>
                    <a:pt x="4054" y="1554"/>
                  </a:cubicBezTo>
                  <a:cubicBezTo>
                    <a:pt x="3692" y="1021"/>
                    <a:pt x="3202" y="600"/>
                    <a:pt x="2639" y="343"/>
                  </a:cubicBezTo>
                  <a:cubicBezTo>
                    <a:pt x="2156" y="119"/>
                    <a:pt x="1593" y="1"/>
                    <a:pt x="1014" y="1"/>
                  </a:cubicBezTo>
                  <a:cubicBezTo>
                    <a:pt x="662" y="1"/>
                    <a:pt x="316" y="47"/>
                    <a:pt x="0" y="132"/>
                  </a:cubicBez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dash"/>
              <a:miter lim="329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28"/>
            <p:cNvSpPr/>
            <p:nvPr/>
          </p:nvSpPr>
          <p:spPr>
            <a:xfrm>
              <a:off x="2383092" y="4042361"/>
              <a:ext cx="33932" cy="15101"/>
            </a:xfrm>
            <a:custGeom>
              <a:avLst/>
              <a:gdLst/>
              <a:ahLst/>
              <a:cxnLst/>
              <a:rect l="l" t="t" r="r" b="b"/>
              <a:pathLst>
                <a:path w="564" h="251" fill="none" extrusionOk="0">
                  <a:moveTo>
                    <a:pt x="564" y="112"/>
                  </a:moveTo>
                  <a:cubicBezTo>
                    <a:pt x="452" y="151"/>
                    <a:pt x="346" y="198"/>
                    <a:pt x="244" y="250"/>
                  </a:cubicBezTo>
                  <a:cubicBezTo>
                    <a:pt x="165" y="165"/>
                    <a:pt x="87" y="79"/>
                    <a:pt x="1" y="0"/>
                  </a:cubicBez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dash"/>
              <a:miter lim="329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28"/>
            <p:cNvSpPr/>
            <p:nvPr/>
          </p:nvSpPr>
          <p:spPr>
            <a:xfrm>
              <a:off x="2044376" y="3961743"/>
              <a:ext cx="305926" cy="52943"/>
            </a:xfrm>
            <a:custGeom>
              <a:avLst/>
              <a:gdLst/>
              <a:ahLst/>
              <a:cxnLst/>
              <a:rect l="l" t="t" r="r" b="b"/>
              <a:pathLst>
                <a:path w="5085" h="880" fill="none" extrusionOk="0">
                  <a:moveTo>
                    <a:pt x="5085" y="879"/>
                  </a:moveTo>
                  <a:cubicBezTo>
                    <a:pt x="4937" y="774"/>
                    <a:pt x="4779" y="675"/>
                    <a:pt x="4614" y="587"/>
                  </a:cubicBezTo>
                  <a:cubicBezTo>
                    <a:pt x="3986" y="241"/>
                    <a:pt x="3281" y="40"/>
                    <a:pt x="2584" y="7"/>
                  </a:cubicBezTo>
                  <a:cubicBezTo>
                    <a:pt x="2488" y="4"/>
                    <a:pt x="2393" y="1"/>
                    <a:pt x="2304" y="1"/>
                  </a:cubicBezTo>
                  <a:cubicBezTo>
                    <a:pt x="1448" y="1"/>
                    <a:pt x="665" y="185"/>
                    <a:pt x="1" y="531"/>
                  </a:cubicBez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dash"/>
              <a:miter lim="329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28"/>
            <p:cNvSpPr/>
            <p:nvPr/>
          </p:nvSpPr>
          <p:spPr>
            <a:xfrm>
              <a:off x="1997449" y="3998382"/>
              <a:ext cx="28397" cy="18109"/>
            </a:xfrm>
            <a:custGeom>
              <a:avLst/>
              <a:gdLst/>
              <a:ahLst/>
              <a:cxnLst/>
              <a:rect l="l" t="t" r="r" b="b"/>
              <a:pathLst>
                <a:path w="472" h="301" fill="none" extrusionOk="0">
                  <a:moveTo>
                    <a:pt x="471" y="99"/>
                  </a:moveTo>
                  <a:cubicBezTo>
                    <a:pt x="373" y="159"/>
                    <a:pt x="277" y="231"/>
                    <a:pt x="182" y="300"/>
                  </a:cubicBezTo>
                  <a:cubicBezTo>
                    <a:pt x="126" y="198"/>
                    <a:pt x="63" y="99"/>
                    <a:pt x="1" y="1"/>
                  </a:cubicBez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dash"/>
              <a:miter lim="329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28"/>
            <p:cNvSpPr/>
            <p:nvPr/>
          </p:nvSpPr>
          <p:spPr>
            <a:xfrm>
              <a:off x="1715347" y="3882990"/>
              <a:ext cx="259180" cy="84769"/>
            </a:xfrm>
            <a:custGeom>
              <a:avLst/>
              <a:gdLst/>
              <a:ahLst/>
              <a:cxnLst/>
              <a:rect l="l" t="t" r="r" b="b"/>
              <a:pathLst>
                <a:path w="4308" h="1409" fill="none" extrusionOk="0">
                  <a:moveTo>
                    <a:pt x="4308" y="1409"/>
                  </a:moveTo>
                  <a:cubicBezTo>
                    <a:pt x="4071" y="1129"/>
                    <a:pt x="3808" y="885"/>
                    <a:pt x="3518" y="685"/>
                  </a:cubicBezTo>
                  <a:cubicBezTo>
                    <a:pt x="2893" y="244"/>
                    <a:pt x="2153" y="0"/>
                    <a:pt x="1429" y="0"/>
                  </a:cubicBezTo>
                  <a:cubicBezTo>
                    <a:pt x="1169" y="0"/>
                    <a:pt x="912" y="33"/>
                    <a:pt x="668" y="96"/>
                  </a:cubicBezTo>
                  <a:cubicBezTo>
                    <a:pt x="441" y="152"/>
                    <a:pt x="221" y="227"/>
                    <a:pt x="0" y="323"/>
                  </a:cubicBez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dash"/>
              <a:miter lim="329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28"/>
            <p:cNvSpPr/>
            <p:nvPr/>
          </p:nvSpPr>
          <p:spPr>
            <a:xfrm>
              <a:off x="1666254" y="3904348"/>
              <a:ext cx="31946" cy="16304"/>
            </a:xfrm>
            <a:custGeom>
              <a:avLst/>
              <a:gdLst/>
              <a:ahLst/>
              <a:cxnLst/>
              <a:rect l="l" t="t" r="r" b="b"/>
              <a:pathLst>
                <a:path w="531" h="271" fill="none" extrusionOk="0">
                  <a:moveTo>
                    <a:pt x="530" y="103"/>
                  </a:moveTo>
                  <a:cubicBezTo>
                    <a:pt x="428" y="155"/>
                    <a:pt x="323" y="208"/>
                    <a:pt x="221" y="270"/>
                  </a:cubicBezTo>
                  <a:cubicBezTo>
                    <a:pt x="152" y="175"/>
                    <a:pt x="76" y="86"/>
                    <a:pt x="0" y="1"/>
                  </a:cubicBez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dash"/>
              <a:miter lim="329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28"/>
            <p:cNvSpPr/>
            <p:nvPr/>
          </p:nvSpPr>
          <p:spPr>
            <a:xfrm>
              <a:off x="1513802" y="3834439"/>
              <a:ext cx="124175" cy="44219"/>
            </a:xfrm>
            <a:custGeom>
              <a:avLst/>
              <a:gdLst/>
              <a:ahLst/>
              <a:cxnLst/>
              <a:rect l="l" t="t" r="r" b="b"/>
              <a:pathLst>
                <a:path w="2064" h="735" fill="none" extrusionOk="0">
                  <a:moveTo>
                    <a:pt x="2064" y="735"/>
                  </a:moveTo>
                  <a:cubicBezTo>
                    <a:pt x="1603" y="379"/>
                    <a:pt x="1057" y="133"/>
                    <a:pt x="481" y="44"/>
                  </a:cubicBezTo>
                  <a:cubicBezTo>
                    <a:pt x="323" y="17"/>
                    <a:pt x="159" y="1"/>
                    <a:pt x="1" y="1"/>
                  </a:cubicBez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dash"/>
              <a:miter lim="329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28"/>
            <p:cNvSpPr/>
            <p:nvPr/>
          </p:nvSpPr>
          <p:spPr>
            <a:xfrm>
              <a:off x="1467898" y="3816871"/>
              <a:ext cx="26592" cy="20395"/>
            </a:xfrm>
            <a:custGeom>
              <a:avLst/>
              <a:gdLst/>
              <a:ahLst/>
              <a:cxnLst/>
              <a:rect l="l" t="t" r="r" b="b"/>
              <a:pathLst>
                <a:path w="442" h="339" fill="none" extrusionOk="0">
                  <a:moveTo>
                    <a:pt x="441" y="296"/>
                  </a:moveTo>
                  <a:cubicBezTo>
                    <a:pt x="326" y="306"/>
                    <a:pt x="211" y="323"/>
                    <a:pt x="96" y="339"/>
                  </a:cubicBezTo>
                  <a:cubicBezTo>
                    <a:pt x="66" y="224"/>
                    <a:pt x="40" y="112"/>
                    <a:pt x="0" y="0"/>
                  </a:cubicBez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dash"/>
              <a:miter lim="329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28"/>
            <p:cNvSpPr/>
            <p:nvPr/>
          </p:nvSpPr>
          <p:spPr>
            <a:xfrm>
              <a:off x="1324951" y="3666164"/>
              <a:ext cx="124175" cy="106969"/>
            </a:xfrm>
            <a:custGeom>
              <a:avLst/>
              <a:gdLst/>
              <a:ahLst/>
              <a:cxnLst/>
              <a:rect l="l" t="t" r="r" b="b"/>
              <a:pathLst>
                <a:path w="2064" h="1778" fill="none" extrusionOk="0">
                  <a:moveTo>
                    <a:pt x="2063" y="1778"/>
                  </a:moveTo>
                  <a:cubicBezTo>
                    <a:pt x="1912" y="1498"/>
                    <a:pt x="1731" y="1245"/>
                    <a:pt x="1521" y="1014"/>
                  </a:cubicBezTo>
                  <a:cubicBezTo>
                    <a:pt x="1208" y="672"/>
                    <a:pt x="810" y="376"/>
                    <a:pt x="379" y="162"/>
                  </a:cubicBezTo>
                  <a:cubicBezTo>
                    <a:pt x="254" y="100"/>
                    <a:pt x="125" y="47"/>
                    <a:pt x="0" y="1"/>
                  </a:cubicBez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dash"/>
              <a:miter lim="329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28"/>
            <p:cNvSpPr/>
            <p:nvPr/>
          </p:nvSpPr>
          <p:spPr>
            <a:xfrm>
              <a:off x="1275618" y="3635481"/>
              <a:ext cx="26411" cy="24005"/>
            </a:xfrm>
            <a:custGeom>
              <a:avLst/>
              <a:gdLst/>
              <a:ahLst/>
              <a:cxnLst/>
              <a:rect l="l" t="t" r="r" b="b"/>
              <a:pathLst>
                <a:path w="439" h="399" fill="none" extrusionOk="0">
                  <a:moveTo>
                    <a:pt x="439" y="399"/>
                  </a:moveTo>
                  <a:cubicBezTo>
                    <a:pt x="323" y="373"/>
                    <a:pt x="205" y="350"/>
                    <a:pt x="93" y="340"/>
                  </a:cubicBezTo>
                  <a:cubicBezTo>
                    <a:pt x="67" y="225"/>
                    <a:pt x="37" y="113"/>
                    <a:pt x="1" y="1"/>
                  </a:cubicBez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dash"/>
              <a:miter lim="329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28"/>
            <p:cNvSpPr/>
            <p:nvPr/>
          </p:nvSpPr>
          <p:spPr>
            <a:xfrm>
              <a:off x="1005006" y="3486638"/>
              <a:ext cx="255450" cy="112323"/>
            </a:xfrm>
            <a:custGeom>
              <a:avLst/>
              <a:gdLst/>
              <a:ahLst/>
              <a:cxnLst/>
              <a:rect l="l" t="t" r="r" b="b"/>
              <a:pathLst>
                <a:path w="4246" h="1867" fill="none" extrusionOk="0">
                  <a:moveTo>
                    <a:pt x="4245" y="1866"/>
                  </a:moveTo>
                  <a:cubicBezTo>
                    <a:pt x="4186" y="1761"/>
                    <a:pt x="4124" y="1655"/>
                    <a:pt x="4055" y="1553"/>
                  </a:cubicBezTo>
                  <a:cubicBezTo>
                    <a:pt x="3693" y="1020"/>
                    <a:pt x="3202" y="599"/>
                    <a:pt x="2640" y="339"/>
                  </a:cubicBezTo>
                  <a:cubicBezTo>
                    <a:pt x="2156" y="119"/>
                    <a:pt x="1596" y="0"/>
                    <a:pt x="1014" y="0"/>
                  </a:cubicBezTo>
                  <a:cubicBezTo>
                    <a:pt x="662" y="0"/>
                    <a:pt x="316" y="43"/>
                    <a:pt x="0" y="132"/>
                  </a:cubicBez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dash"/>
              <a:miter lim="329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28"/>
            <p:cNvSpPr/>
            <p:nvPr/>
          </p:nvSpPr>
          <p:spPr>
            <a:xfrm>
              <a:off x="951762" y="3493737"/>
              <a:ext cx="33871" cy="15101"/>
            </a:xfrm>
            <a:custGeom>
              <a:avLst/>
              <a:gdLst/>
              <a:ahLst/>
              <a:cxnLst/>
              <a:rect l="l" t="t" r="r" b="b"/>
              <a:pathLst>
                <a:path w="563" h="251" fill="none" extrusionOk="0">
                  <a:moveTo>
                    <a:pt x="563" y="113"/>
                  </a:moveTo>
                  <a:cubicBezTo>
                    <a:pt x="451" y="152"/>
                    <a:pt x="346" y="198"/>
                    <a:pt x="244" y="251"/>
                  </a:cubicBezTo>
                  <a:cubicBezTo>
                    <a:pt x="165" y="165"/>
                    <a:pt x="86" y="80"/>
                    <a:pt x="0" y="1"/>
                  </a:cubicBez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dash"/>
              <a:miter lim="329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28"/>
            <p:cNvSpPr/>
            <p:nvPr/>
          </p:nvSpPr>
          <p:spPr>
            <a:xfrm>
              <a:off x="612986" y="3412999"/>
              <a:ext cx="305986" cy="53063"/>
            </a:xfrm>
            <a:custGeom>
              <a:avLst/>
              <a:gdLst/>
              <a:ahLst/>
              <a:cxnLst/>
              <a:rect l="l" t="t" r="r" b="b"/>
              <a:pathLst>
                <a:path w="5086" h="882" fill="none" extrusionOk="0">
                  <a:moveTo>
                    <a:pt x="5085" y="882"/>
                  </a:moveTo>
                  <a:cubicBezTo>
                    <a:pt x="4937" y="773"/>
                    <a:pt x="4779" y="675"/>
                    <a:pt x="4614" y="589"/>
                  </a:cubicBezTo>
                  <a:cubicBezTo>
                    <a:pt x="3986" y="244"/>
                    <a:pt x="3282" y="43"/>
                    <a:pt x="2584" y="10"/>
                  </a:cubicBezTo>
                  <a:cubicBezTo>
                    <a:pt x="2489" y="7"/>
                    <a:pt x="2393" y="0"/>
                    <a:pt x="2304" y="0"/>
                  </a:cubicBezTo>
                  <a:cubicBezTo>
                    <a:pt x="1449" y="0"/>
                    <a:pt x="666" y="188"/>
                    <a:pt x="1" y="533"/>
                  </a:cubicBez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dash"/>
              <a:miter lim="329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28"/>
            <p:cNvSpPr/>
            <p:nvPr/>
          </p:nvSpPr>
          <p:spPr>
            <a:xfrm>
              <a:off x="566119" y="3449578"/>
              <a:ext cx="28337" cy="18289"/>
            </a:xfrm>
            <a:custGeom>
              <a:avLst/>
              <a:gdLst/>
              <a:ahLst/>
              <a:cxnLst/>
              <a:rect l="l" t="t" r="r" b="b"/>
              <a:pathLst>
                <a:path w="471" h="304" fill="none" extrusionOk="0">
                  <a:moveTo>
                    <a:pt x="471" y="100"/>
                  </a:moveTo>
                  <a:cubicBezTo>
                    <a:pt x="372" y="162"/>
                    <a:pt x="276" y="231"/>
                    <a:pt x="181" y="304"/>
                  </a:cubicBezTo>
                  <a:cubicBezTo>
                    <a:pt x="125" y="198"/>
                    <a:pt x="63" y="100"/>
                    <a:pt x="0" y="1"/>
                  </a:cubicBez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dash"/>
              <a:miter lim="329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28"/>
            <p:cNvSpPr/>
            <p:nvPr/>
          </p:nvSpPr>
          <p:spPr>
            <a:xfrm>
              <a:off x="283956" y="3334366"/>
              <a:ext cx="259240" cy="84588"/>
            </a:xfrm>
            <a:custGeom>
              <a:avLst/>
              <a:gdLst/>
              <a:ahLst/>
              <a:cxnLst/>
              <a:rect l="l" t="t" r="r" b="b"/>
              <a:pathLst>
                <a:path w="4309" h="1406" fill="none" extrusionOk="0">
                  <a:moveTo>
                    <a:pt x="4308" y="1406"/>
                  </a:moveTo>
                  <a:cubicBezTo>
                    <a:pt x="4071" y="1126"/>
                    <a:pt x="3808" y="886"/>
                    <a:pt x="3519" y="682"/>
                  </a:cubicBezTo>
                  <a:cubicBezTo>
                    <a:pt x="2893" y="244"/>
                    <a:pt x="2153" y="1"/>
                    <a:pt x="1429" y="1"/>
                  </a:cubicBezTo>
                  <a:cubicBezTo>
                    <a:pt x="1169" y="1"/>
                    <a:pt x="912" y="34"/>
                    <a:pt x="669" y="96"/>
                  </a:cubicBezTo>
                  <a:cubicBezTo>
                    <a:pt x="442" y="152"/>
                    <a:pt x="221" y="228"/>
                    <a:pt x="1" y="320"/>
                  </a:cubicBez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dash"/>
              <a:miter lim="329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28"/>
            <p:cNvSpPr/>
            <p:nvPr/>
          </p:nvSpPr>
          <p:spPr>
            <a:xfrm>
              <a:off x="234864" y="3355543"/>
              <a:ext cx="31946" cy="16485"/>
            </a:xfrm>
            <a:custGeom>
              <a:avLst/>
              <a:gdLst/>
              <a:ahLst/>
              <a:cxnLst/>
              <a:rect l="l" t="t" r="r" b="b"/>
              <a:pathLst>
                <a:path w="531" h="274" fill="none" extrusionOk="0">
                  <a:moveTo>
                    <a:pt x="531" y="106"/>
                  </a:moveTo>
                  <a:cubicBezTo>
                    <a:pt x="429" y="159"/>
                    <a:pt x="323" y="211"/>
                    <a:pt x="221" y="274"/>
                  </a:cubicBezTo>
                  <a:cubicBezTo>
                    <a:pt x="152" y="178"/>
                    <a:pt x="76" y="90"/>
                    <a:pt x="1" y="1"/>
                  </a:cubicBez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dash"/>
              <a:miter lim="329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28"/>
            <p:cNvSpPr/>
            <p:nvPr/>
          </p:nvSpPr>
          <p:spPr>
            <a:xfrm>
              <a:off x="-53556" y="3285875"/>
              <a:ext cx="260985" cy="45002"/>
            </a:xfrm>
            <a:custGeom>
              <a:avLst/>
              <a:gdLst/>
              <a:ahLst/>
              <a:cxnLst/>
              <a:rect l="l" t="t" r="r" b="b"/>
              <a:pathLst>
                <a:path w="4338" h="748" fill="none" extrusionOk="0">
                  <a:moveTo>
                    <a:pt x="4337" y="741"/>
                  </a:moveTo>
                  <a:cubicBezTo>
                    <a:pt x="3870" y="382"/>
                    <a:pt x="3320" y="132"/>
                    <a:pt x="2741" y="40"/>
                  </a:cubicBezTo>
                  <a:cubicBezTo>
                    <a:pt x="2564" y="14"/>
                    <a:pt x="2379" y="0"/>
                    <a:pt x="2198" y="0"/>
                  </a:cubicBezTo>
                  <a:lnTo>
                    <a:pt x="2198" y="0"/>
                  </a:lnTo>
                  <a:cubicBezTo>
                    <a:pt x="1738" y="0"/>
                    <a:pt x="1267" y="96"/>
                    <a:pt x="836" y="267"/>
                  </a:cubicBezTo>
                  <a:cubicBezTo>
                    <a:pt x="537" y="392"/>
                    <a:pt x="257" y="550"/>
                    <a:pt x="0" y="747"/>
                  </a:cubicBez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dash"/>
              <a:miter lim="329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28"/>
            <p:cNvSpPr/>
            <p:nvPr/>
          </p:nvSpPr>
          <p:spPr>
            <a:xfrm>
              <a:off x="-82675" y="3342669"/>
              <a:ext cx="15101" cy="14920"/>
            </a:xfrm>
            <a:custGeom>
              <a:avLst/>
              <a:gdLst/>
              <a:ahLst/>
              <a:cxnLst/>
              <a:rect l="l" t="t" r="r" b="b"/>
              <a:pathLst>
                <a:path w="251" h="248" fill="none" extrusionOk="0">
                  <a:moveTo>
                    <a:pt x="251" y="1"/>
                  </a:moveTo>
                  <a:cubicBezTo>
                    <a:pt x="221" y="31"/>
                    <a:pt x="188" y="60"/>
                    <a:pt x="162" y="86"/>
                  </a:cubicBezTo>
                  <a:lnTo>
                    <a:pt x="0" y="248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dash"/>
              <a:miter lim="329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7" name="Google Shape;627;p28"/>
          <p:cNvSpPr/>
          <p:nvPr/>
        </p:nvSpPr>
        <p:spPr>
          <a:xfrm flipH="1">
            <a:off x="6513301" y="4208423"/>
            <a:ext cx="2923564" cy="1018696"/>
          </a:xfrm>
          <a:custGeom>
            <a:avLst/>
            <a:gdLst/>
            <a:ahLst/>
            <a:cxnLst/>
            <a:rect l="l" t="t" r="r" b="b"/>
            <a:pathLst>
              <a:path w="49460" h="17234" extrusionOk="0">
                <a:moveTo>
                  <a:pt x="1" y="1"/>
                </a:moveTo>
                <a:lnTo>
                  <a:pt x="1" y="17234"/>
                </a:lnTo>
                <a:lnTo>
                  <a:pt x="49460" y="17234"/>
                </a:lnTo>
                <a:cubicBezTo>
                  <a:pt x="48989" y="16931"/>
                  <a:pt x="48453" y="16721"/>
                  <a:pt x="47887" y="16684"/>
                </a:cubicBezTo>
                <a:cubicBezTo>
                  <a:pt x="47832" y="16681"/>
                  <a:pt x="47777" y="16679"/>
                  <a:pt x="47722" y="16679"/>
                </a:cubicBezTo>
                <a:cubicBezTo>
                  <a:pt x="47282" y="16679"/>
                  <a:pt x="46833" y="16797"/>
                  <a:pt x="46488" y="17063"/>
                </a:cubicBezTo>
                <a:cubicBezTo>
                  <a:pt x="45899" y="16625"/>
                  <a:pt x="45182" y="16362"/>
                  <a:pt x="44462" y="16362"/>
                </a:cubicBezTo>
                <a:cubicBezTo>
                  <a:pt x="44274" y="16362"/>
                  <a:pt x="44085" y="16380"/>
                  <a:pt x="43899" y="16418"/>
                </a:cubicBezTo>
                <a:cubicBezTo>
                  <a:pt x="43800" y="15562"/>
                  <a:pt x="43619" y="14710"/>
                  <a:pt x="43240" y="13937"/>
                </a:cubicBezTo>
                <a:cubicBezTo>
                  <a:pt x="42862" y="13167"/>
                  <a:pt x="42270" y="12485"/>
                  <a:pt x="41503" y="12114"/>
                </a:cubicBezTo>
                <a:cubicBezTo>
                  <a:pt x="41098" y="11921"/>
                  <a:pt x="40680" y="11833"/>
                  <a:pt x="40263" y="11833"/>
                </a:cubicBezTo>
                <a:cubicBezTo>
                  <a:pt x="39526" y="11833"/>
                  <a:pt x="38794" y="12108"/>
                  <a:pt x="38146" y="12568"/>
                </a:cubicBezTo>
                <a:cubicBezTo>
                  <a:pt x="37758" y="11768"/>
                  <a:pt x="37307" y="10978"/>
                  <a:pt x="36639" y="10399"/>
                </a:cubicBezTo>
                <a:cubicBezTo>
                  <a:pt x="36110" y="9938"/>
                  <a:pt x="35419" y="9628"/>
                  <a:pt x="34729" y="9628"/>
                </a:cubicBezTo>
                <a:cubicBezTo>
                  <a:pt x="34552" y="9628"/>
                  <a:pt x="34375" y="9648"/>
                  <a:pt x="34201" y="9692"/>
                </a:cubicBezTo>
                <a:cubicBezTo>
                  <a:pt x="33345" y="9906"/>
                  <a:pt x="32654" y="10268"/>
                  <a:pt x="32078" y="10939"/>
                </a:cubicBezTo>
                <a:cubicBezTo>
                  <a:pt x="31769" y="10123"/>
                  <a:pt x="31012" y="9494"/>
                  <a:pt x="30160" y="9346"/>
                </a:cubicBezTo>
                <a:cubicBezTo>
                  <a:pt x="30027" y="9323"/>
                  <a:pt x="29892" y="9312"/>
                  <a:pt x="29756" y="9312"/>
                </a:cubicBezTo>
                <a:cubicBezTo>
                  <a:pt x="29031" y="9312"/>
                  <a:pt x="28302" y="9638"/>
                  <a:pt x="27830" y="10198"/>
                </a:cubicBezTo>
                <a:cubicBezTo>
                  <a:pt x="27504" y="9192"/>
                  <a:pt x="26550" y="8431"/>
                  <a:pt x="25504" y="8343"/>
                </a:cubicBezTo>
                <a:lnTo>
                  <a:pt x="25504" y="8349"/>
                </a:lnTo>
                <a:cubicBezTo>
                  <a:pt x="25431" y="8344"/>
                  <a:pt x="25359" y="8341"/>
                  <a:pt x="25287" y="8341"/>
                </a:cubicBezTo>
                <a:cubicBezTo>
                  <a:pt x="25229" y="8341"/>
                  <a:pt x="25172" y="8343"/>
                  <a:pt x="25115" y="8346"/>
                </a:cubicBezTo>
                <a:cubicBezTo>
                  <a:pt x="23904" y="8425"/>
                  <a:pt x="22861" y="9270"/>
                  <a:pt x="22177" y="10281"/>
                </a:cubicBezTo>
                <a:cubicBezTo>
                  <a:pt x="21687" y="8971"/>
                  <a:pt x="20326" y="8022"/>
                  <a:pt x="18954" y="8022"/>
                </a:cubicBezTo>
                <a:cubicBezTo>
                  <a:pt x="18767" y="8022"/>
                  <a:pt x="18581" y="8039"/>
                  <a:pt x="18396" y="8076"/>
                </a:cubicBezTo>
                <a:cubicBezTo>
                  <a:pt x="18297" y="7220"/>
                  <a:pt x="18116" y="6368"/>
                  <a:pt x="17738" y="5595"/>
                </a:cubicBezTo>
                <a:cubicBezTo>
                  <a:pt x="17359" y="4825"/>
                  <a:pt x="16767" y="4144"/>
                  <a:pt x="16000" y="3772"/>
                </a:cubicBezTo>
                <a:cubicBezTo>
                  <a:pt x="15596" y="3579"/>
                  <a:pt x="15177" y="3491"/>
                  <a:pt x="14760" y="3491"/>
                </a:cubicBezTo>
                <a:cubicBezTo>
                  <a:pt x="14024" y="3491"/>
                  <a:pt x="13291" y="3766"/>
                  <a:pt x="12644" y="4226"/>
                </a:cubicBezTo>
                <a:cubicBezTo>
                  <a:pt x="12255" y="3426"/>
                  <a:pt x="11805" y="2636"/>
                  <a:pt x="11137" y="2057"/>
                </a:cubicBezTo>
                <a:cubicBezTo>
                  <a:pt x="10608" y="1596"/>
                  <a:pt x="9916" y="1286"/>
                  <a:pt x="9226" y="1286"/>
                </a:cubicBezTo>
                <a:cubicBezTo>
                  <a:pt x="9049" y="1286"/>
                  <a:pt x="8872" y="1306"/>
                  <a:pt x="8698" y="1350"/>
                </a:cubicBezTo>
                <a:cubicBezTo>
                  <a:pt x="7843" y="1564"/>
                  <a:pt x="7151" y="1926"/>
                  <a:pt x="6576" y="2597"/>
                </a:cubicBezTo>
                <a:cubicBezTo>
                  <a:pt x="6266" y="1781"/>
                  <a:pt x="5509" y="1152"/>
                  <a:pt x="4657" y="1004"/>
                </a:cubicBezTo>
                <a:cubicBezTo>
                  <a:pt x="4524" y="981"/>
                  <a:pt x="4389" y="970"/>
                  <a:pt x="4254" y="970"/>
                </a:cubicBezTo>
                <a:cubicBezTo>
                  <a:pt x="3528" y="970"/>
                  <a:pt x="2799" y="1296"/>
                  <a:pt x="2327" y="1857"/>
                </a:cubicBezTo>
                <a:cubicBezTo>
                  <a:pt x="2002" y="853"/>
                  <a:pt x="1047" y="90"/>
                  <a:pt x="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28" name="Google Shape;628;p28"/>
          <p:cNvGrpSpPr/>
          <p:nvPr/>
        </p:nvGrpSpPr>
        <p:grpSpPr>
          <a:xfrm flipH="1">
            <a:off x="-55313" y="-371404"/>
            <a:ext cx="4046717" cy="1296152"/>
            <a:chOff x="-837652" y="-229602"/>
            <a:chExt cx="2657070" cy="851052"/>
          </a:xfrm>
        </p:grpSpPr>
        <p:sp>
          <p:nvSpPr>
            <p:cNvPr id="629" name="Google Shape;629;p28"/>
            <p:cNvSpPr/>
            <p:nvPr/>
          </p:nvSpPr>
          <p:spPr>
            <a:xfrm rot="10800000">
              <a:off x="-808520" y="-51851"/>
              <a:ext cx="2598946" cy="644133"/>
            </a:xfrm>
            <a:custGeom>
              <a:avLst/>
              <a:gdLst/>
              <a:ahLst/>
              <a:cxnLst/>
              <a:rect l="l" t="t" r="r" b="b"/>
              <a:pathLst>
                <a:path w="73510" h="18219" extrusionOk="0">
                  <a:moveTo>
                    <a:pt x="33837" y="0"/>
                  </a:moveTo>
                  <a:cubicBezTo>
                    <a:pt x="33373" y="0"/>
                    <a:pt x="32909" y="37"/>
                    <a:pt x="32453" y="113"/>
                  </a:cubicBezTo>
                  <a:cubicBezTo>
                    <a:pt x="28682" y="745"/>
                    <a:pt x="25536" y="3598"/>
                    <a:pt x="23848" y="7017"/>
                  </a:cubicBezTo>
                  <a:cubicBezTo>
                    <a:pt x="22703" y="6042"/>
                    <a:pt x="21010" y="5499"/>
                    <a:pt x="19412" y="5499"/>
                  </a:cubicBezTo>
                  <a:cubicBezTo>
                    <a:pt x="18874" y="5499"/>
                    <a:pt x="18347" y="5560"/>
                    <a:pt x="17855" y="5688"/>
                  </a:cubicBezTo>
                  <a:cubicBezTo>
                    <a:pt x="15907" y="6195"/>
                    <a:pt x="14249" y="7695"/>
                    <a:pt x="13558" y="9581"/>
                  </a:cubicBezTo>
                  <a:cubicBezTo>
                    <a:pt x="12316" y="8874"/>
                    <a:pt x="10862" y="8547"/>
                    <a:pt x="9393" y="8547"/>
                  </a:cubicBezTo>
                  <a:cubicBezTo>
                    <a:pt x="7832" y="8547"/>
                    <a:pt x="6253" y="8916"/>
                    <a:pt x="4893" y="9591"/>
                  </a:cubicBezTo>
                  <a:cubicBezTo>
                    <a:pt x="4235" y="9920"/>
                    <a:pt x="3623" y="10331"/>
                    <a:pt x="3067" y="10815"/>
                  </a:cubicBezTo>
                  <a:cubicBezTo>
                    <a:pt x="1093" y="12529"/>
                    <a:pt x="0" y="15043"/>
                    <a:pt x="0" y="17653"/>
                  </a:cubicBezTo>
                  <a:lnTo>
                    <a:pt x="0" y="18219"/>
                  </a:lnTo>
                  <a:lnTo>
                    <a:pt x="73504" y="18206"/>
                  </a:lnTo>
                  <a:lnTo>
                    <a:pt x="73504" y="18199"/>
                  </a:lnTo>
                  <a:cubicBezTo>
                    <a:pt x="73510" y="16394"/>
                    <a:pt x="72034" y="15002"/>
                    <a:pt x="70332" y="15002"/>
                  </a:cubicBezTo>
                  <a:cubicBezTo>
                    <a:pt x="70061" y="15002"/>
                    <a:pt x="69784" y="15038"/>
                    <a:pt x="69506" y="15112"/>
                  </a:cubicBezTo>
                  <a:cubicBezTo>
                    <a:pt x="69496" y="15116"/>
                    <a:pt x="69483" y="15119"/>
                    <a:pt x="69467" y="15126"/>
                  </a:cubicBezTo>
                  <a:cubicBezTo>
                    <a:pt x="68812" y="11144"/>
                    <a:pt x="65620" y="7695"/>
                    <a:pt x="61687" y="6724"/>
                  </a:cubicBezTo>
                  <a:cubicBezTo>
                    <a:pt x="60907" y="6532"/>
                    <a:pt x="60107" y="6439"/>
                    <a:pt x="59307" y="6439"/>
                  </a:cubicBezTo>
                  <a:cubicBezTo>
                    <a:pt x="56072" y="6439"/>
                    <a:pt x="52831" y="7955"/>
                    <a:pt x="50871" y="10535"/>
                  </a:cubicBezTo>
                  <a:cubicBezTo>
                    <a:pt x="50815" y="8515"/>
                    <a:pt x="49298" y="6494"/>
                    <a:pt x="47570" y="5438"/>
                  </a:cubicBezTo>
                  <a:cubicBezTo>
                    <a:pt x="46605" y="4848"/>
                    <a:pt x="45472" y="4547"/>
                    <a:pt x="44340" y="4547"/>
                  </a:cubicBezTo>
                  <a:cubicBezTo>
                    <a:pt x="43445" y="4547"/>
                    <a:pt x="42552" y="4735"/>
                    <a:pt x="41743" y="5115"/>
                  </a:cubicBezTo>
                  <a:cubicBezTo>
                    <a:pt x="40635" y="1956"/>
                    <a:pt x="37213" y="0"/>
                    <a:pt x="3383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28"/>
            <p:cNvSpPr/>
            <p:nvPr/>
          </p:nvSpPr>
          <p:spPr>
            <a:xfrm rot="10800000">
              <a:off x="-837652" y="-51391"/>
              <a:ext cx="2657070" cy="672841"/>
            </a:xfrm>
            <a:custGeom>
              <a:avLst/>
              <a:gdLst/>
              <a:ahLst/>
              <a:cxnLst/>
              <a:rect l="l" t="t" r="r" b="b"/>
              <a:pathLst>
                <a:path w="75154" h="19031" fill="none" extrusionOk="0">
                  <a:moveTo>
                    <a:pt x="1" y="18478"/>
                  </a:moveTo>
                  <a:cubicBezTo>
                    <a:pt x="1" y="15589"/>
                    <a:pt x="1222" y="12867"/>
                    <a:pt x="3354" y="11018"/>
                  </a:cubicBezTo>
                  <a:cubicBezTo>
                    <a:pt x="3966" y="10481"/>
                    <a:pt x="4641" y="10034"/>
                    <a:pt x="5351" y="9682"/>
                  </a:cubicBezTo>
                  <a:cubicBezTo>
                    <a:pt x="6842" y="8941"/>
                    <a:pt x="8524" y="8546"/>
                    <a:pt x="10218" y="8546"/>
                  </a:cubicBezTo>
                  <a:cubicBezTo>
                    <a:pt x="11564" y="8546"/>
                    <a:pt x="12848" y="8800"/>
                    <a:pt x="13980" y="9287"/>
                  </a:cubicBezTo>
                  <a:cubicBezTo>
                    <a:pt x="14901" y="7546"/>
                    <a:pt x="16553" y="6213"/>
                    <a:pt x="18471" y="5717"/>
                  </a:cubicBezTo>
                  <a:cubicBezTo>
                    <a:pt x="19021" y="5572"/>
                    <a:pt x="19617" y="5496"/>
                    <a:pt x="20239" y="5496"/>
                  </a:cubicBezTo>
                  <a:cubicBezTo>
                    <a:pt x="21723" y="5496"/>
                    <a:pt x="23210" y="5907"/>
                    <a:pt x="24388" y="6625"/>
                  </a:cubicBezTo>
                  <a:cubicBezTo>
                    <a:pt x="25257" y="5124"/>
                    <a:pt x="26376" y="3778"/>
                    <a:pt x="27669" y="2709"/>
                  </a:cubicBezTo>
                  <a:cubicBezTo>
                    <a:pt x="29314" y="1340"/>
                    <a:pt x="31210" y="445"/>
                    <a:pt x="33141" y="126"/>
                  </a:cubicBezTo>
                  <a:cubicBezTo>
                    <a:pt x="33642" y="43"/>
                    <a:pt x="34152" y="1"/>
                    <a:pt x="34665" y="1"/>
                  </a:cubicBezTo>
                  <a:cubicBezTo>
                    <a:pt x="36495" y="1"/>
                    <a:pt x="38354" y="534"/>
                    <a:pt x="39900" y="1498"/>
                  </a:cubicBezTo>
                  <a:cubicBezTo>
                    <a:pt x="41296" y="2370"/>
                    <a:pt x="42362" y="3528"/>
                    <a:pt x="43013" y="4881"/>
                  </a:cubicBezTo>
                  <a:cubicBezTo>
                    <a:pt x="43701" y="4660"/>
                    <a:pt x="44428" y="4548"/>
                    <a:pt x="45166" y="4548"/>
                  </a:cubicBezTo>
                  <a:cubicBezTo>
                    <a:pt x="46478" y="4548"/>
                    <a:pt x="47742" y="4897"/>
                    <a:pt x="48821" y="5559"/>
                  </a:cubicBezTo>
                  <a:cubicBezTo>
                    <a:pt x="50177" y="6388"/>
                    <a:pt x="51559" y="7859"/>
                    <a:pt x="52178" y="9590"/>
                  </a:cubicBezTo>
                  <a:cubicBezTo>
                    <a:pt x="53017" y="8797"/>
                    <a:pt x="54001" y="8115"/>
                    <a:pt x="55080" y="7602"/>
                  </a:cubicBezTo>
                  <a:cubicBezTo>
                    <a:pt x="56663" y="6842"/>
                    <a:pt x="58407" y="6444"/>
                    <a:pt x="60132" y="6444"/>
                  </a:cubicBezTo>
                  <a:cubicBezTo>
                    <a:pt x="61010" y="6444"/>
                    <a:pt x="61876" y="6546"/>
                    <a:pt x="62708" y="6753"/>
                  </a:cubicBezTo>
                  <a:cubicBezTo>
                    <a:pt x="64794" y="7266"/>
                    <a:pt x="66703" y="8408"/>
                    <a:pt x="68233" y="10063"/>
                  </a:cubicBezTo>
                  <a:cubicBezTo>
                    <a:pt x="69566" y="11502"/>
                    <a:pt x="70491" y="13203"/>
                    <a:pt x="70935" y="15013"/>
                  </a:cubicBezTo>
                  <a:cubicBezTo>
                    <a:pt x="71011" y="15006"/>
                    <a:pt x="71080" y="15006"/>
                    <a:pt x="71155" y="15006"/>
                  </a:cubicBezTo>
                  <a:cubicBezTo>
                    <a:pt x="73360" y="15006"/>
                    <a:pt x="75154" y="16813"/>
                    <a:pt x="75154" y="19031"/>
                  </a:cubicBez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dash"/>
              <a:miter lim="329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28"/>
            <p:cNvSpPr/>
            <p:nvPr/>
          </p:nvSpPr>
          <p:spPr>
            <a:xfrm rot="10800000">
              <a:off x="-626562" y="-229602"/>
              <a:ext cx="2234888" cy="553903"/>
            </a:xfrm>
            <a:custGeom>
              <a:avLst/>
              <a:gdLst/>
              <a:ahLst/>
              <a:cxnLst/>
              <a:rect l="l" t="t" r="r" b="b"/>
              <a:pathLst>
                <a:path w="73510" h="18219" extrusionOk="0">
                  <a:moveTo>
                    <a:pt x="33837" y="0"/>
                  </a:moveTo>
                  <a:cubicBezTo>
                    <a:pt x="33373" y="0"/>
                    <a:pt x="32909" y="37"/>
                    <a:pt x="32453" y="113"/>
                  </a:cubicBezTo>
                  <a:cubicBezTo>
                    <a:pt x="28682" y="745"/>
                    <a:pt x="25536" y="3598"/>
                    <a:pt x="23848" y="7017"/>
                  </a:cubicBezTo>
                  <a:cubicBezTo>
                    <a:pt x="22703" y="6042"/>
                    <a:pt x="21010" y="5499"/>
                    <a:pt x="19412" y="5499"/>
                  </a:cubicBezTo>
                  <a:cubicBezTo>
                    <a:pt x="18874" y="5499"/>
                    <a:pt x="18347" y="5560"/>
                    <a:pt x="17855" y="5688"/>
                  </a:cubicBezTo>
                  <a:cubicBezTo>
                    <a:pt x="15907" y="6195"/>
                    <a:pt x="14249" y="7695"/>
                    <a:pt x="13558" y="9581"/>
                  </a:cubicBezTo>
                  <a:cubicBezTo>
                    <a:pt x="12316" y="8874"/>
                    <a:pt x="10862" y="8547"/>
                    <a:pt x="9393" y="8547"/>
                  </a:cubicBezTo>
                  <a:cubicBezTo>
                    <a:pt x="7832" y="8547"/>
                    <a:pt x="6253" y="8916"/>
                    <a:pt x="4893" y="9591"/>
                  </a:cubicBezTo>
                  <a:cubicBezTo>
                    <a:pt x="4235" y="9920"/>
                    <a:pt x="3623" y="10331"/>
                    <a:pt x="3067" y="10815"/>
                  </a:cubicBezTo>
                  <a:cubicBezTo>
                    <a:pt x="1093" y="12529"/>
                    <a:pt x="0" y="15043"/>
                    <a:pt x="0" y="17653"/>
                  </a:cubicBezTo>
                  <a:lnTo>
                    <a:pt x="0" y="18219"/>
                  </a:lnTo>
                  <a:lnTo>
                    <a:pt x="73504" y="18206"/>
                  </a:lnTo>
                  <a:lnTo>
                    <a:pt x="73504" y="18199"/>
                  </a:lnTo>
                  <a:cubicBezTo>
                    <a:pt x="73510" y="16394"/>
                    <a:pt x="72034" y="15002"/>
                    <a:pt x="70332" y="15002"/>
                  </a:cubicBezTo>
                  <a:cubicBezTo>
                    <a:pt x="70061" y="15002"/>
                    <a:pt x="69784" y="15038"/>
                    <a:pt x="69506" y="15112"/>
                  </a:cubicBezTo>
                  <a:cubicBezTo>
                    <a:pt x="69496" y="15116"/>
                    <a:pt x="69483" y="15119"/>
                    <a:pt x="69467" y="15126"/>
                  </a:cubicBezTo>
                  <a:cubicBezTo>
                    <a:pt x="68812" y="11144"/>
                    <a:pt x="65620" y="7695"/>
                    <a:pt x="61687" y="6724"/>
                  </a:cubicBezTo>
                  <a:cubicBezTo>
                    <a:pt x="60907" y="6532"/>
                    <a:pt x="60107" y="6439"/>
                    <a:pt x="59307" y="6439"/>
                  </a:cubicBezTo>
                  <a:cubicBezTo>
                    <a:pt x="56072" y="6439"/>
                    <a:pt x="52831" y="7955"/>
                    <a:pt x="50871" y="10535"/>
                  </a:cubicBezTo>
                  <a:cubicBezTo>
                    <a:pt x="50815" y="8515"/>
                    <a:pt x="49298" y="6494"/>
                    <a:pt x="47570" y="5438"/>
                  </a:cubicBezTo>
                  <a:cubicBezTo>
                    <a:pt x="46605" y="4848"/>
                    <a:pt x="45472" y="4547"/>
                    <a:pt x="44340" y="4547"/>
                  </a:cubicBezTo>
                  <a:cubicBezTo>
                    <a:pt x="43445" y="4547"/>
                    <a:pt x="42552" y="4735"/>
                    <a:pt x="41743" y="5115"/>
                  </a:cubicBezTo>
                  <a:cubicBezTo>
                    <a:pt x="40635" y="1956"/>
                    <a:pt x="37213" y="0"/>
                    <a:pt x="338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32" name="Google Shape;632;p28"/>
          <p:cNvSpPr/>
          <p:nvPr/>
        </p:nvSpPr>
        <p:spPr>
          <a:xfrm flipH="1">
            <a:off x="8538687" y="1487113"/>
            <a:ext cx="555428" cy="570430"/>
          </a:xfrm>
          <a:custGeom>
            <a:avLst/>
            <a:gdLst/>
            <a:ahLst/>
            <a:cxnLst/>
            <a:rect l="l" t="t" r="r" b="b"/>
            <a:pathLst>
              <a:path w="5299" h="5442" extrusionOk="0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3" name="Google Shape;633;p28"/>
          <p:cNvSpPr/>
          <p:nvPr/>
        </p:nvSpPr>
        <p:spPr>
          <a:xfrm rot="-4073347" flipH="1">
            <a:off x="7510461" y="246638"/>
            <a:ext cx="411256" cy="457773"/>
          </a:xfrm>
          <a:custGeom>
            <a:avLst/>
            <a:gdLst/>
            <a:ahLst/>
            <a:cxnLst/>
            <a:rect l="l" t="t" r="r" b="b"/>
            <a:pathLst>
              <a:path w="5299" h="5442" extrusionOk="0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4" name="Google Shape;634;p28"/>
          <p:cNvSpPr/>
          <p:nvPr/>
        </p:nvSpPr>
        <p:spPr>
          <a:xfrm rot="-4562439" flipH="1">
            <a:off x="-153114" y="1451508"/>
            <a:ext cx="624831" cy="641633"/>
          </a:xfrm>
          <a:custGeom>
            <a:avLst/>
            <a:gdLst/>
            <a:ahLst/>
            <a:cxnLst/>
            <a:rect l="l" t="t" r="r" b="b"/>
            <a:pathLst>
              <a:path w="5299" h="5442" extrusionOk="0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5" name="Google Shape;635;p28"/>
          <p:cNvSpPr/>
          <p:nvPr/>
        </p:nvSpPr>
        <p:spPr>
          <a:xfrm rot="-9353872" flipH="1">
            <a:off x="459564" y="4232819"/>
            <a:ext cx="511066" cy="568837"/>
          </a:xfrm>
          <a:custGeom>
            <a:avLst/>
            <a:gdLst/>
            <a:ahLst/>
            <a:cxnLst/>
            <a:rect l="l" t="t" r="r" b="b"/>
            <a:pathLst>
              <a:path w="5299" h="5442" extrusionOk="0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6" name="Google Shape;636;p28"/>
          <p:cNvSpPr/>
          <p:nvPr/>
        </p:nvSpPr>
        <p:spPr>
          <a:xfrm rot="-9353872" flipH="1">
            <a:off x="4316464" y="145682"/>
            <a:ext cx="511066" cy="568837"/>
          </a:xfrm>
          <a:custGeom>
            <a:avLst/>
            <a:gdLst/>
            <a:ahLst/>
            <a:cxnLst/>
            <a:rect l="l" t="t" r="r" b="b"/>
            <a:pathLst>
              <a:path w="5299" h="5442" extrusionOk="0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7" name="Google Shape;637;p28"/>
          <p:cNvSpPr/>
          <p:nvPr/>
        </p:nvSpPr>
        <p:spPr>
          <a:xfrm rot="-4562439" flipH="1">
            <a:off x="4296861" y="4769008"/>
            <a:ext cx="624831" cy="641633"/>
          </a:xfrm>
          <a:custGeom>
            <a:avLst/>
            <a:gdLst/>
            <a:ahLst/>
            <a:cxnLst/>
            <a:rect l="l" t="t" r="r" b="b"/>
            <a:pathLst>
              <a:path w="5299" h="5442" extrusionOk="0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ExtraBold"/>
              <a:buNone/>
              <a:defRPr sz="35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tamaran"/>
              <a:buChar char="●"/>
              <a:defRPr sz="120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tamaran"/>
              <a:buChar char="○"/>
              <a:defRPr sz="120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tamaran"/>
              <a:buChar char="■"/>
              <a:defRPr sz="120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tamaran"/>
              <a:buChar char="●"/>
              <a:defRPr sz="120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tamaran"/>
              <a:buChar char="○"/>
              <a:defRPr sz="120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tamaran"/>
              <a:buChar char="■"/>
              <a:defRPr sz="120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tamaran"/>
              <a:buChar char="●"/>
              <a:defRPr sz="120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tamaran"/>
              <a:buChar char="○"/>
              <a:defRPr sz="120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tamaran"/>
              <a:buChar char="■"/>
              <a:defRPr sz="120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8" r:id="rId4"/>
    <p:sldLayoutId id="2147483659" r:id="rId5"/>
    <p:sldLayoutId id="2147483663" r:id="rId6"/>
    <p:sldLayoutId id="2147483667" r:id="rId7"/>
    <p:sldLayoutId id="2147483669" r:id="rId8"/>
    <p:sldLayoutId id="2147483670" r:id="rId9"/>
    <p:sldLayoutId id="2147483671" r:id="rId10"/>
    <p:sldLayoutId id="2147483673" r:id="rId11"/>
    <p:sldLayoutId id="2147483674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32"/>
          <p:cNvSpPr txBox="1">
            <a:spLocks noGrp="1"/>
          </p:cNvSpPr>
          <p:nvPr>
            <p:ph type="ctrTitle"/>
          </p:nvPr>
        </p:nvSpPr>
        <p:spPr>
          <a:xfrm>
            <a:off x="399073" y="1447242"/>
            <a:ext cx="6771932" cy="18008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 noProof="1">
                <a:solidFill>
                  <a:schemeClr val="dk1"/>
                </a:solidFill>
              </a:rPr>
              <a:t>Can we predict depression in students?</a:t>
            </a:r>
            <a:br>
              <a:rPr lang="en-GB" sz="4000" noProof="1">
                <a:solidFill>
                  <a:schemeClr val="dk1"/>
                </a:solidFill>
              </a:rPr>
            </a:br>
            <a:r>
              <a:rPr lang="en-GB" sz="2800" noProof="1">
                <a:solidFill>
                  <a:schemeClr val="lt1"/>
                </a:solidFill>
              </a:rPr>
              <a:t>A machine learning </a:t>
            </a:r>
            <a:br>
              <a:rPr lang="en-GB" sz="2800" noProof="1">
                <a:solidFill>
                  <a:schemeClr val="lt1"/>
                </a:solidFill>
              </a:rPr>
            </a:br>
            <a:r>
              <a:rPr lang="en-GB" sz="2800" noProof="1">
                <a:solidFill>
                  <a:schemeClr val="lt1"/>
                </a:solidFill>
              </a:rPr>
              <a:t>approach</a:t>
            </a:r>
            <a:endParaRPr lang="en-GB" sz="4000" noProof="1">
              <a:solidFill>
                <a:schemeClr val="lt1"/>
              </a:solidFill>
            </a:endParaRPr>
          </a:p>
        </p:txBody>
      </p:sp>
      <p:sp>
        <p:nvSpPr>
          <p:cNvPr id="649" name="Google Shape;649;p32"/>
          <p:cNvSpPr txBox="1">
            <a:spLocks noGrp="1"/>
          </p:cNvSpPr>
          <p:nvPr>
            <p:ph type="subTitle" idx="1"/>
          </p:nvPr>
        </p:nvSpPr>
        <p:spPr>
          <a:xfrm>
            <a:off x="562418" y="3552457"/>
            <a:ext cx="7046618" cy="41246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noProof="1"/>
              <a:t>Sneha Sivakaran  I  Module 12 -  UMIT Tirol  I  12</a:t>
            </a:r>
            <a:r>
              <a:rPr lang="en-GB" baseline="30000" noProof="1"/>
              <a:t>th</a:t>
            </a:r>
            <a:r>
              <a:rPr lang="en-GB" noProof="1"/>
              <a:t> June 2026</a:t>
            </a:r>
          </a:p>
        </p:txBody>
      </p:sp>
      <p:grpSp>
        <p:nvGrpSpPr>
          <p:cNvPr id="650" name="Google Shape;650;p32"/>
          <p:cNvGrpSpPr/>
          <p:nvPr/>
        </p:nvGrpSpPr>
        <p:grpSpPr>
          <a:xfrm>
            <a:off x="6453615" y="1486783"/>
            <a:ext cx="2103270" cy="2813252"/>
            <a:chOff x="6453615" y="1486783"/>
            <a:chExt cx="2103270" cy="2813252"/>
          </a:xfrm>
        </p:grpSpPr>
        <p:sp>
          <p:nvSpPr>
            <p:cNvPr id="651" name="Google Shape;651;p32"/>
            <p:cNvSpPr/>
            <p:nvPr/>
          </p:nvSpPr>
          <p:spPr>
            <a:xfrm>
              <a:off x="6481490" y="1545683"/>
              <a:ext cx="2075395" cy="2754352"/>
            </a:xfrm>
            <a:custGeom>
              <a:avLst/>
              <a:gdLst/>
              <a:ahLst/>
              <a:cxnLst/>
              <a:rect l="l" t="t" r="r" b="b"/>
              <a:pathLst>
                <a:path w="18712" h="24833" extrusionOk="0">
                  <a:moveTo>
                    <a:pt x="5540" y="0"/>
                  </a:moveTo>
                  <a:cubicBezTo>
                    <a:pt x="4886" y="0"/>
                    <a:pt x="4286" y="340"/>
                    <a:pt x="3940" y="876"/>
                  </a:cubicBezTo>
                  <a:cubicBezTo>
                    <a:pt x="3808" y="1080"/>
                    <a:pt x="3716" y="1310"/>
                    <a:pt x="3670" y="1561"/>
                  </a:cubicBezTo>
                  <a:lnTo>
                    <a:pt x="145" y="20482"/>
                  </a:lnTo>
                  <a:cubicBezTo>
                    <a:pt x="1" y="21252"/>
                    <a:pt x="343" y="21999"/>
                    <a:pt x="952" y="22410"/>
                  </a:cubicBezTo>
                  <a:cubicBezTo>
                    <a:pt x="1159" y="22555"/>
                    <a:pt x="1402" y="22657"/>
                    <a:pt x="1669" y="22706"/>
                  </a:cubicBezTo>
                  <a:lnTo>
                    <a:pt x="12923" y="24799"/>
                  </a:lnTo>
                  <a:cubicBezTo>
                    <a:pt x="13042" y="24822"/>
                    <a:pt x="13161" y="24832"/>
                    <a:pt x="13277" y="24832"/>
                  </a:cubicBezTo>
                  <a:cubicBezTo>
                    <a:pt x="14178" y="24832"/>
                    <a:pt x="14979" y="24193"/>
                    <a:pt x="15151" y="23276"/>
                  </a:cubicBezTo>
                  <a:lnTo>
                    <a:pt x="18675" y="4354"/>
                  </a:lnTo>
                  <a:cubicBezTo>
                    <a:pt x="18698" y="4203"/>
                    <a:pt x="18711" y="4058"/>
                    <a:pt x="18705" y="3913"/>
                  </a:cubicBezTo>
                  <a:lnTo>
                    <a:pt x="18705" y="3910"/>
                  </a:lnTo>
                  <a:cubicBezTo>
                    <a:pt x="18662" y="3045"/>
                    <a:pt x="18037" y="2291"/>
                    <a:pt x="17148" y="2127"/>
                  </a:cubicBezTo>
                  <a:lnTo>
                    <a:pt x="5894" y="34"/>
                  </a:lnTo>
                  <a:cubicBezTo>
                    <a:pt x="5775" y="11"/>
                    <a:pt x="5657" y="0"/>
                    <a:pt x="554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652" name="Google Shape;652;p32"/>
            <p:cNvSpPr/>
            <p:nvPr/>
          </p:nvSpPr>
          <p:spPr>
            <a:xfrm>
              <a:off x="6453948" y="1487116"/>
              <a:ext cx="2074729" cy="2737160"/>
            </a:xfrm>
            <a:custGeom>
              <a:avLst/>
              <a:gdLst/>
              <a:ahLst/>
              <a:cxnLst/>
              <a:rect l="l" t="t" r="r" b="b"/>
              <a:pathLst>
                <a:path w="18706" h="24678" extrusionOk="0">
                  <a:moveTo>
                    <a:pt x="5541" y="1"/>
                  </a:moveTo>
                  <a:cubicBezTo>
                    <a:pt x="4888" y="1"/>
                    <a:pt x="4287" y="341"/>
                    <a:pt x="3943" y="880"/>
                  </a:cubicBezTo>
                  <a:cubicBezTo>
                    <a:pt x="3811" y="1080"/>
                    <a:pt x="3716" y="1311"/>
                    <a:pt x="3670" y="1561"/>
                  </a:cubicBezTo>
                  <a:lnTo>
                    <a:pt x="146" y="20482"/>
                  </a:lnTo>
                  <a:cubicBezTo>
                    <a:pt x="1" y="21252"/>
                    <a:pt x="343" y="21999"/>
                    <a:pt x="952" y="22411"/>
                  </a:cubicBezTo>
                  <a:cubicBezTo>
                    <a:pt x="1001" y="22427"/>
                    <a:pt x="1054" y="22440"/>
                    <a:pt x="1107" y="22450"/>
                  </a:cubicBezTo>
                  <a:lnTo>
                    <a:pt x="12917" y="24645"/>
                  </a:lnTo>
                  <a:cubicBezTo>
                    <a:pt x="13035" y="24667"/>
                    <a:pt x="13153" y="24678"/>
                    <a:pt x="13270" y="24678"/>
                  </a:cubicBezTo>
                  <a:cubicBezTo>
                    <a:pt x="14170" y="24678"/>
                    <a:pt x="14969" y="24036"/>
                    <a:pt x="15141" y="23118"/>
                  </a:cubicBezTo>
                  <a:lnTo>
                    <a:pt x="18666" y="4180"/>
                  </a:lnTo>
                  <a:cubicBezTo>
                    <a:pt x="18685" y="4091"/>
                    <a:pt x="18695" y="3999"/>
                    <a:pt x="18705" y="3914"/>
                  </a:cubicBezTo>
                  <a:lnTo>
                    <a:pt x="18705" y="3910"/>
                  </a:lnTo>
                  <a:cubicBezTo>
                    <a:pt x="18662" y="3045"/>
                    <a:pt x="18037" y="2295"/>
                    <a:pt x="17149" y="2130"/>
                  </a:cubicBezTo>
                  <a:lnTo>
                    <a:pt x="5894" y="34"/>
                  </a:lnTo>
                  <a:cubicBezTo>
                    <a:pt x="5776" y="12"/>
                    <a:pt x="5658" y="1"/>
                    <a:pt x="5541" y="1"/>
                  </a:cubicBezTo>
                  <a:close/>
                </a:path>
              </a:pathLst>
            </a:custGeom>
            <a:solidFill>
              <a:srgbClr val="EFF4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653" name="Google Shape;653;p32"/>
            <p:cNvSpPr/>
            <p:nvPr/>
          </p:nvSpPr>
          <p:spPr>
            <a:xfrm>
              <a:off x="6453615" y="1486783"/>
              <a:ext cx="2075395" cy="2754352"/>
            </a:xfrm>
            <a:custGeom>
              <a:avLst/>
              <a:gdLst/>
              <a:ahLst/>
              <a:cxnLst/>
              <a:rect l="l" t="t" r="r" b="b"/>
              <a:pathLst>
                <a:path w="18712" h="24833" extrusionOk="0">
                  <a:moveTo>
                    <a:pt x="5540" y="0"/>
                  </a:moveTo>
                  <a:cubicBezTo>
                    <a:pt x="4886" y="0"/>
                    <a:pt x="4286" y="340"/>
                    <a:pt x="3940" y="876"/>
                  </a:cubicBezTo>
                  <a:cubicBezTo>
                    <a:pt x="3808" y="1080"/>
                    <a:pt x="3716" y="1310"/>
                    <a:pt x="3670" y="1561"/>
                  </a:cubicBezTo>
                  <a:lnTo>
                    <a:pt x="145" y="20482"/>
                  </a:lnTo>
                  <a:cubicBezTo>
                    <a:pt x="1" y="21252"/>
                    <a:pt x="343" y="21999"/>
                    <a:pt x="952" y="22410"/>
                  </a:cubicBezTo>
                  <a:cubicBezTo>
                    <a:pt x="1159" y="22555"/>
                    <a:pt x="1402" y="22657"/>
                    <a:pt x="1669" y="22706"/>
                  </a:cubicBezTo>
                  <a:lnTo>
                    <a:pt x="12923" y="24799"/>
                  </a:lnTo>
                  <a:cubicBezTo>
                    <a:pt x="13042" y="24822"/>
                    <a:pt x="13161" y="24832"/>
                    <a:pt x="13277" y="24832"/>
                  </a:cubicBezTo>
                  <a:cubicBezTo>
                    <a:pt x="14178" y="24832"/>
                    <a:pt x="14979" y="24193"/>
                    <a:pt x="15151" y="23276"/>
                  </a:cubicBezTo>
                  <a:lnTo>
                    <a:pt x="18675" y="4354"/>
                  </a:lnTo>
                  <a:cubicBezTo>
                    <a:pt x="18698" y="4203"/>
                    <a:pt x="18711" y="4058"/>
                    <a:pt x="18705" y="3913"/>
                  </a:cubicBezTo>
                  <a:lnTo>
                    <a:pt x="18705" y="3910"/>
                  </a:lnTo>
                  <a:cubicBezTo>
                    <a:pt x="18662" y="3045"/>
                    <a:pt x="18037" y="2291"/>
                    <a:pt x="17148" y="2127"/>
                  </a:cubicBezTo>
                  <a:lnTo>
                    <a:pt x="5894" y="34"/>
                  </a:lnTo>
                  <a:cubicBezTo>
                    <a:pt x="5775" y="11"/>
                    <a:pt x="5657" y="0"/>
                    <a:pt x="554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654" name="Google Shape;654;p32"/>
            <p:cNvSpPr/>
            <p:nvPr/>
          </p:nvSpPr>
          <p:spPr>
            <a:xfrm>
              <a:off x="7343799" y="1979135"/>
              <a:ext cx="311110" cy="1887441"/>
            </a:xfrm>
            <a:custGeom>
              <a:avLst/>
              <a:gdLst/>
              <a:ahLst/>
              <a:cxnLst/>
              <a:rect l="l" t="t" r="r" b="b"/>
              <a:pathLst>
                <a:path w="2805" h="17017" extrusionOk="0">
                  <a:moveTo>
                    <a:pt x="2804" y="1"/>
                  </a:moveTo>
                  <a:lnTo>
                    <a:pt x="932" y="9396"/>
                  </a:lnTo>
                  <a:lnTo>
                    <a:pt x="1" y="17017"/>
                  </a:lnTo>
                  <a:lnTo>
                    <a:pt x="280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655" name="Google Shape;655;p32"/>
            <p:cNvSpPr/>
            <p:nvPr/>
          </p:nvSpPr>
          <p:spPr>
            <a:xfrm>
              <a:off x="6994967" y="1860095"/>
              <a:ext cx="389535" cy="238713"/>
            </a:xfrm>
            <a:custGeom>
              <a:avLst/>
              <a:gdLst/>
              <a:ahLst/>
              <a:cxnLst/>
              <a:rect l="l" t="t" r="r" b="b"/>
              <a:pathLst>
                <a:path w="2828" h="1733" extrusionOk="0">
                  <a:moveTo>
                    <a:pt x="750" y="1"/>
                  </a:moveTo>
                  <a:cubicBezTo>
                    <a:pt x="606" y="1"/>
                    <a:pt x="467" y="46"/>
                    <a:pt x="356" y="123"/>
                  </a:cubicBezTo>
                  <a:cubicBezTo>
                    <a:pt x="208" y="222"/>
                    <a:pt x="99" y="376"/>
                    <a:pt x="66" y="564"/>
                  </a:cubicBezTo>
                  <a:cubicBezTo>
                    <a:pt x="1" y="936"/>
                    <a:pt x="247" y="1295"/>
                    <a:pt x="619" y="1364"/>
                  </a:cubicBezTo>
                  <a:lnTo>
                    <a:pt x="1495" y="1528"/>
                  </a:lnTo>
                  <a:lnTo>
                    <a:pt x="2577" y="1732"/>
                  </a:lnTo>
                  <a:lnTo>
                    <a:pt x="2827" y="376"/>
                  </a:lnTo>
                  <a:lnTo>
                    <a:pt x="1745" y="176"/>
                  </a:lnTo>
                  <a:lnTo>
                    <a:pt x="869" y="11"/>
                  </a:lnTo>
                  <a:cubicBezTo>
                    <a:pt x="829" y="4"/>
                    <a:pt x="789" y="1"/>
                    <a:pt x="75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656" name="Google Shape;656;p32"/>
            <p:cNvSpPr/>
            <p:nvPr/>
          </p:nvSpPr>
          <p:spPr>
            <a:xfrm>
              <a:off x="7200748" y="1884751"/>
              <a:ext cx="268460" cy="215985"/>
            </a:xfrm>
            <a:custGeom>
              <a:avLst/>
              <a:gdLst/>
              <a:ahLst/>
              <a:cxnLst/>
              <a:rect l="l" t="t" r="r" b="b"/>
              <a:pathLst>
                <a:path w="1949" h="1568" extrusionOk="0">
                  <a:moveTo>
                    <a:pt x="251" y="0"/>
                  </a:moveTo>
                  <a:lnTo>
                    <a:pt x="1" y="1356"/>
                  </a:lnTo>
                  <a:lnTo>
                    <a:pt x="1083" y="1557"/>
                  </a:lnTo>
                  <a:cubicBezTo>
                    <a:pt x="1124" y="1564"/>
                    <a:pt x="1165" y="1567"/>
                    <a:pt x="1205" y="1567"/>
                  </a:cubicBezTo>
                  <a:cubicBezTo>
                    <a:pt x="1530" y="1567"/>
                    <a:pt x="1821" y="1338"/>
                    <a:pt x="1883" y="1004"/>
                  </a:cubicBezTo>
                  <a:cubicBezTo>
                    <a:pt x="1949" y="629"/>
                    <a:pt x="1708" y="273"/>
                    <a:pt x="1333" y="201"/>
                  </a:cubicBezTo>
                  <a:lnTo>
                    <a:pt x="2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657" name="Google Shape;657;p32"/>
            <p:cNvSpPr/>
            <p:nvPr/>
          </p:nvSpPr>
          <p:spPr>
            <a:xfrm>
              <a:off x="7814814" y="2044018"/>
              <a:ext cx="389397" cy="238575"/>
            </a:xfrm>
            <a:custGeom>
              <a:avLst/>
              <a:gdLst/>
              <a:ahLst/>
              <a:cxnLst/>
              <a:rect l="l" t="t" r="r" b="b"/>
              <a:pathLst>
                <a:path w="2827" h="1732" extrusionOk="0">
                  <a:moveTo>
                    <a:pt x="748" y="0"/>
                  </a:moveTo>
                  <a:cubicBezTo>
                    <a:pt x="604" y="0"/>
                    <a:pt x="466" y="45"/>
                    <a:pt x="352" y="123"/>
                  </a:cubicBezTo>
                  <a:cubicBezTo>
                    <a:pt x="204" y="222"/>
                    <a:pt x="99" y="376"/>
                    <a:pt x="66" y="564"/>
                  </a:cubicBezTo>
                  <a:cubicBezTo>
                    <a:pt x="0" y="936"/>
                    <a:pt x="247" y="1294"/>
                    <a:pt x="616" y="1363"/>
                  </a:cubicBezTo>
                  <a:lnTo>
                    <a:pt x="1494" y="1528"/>
                  </a:lnTo>
                  <a:lnTo>
                    <a:pt x="2574" y="1732"/>
                  </a:lnTo>
                  <a:lnTo>
                    <a:pt x="2827" y="376"/>
                  </a:lnTo>
                  <a:lnTo>
                    <a:pt x="1744" y="175"/>
                  </a:lnTo>
                  <a:lnTo>
                    <a:pt x="869" y="11"/>
                  </a:lnTo>
                  <a:cubicBezTo>
                    <a:pt x="828" y="4"/>
                    <a:pt x="788" y="0"/>
                    <a:pt x="74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658" name="Google Shape;658;p32"/>
            <p:cNvSpPr/>
            <p:nvPr/>
          </p:nvSpPr>
          <p:spPr>
            <a:xfrm>
              <a:off x="8020592" y="2068122"/>
              <a:ext cx="268460" cy="215709"/>
            </a:xfrm>
            <a:custGeom>
              <a:avLst/>
              <a:gdLst/>
              <a:ahLst/>
              <a:cxnLst/>
              <a:rect l="l" t="t" r="r" b="b"/>
              <a:pathLst>
                <a:path w="1949" h="1566" extrusionOk="0">
                  <a:moveTo>
                    <a:pt x="250" y="0"/>
                  </a:moveTo>
                  <a:lnTo>
                    <a:pt x="0" y="1353"/>
                  </a:lnTo>
                  <a:lnTo>
                    <a:pt x="1080" y="1554"/>
                  </a:lnTo>
                  <a:cubicBezTo>
                    <a:pt x="1122" y="1562"/>
                    <a:pt x="1165" y="1565"/>
                    <a:pt x="1207" y="1565"/>
                  </a:cubicBezTo>
                  <a:cubicBezTo>
                    <a:pt x="1533" y="1565"/>
                    <a:pt x="1821" y="1336"/>
                    <a:pt x="1882" y="1004"/>
                  </a:cubicBezTo>
                  <a:cubicBezTo>
                    <a:pt x="1948" y="629"/>
                    <a:pt x="1705" y="270"/>
                    <a:pt x="1333" y="201"/>
                  </a:cubicBezTo>
                  <a:lnTo>
                    <a:pt x="2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659" name="Google Shape;659;p32"/>
            <p:cNvSpPr/>
            <p:nvPr/>
          </p:nvSpPr>
          <p:spPr>
            <a:xfrm>
              <a:off x="6892490" y="2411335"/>
              <a:ext cx="389535" cy="238575"/>
            </a:xfrm>
            <a:custGeom>
              <a:avLst/>
              <a:gdLst/>
              <a:ahLst/>
              <a:cxnLst/>
              <a:rect l="l" t="t" r="r" b="b"/>
              <a:pathLst>
                <a:path w="2828" h="1732" extrusionOk="0">
                  <a:moveTo>
                    <a:pt x="749" y="0"/>
                  </a:moveTo>
                  <a:cubicBezTo>
                    <a:pt x="604" y="0"/>
                    <a:pt x="466" y="45"/>
                    <a:pt x="353" y="123"/>
                  </a:cubicBezTo>
                  <a:cubicBezTo>
                    <a:pt x="205" y="221"/>
                    <a:pt x="100" y="379"/>
                    <a:pt x="67" y="563"/>
                  </a:cubicBezTo>
                  <a:cubicBezTo>
                    <a:pt x="1" y="939"/>
                    <a:pt x="248" y="1294"/>
                    <a:pt x="616" y="1366"/>
                  </a:cubicBezTo>
                  <a:lnTo>
                    <a:pt x="1495" y="1531"/>
                  </a:lnTo>
                  <a:lnTo>
                    <a:pt x="2574" y="1732"/>
                  </a:lnTo>
                  <a:lnTo>
                    <a:pt x="2828" y="379"/>
                  </a:lnTo>
                  <a:lnTo>
                    <a:pt x="1745" y="175"/>
                  </a:lnTo>
                  <a:lnTo>
                    <a:pt x="870" y="11"/>
                  </a:lnTo>
                  <a:cubicBezTo>
                    <a:pt x="829" y="4"/>
                    <a:pt x="789" y="0"/>
                    <a:pt x="74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660" name="Google Shape;660;p32"/>
            <p:cNvSpPr/>
            <p:nvPr/>
          </p:nvSpPr>
          <p:spPr>
            <a:xfrm>
              <a:off x="7098271" y="2436266"/>
              <a:ext cx="268460" cy="215571"/>
            </a:xfrm>
            <a:custGeom>
              <a:avLst/>
              <a:gdLst/>
              <a:ahLst/>
              <a:cxnLst/>
              <a:rect l="l" t="t" r="r" b="b"/>
              <a:pathLst>
                <a:path w="1949" h="1565" extrusionOk="0">
                  <a:moveTo>
                    <a:pt x="251" y="1"/>
                  </a:moveTo>
                  <a:lnTo>
                    <a:pt x="1" y="1353"/>
                  </a:lnTo>
                  <a:lnTo>
                    <a:pt x="1080" y="1554"/>
                  </a:lnTo>
                  <a:cubicBezTo>
                    <a:pt x="1121" y="1561"/>
                    <a:pt x="1162" y="1565"/>
                    <a:pt x="1203" y="1565"/>
                  </a:cubicBezTo>
                  <a:cubicBezTo>
                    <a:pt x="1531" y="1565"/>
                    <a:pt x="1822" y="1335"/>
                    <a:pt x="1883" y="1004"/>
                  </a:cubicBezTo>
                  <a:cubicBezTo>
                    <a:pt x="1949" y="629"/>
                    <a:pt x="1705" y="271"/>
                    <a:pt x="1334" y="202"/>
                  </a:cubicBezTo>
                  <a:lnTo>
                    <a:pt x="25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661" name="Google Shape;661;p32"/>
            <p:cNvSpPr/>
            <p:nvPr/>
          </p:nvSpPr>
          <p:spPr>
            <a:xfrm>
              <a:off x="7712338" y="2595100"/>
              <a:ext cx="388984" cy="238713"/>
            </a:xfrm>
            <a:custGeom>
              <a:avLst/>
              <a:gdLst/>
              <a:ahLst/>
              <a:cxnLst/>
              <a:rect l="l" t="t" r="r" b="b"/>
              <a:pathLst>
                <a:path w="2824" h="1733" extrusionOk="0">
                  <a:moveTo>
                    <a:pt x="747" y="1"/>
                  </a:moveTo>
                  <a:cubicBezTo>
                    <a:pt x="604" y="1"/>
                    <a:pt x="466" y="46"/>
                    <a:pt x="353" y="123"/>
                  </a:cubicBezTo>
                  <a:cubicBezTo>
                    <a:pt x="205" y="222"/>
                    <a:pt x="99" y="380"/>
                    <a:pt x="66" y="564"/>
                  </a:cubicBezTo>
                  <a:cubicBezTo>
                    <a:pt x="1" y="939"/>
                    <a:pt x="247" y="1295"/>
                    <a:pt x="616" y="1367"/>
                  </a:cubicBezTo>
                  <a:lnTo>
                    <a:pt x="1491" y="1532"/>
                  </a:lnTo>
                  <a:lnTo>
                    <a:pt x="2574" y="1732"/>
                  </a:lnTo>
                  <a:lnTo>
                    <a:pt x="2824" y="380"/>
                  </a:lnTo>
                  <a:lnTo>
                    <a:pt x="1745" y="176"/>
                  </a:lnTo>
                  <a:lnTo>
                    <a:pt x="866" y="11"/>
                  </a:lnTo>
                  <a:cubicBezTo>
                    <a:pt x="826" y="4"/>
                    <a:pt x="786" y="1"/>
                    <a:pt x="74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662" name="Google Shape;662;p32"/>
            <p:cNvSpPr/>
            <p:nvPr/>
          </p:nvSpPr>
          <p:spPr>
            <a:xfrm>
              <a:off x="7917703" y="2619204"/>
              <a:ext cx="268873" cy="216122"/>
            </a:xfrm>
            <a:custGeom>
              <a:avLst/>
              <a:gdLst/>
              <a:ahLst/>
              <a:cxnLst/>
              <a:rect l="l" t="t" r="r" b="b"/>
              <a:pathLst>
                <a:path w="1952" h="1569" extrusionOk="0">
                  <a:moveTo>
                    <a:pt x="254" y="1"/>
                  </a:moveTo>
                  <a:lnTo>
                    <a:pt x="0" y="1357"/>
                  </a:lnTo>
                  <a:lnTo>
                    <a:pt x="1083" y="1557"/>
                  </a:lnTo>
                  <a:cubicBezTo>
                    <a:pt x="1124" y="1565"/>
                    <a:pt x="1165" y="1568"/>
                    <a:pt x="1206" y="1568"/>
                  </a:cubicBezTo>
                  <a:cubicBezTo>
                    <a:pt x="1533" y="1568"/>
                    <a:pt x="1824" y="1338"/>
                    <a:pt x="1886" y="1005"/>
                  </a:cubicBezTo>
                  <a:cubicBezTo>
                    <a:pt x="1952" y="629"/>
                    <a:pt x="1708" y="274"/>
                    <a:pt x="1333" y="205"/>
                  </a:cubicBezTo>
                  <a:lnTo>
                    <a:pt x="2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663" name="Google Shape;663;p32"/>
            <p:cNvSpPr/>
            <p:nvPr/>
          </p:nvSpPr>
          <p:spPr>
            <a:xfrm>
              <a:off x="6790151" y="2962850"/>
              <a:ext cx="388984" cy="238299"/>
            </a:xfrm>
            <a:custGeom>
              <a:avLst/>
              <a:gdLst/>
              <a:ahLst/>
              <a:cxnLst/>
              <a:rect l="l" t="t" r="r" b="b"/>
              <a:pathLst>
                <a:path w="2824" h="1730" extrusionOk="0">
                  <a:moveTo>
                    <a:pt x="742" y="0"/>
                  </a:moveTo>
                  <a:cubicBezTo>
                    <a:pt x="601" y="0"/>
                    <a:pt x="465" y="43"/>
                    <a:pt x="352" y="120"/>
                  </a:cubicBezTo>
                  <a:cubicBezTo>
                    <a:pt x="204" y="219"/>
                    <a:pt x="99" y="377"/>
                    <a:pt x="66" y="561"/>
                  </a:cubicBezTo>
                  <a:cubicBezTo>
                    <a:pt x="0" y="936"/>
                    <a:pt x="247" y="1291"/>
                    <a:pt x="616" y="1364"/>
                  </a:cubicBezTo>
                  <a:lnTo>
                    <a:pt x="1491" y="1528"/>
                  </a:lnTo>
                  <a:lnTo>
                    <a:pt x="2573" y="1729"/>
                  </a:lnTo>
                  <a:lnTo>
                    <a:pt x="2824" y="377"/>
                  </a:lnTo>
                  <a:lnTo>
                    <a:pt x="1744" y="176"/>
                  </a:lnTo>
                  <a:lnTo>
                    <a:pt x="866" y="11"/>
                  </a:lnTo>
                  <a:cubicBezTo>
                    <a:pt x="824" y="4"/>
                    <a:pt x="783" y="0"/>
                    <a:pt x="74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664" name="Google Shape;664;p32"/>
            <p:cNvSpPr/>
            <p:nvPr/>
          </p:nvSpPr>
          <p:spPr>
            <a:xfrm>
              <a:off x="6995381" y="2987506"/>
              <a:ext cx="269011" cy="215571"/>
            </a:xfrm>
            <a:custGeom>
              <a:avLst/>
              <a:gdLst/>
              <a:ahLst/>
              <a:cxnLst/>
              <a:rect l="l" t="t" r="r" b="b"/>
              <a:pathLst>
                <a:path w="1953" h="1565" extrusionOk="0">
                  <a:moveTo>
                    <a:pt x="254" y="0"/>
                  </a:moveTo>
                  <a:lnTo>
                    <a:pt x="1" y="1353"/>
                  </a:lnTo>
                  <a:lnTo>
                    <a:pt x="1083" y="1553"/>
                  </a:lnTo>
                  <a:cubicBezTo>
                    <a:pt x="1125" y="1561"/>
                    <a:pt x="1167" y="1564"/>
                    <a:pt x="1207" y="1564"/>
                  </a:cubicBezTo>
                  <a:cubicBezTo>
                    <a:pt x="1535" y="1564"/>
                    <a:pt x="1825" y="1337"/>
                    <a:pt x="1886" y="1004"/>
                  </a:cubicBezTo>
                  <a:cubicBezTo>
                    <a:pt x="1952" y="629"/>
                    <a:pt x="1709" y="270"/>
                    <a:pt x="1334" y="201"/>
                  </a:cubicBezTo>
                  <a:lnTo>
                    <a:pt x="25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665" name="Google Shape;665;p32"/>
            <p:cNvSpPr/>
            <p:nvPr/>
          </p:nvSpPr>
          <p:spPr>
            <a:xfrm>
              <a:off x="7609036" y="3146457"/>
              <a:ext cx="389397" cy="238437"/>
            </a:xfrm>
            <a:custGeom>
              <a:avLst/>
              <a:gdLst/>
              <a:ahLst/>
              <a:cxnLst/>
              <a:rect l="l" t="t" r="r" b="b"/>
              <a:pathLst>
                <a:path w="2827" h="1731" extrusionOk="0">
                  <a:moveTo>
                    <a:pt x="753" y="1"/>
                  </a:moveTo>
                  <a:cubicBezTo>
                    <a:pt x="608" y="1"/>
                    <a:pt x="468" y="44"/>
                    <a:pt x="356" y="122"/>
                  </a:cubicBezTo>
                  <a:cubicBezTo>
                    <a:pt x="208" y="220"/>
                    <a:pt x="99" y="378"/>
                    <a:pt x="66" y="563"/>
                  </a:cubicBezTo>
                  <a:cubicBezTo>
                    <a:pt x="0" y="938"/>
                    <a:pt x="247" y="1296"/>
                    <a:pt x="619" y="1366"/>
                  </a:cubicBezTo>
                  <a:lnTo>
                    <a:pt x="1494" y="1530"/>
                  </a:lnTo>
                  <a:lnTo>
                    <a:pt x="2577" y="1731"/>
                  </a:lnTo>
                  <a:lnTo>
                    <a:pt x="2827" y="378"/>
                  </a:lnTo>
                  <a:lnTo>
                    <a:pt x="1744" y="174"/>
                  </a:lnTo>
                  <a:lnTo>
                    <a:pt x="869" y="10"/>
                  </a:lnTo>
                  <a:cubicBezTo>
                    <a:pt x="830" y="4"/>
                    <a:pt x="792" y="1"/>
                    <a:pt x="75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666" name="Google Shape;666;p32"/>
            <p:cNvSpPr/>
            <p:nvPr/>
          </p:nvSpPr>
          <p:spPr>
            <a:xfrm>
              <a:off x="7815227" y="3171249"/>
              <a:ext cx="268873" cy="215571"/>
            </a:xfrm>
            <a:custGeom>
              <a:avLst/>
              <a:gdLst/>
              <a:ahLst/>
              <a:cxnLst/>
              <a:rect l="l" t="t" r="r" b="b"/>
              <a:pathLst>
                <a:path w="1952" h="1565" extrusionOk="0">
                  <a:moveTo>
                    <a:pt x="251" y="1"/>
                  </a:moveTo>
                  <a:lnTo>
                    <a:pt x="1" y="1353"/>
                  </a:lnTo>
                  <a:lnTo>
                    <a:pt x="1083" y="1554"/>
                  </a:lnTo>
                  <a:cubicBezTo>
                    <a:pt x="1125" y="1561"/>
                    <a:pt x="1166" y="1565"/>
                    <a:pt x="1207" y="1565"/>
                  </a:cubicBezTo>
                  <a:cubicBezTo>
                    <a:pt x="1534" y="1565"/>
                    <a:pt x="1822" y="1338"/>
                    <a:pt x="1886" y="1005"/>
                  </a:cubicBezTo>
                  <a:cubicBezTo>
                    <a:pt x="1952" y="629"/>
                    <a:pt x="1708" y="271"/>
                    <a:pt x="1333" y="202"/>
                  </a:cubicBezTo>
                  <a:lnTo>
                    <a:pt x="25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667" name="Google Shape;667;p32"/>
            <p:cNvSpPr/>
            <p:nvPr/>
          </p:nvSpPr>
          <p:spPr>
            <a:xfrm>
              <a:off x="6695800" y="3465054"/>
              <a:ext cx="389535" cy="238713"/>
            </a:xfrm>
            <a:custGeom>
              <a:avLst/>
              <a:gdLst/>
              <a:ahLst/>
              <a:cxnLst/>
              <a:rect l="l" t="t" r="r" b="b"/>
              <a:pathLst>
                <a:path w="2828" h="1733" extrusionOk="0">
                  <a:moveTo>
                    <a:pt x="750" y="1"/>
                  </a:moveTo>
                  <a:cubicBezTo>
                    <a:pt x="606" y="1"/>
                    <a:pt x="467" y="46"/>
                    <a:pt x="356" y="123"/>
                  </a:cubicBezTo>
                  <a:cubicBezTo>
                    <a:pt x="208" y="222"/>
                    <a:pt x="99" y="380"/>
                    <a:pt x="66" y="564"/>
                  </a:cubicBezTo>
                  <a:cubicBezTo>
                    <a:pt x="1" y="939"/>
                    <a:pt x="247" y="1295"/>
                    <a:pt x="619" y="1367"/>
                  </a:cubicBezTo>
                  <a:lnTo>
                    <a:pt x="1495" y="1532"/>
                  </a:lnTo>
                  <a:lnTo>
                    <a:pt x="2577" y="1732"/>
                  </a:lnTo>
                  <a:lnTo>
                    <a:pt x="2827" y="377"/>
                  </a:lnTo>
                  <a:lnTo>
                    <a:pt x="1745" y="176"/>
                  </a:lnTo>
                  <a:lnTo>
                    <a:pt x="869" y="11"/>
                  </a:lnTo>
                  <a:cubicBezTo>
                    <a:pt x="830" y="4"/>
                    <a:pt x="790" y="1"/>
                    <a:pt x="75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668" name="Google Shape;668;p32"/>
            <p:cNvSpPr/>
            <p:nvPr/>
          </p:nvSpPr>
          <p:spPr>
            <a:xfrm>
              <a:off x="6901994" y="3489709"/>
              <a:ext cx="269011" cy="215985"/>
            </a:xfrm>
            <a:custGeom>
              <a:avLst/>
              <a:gdLst/>
              <a:ahLst/>
              <a:cxnLst/>
              <a:rect l="l" t="t" r="r" b="b"/>
              <a:pathLst>
                <a:path w="1953" h="1568" extrusionOk="0">
                  <a:moveTo>
                    <a:pt x="251" y="0"/>
                  </a:moveTo>
                  <a:lnTo>
                    <a:pt x="1" y="1356"/>
                  </a:lnTo>
                  <a:lnTo>
                    <a:pt x="1084" y="1557"/>
                  </a:lnTo>
                  <a:cubicBezTo>
                    <a:pt x="1125" y="1564"/>
                    <a:pt x="1166" y="1568"/>
                    <a:pt x="1206" y="1568"/>
                  </a:cubicBezTo>
                  <a:cubicBezTo>
                    <a:pt x="1533" y="1568"/>
                    <a:pt x="1822" y="1338"/>
                    <a:pt x="1887" y="1004"/>
                  </a:cubicBezTo>
                  <a:cubicBezTo>
                    <a:pt x="1952" y="632"/>
                    <a:pt x="1709" y="273"/>
                    <a:pt x="1334" y="204"/>
                  </a:cubicBezTo>
                  <a:lnTo>
                    <a:pt x="2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669" name="Google Shape;669;p32"/>
            <p:cNvSpPr/>
            <p:nvPr/>
          </p:nvSpPr>
          <p:spPr>
            <a:xfrm>
              <a:off x="7515650" y="3648918"/>
              <a:ext cx="388984" cy="238713"/>
            </a:xfrm>
            <a:custGeom>
              <a:avLst/>
              <a:gdLst/>
              <a:ahLst/>
              <a:cxnLst/>
              <a:rect l="l" t="t" r="r" b="b"/>
              <a:pathLst>
                <a:path w="2824" h="1733" extrusionOk="0">
                  <a:moveTo>
                    <a:pt x="748" y="1"/>
                  </a:moveTo>
                  <a:cubicBezTo>
                    <a:pt x="604" y="1"/>
                    <a:pt x="466" y="46"/>
                    <a:pt x="352" y="123"/>
                  </a:cubicBezTo>
                  <a:cubicBezTo>
                    <a:pt x="204" y="222"/>
                    <a:pt x="99" y="380"/>
                    <a:pt x="66" y="564"/>
                  </a:cubicBezTo>
                  <a:cubicBezTo>
                    <a:pt x="0" y="939"/>
                    <a:pt x="247" y="1295"/>
                    <a:pt x="616" y="1367"/>
                  </a:cubicBezTo>
                  <a:lnTo>
                    <a:pt x="1494" y="1531"/>
                  </a:lnTo>
                  <a:lnTo>
                    <a:pt x="2574" y="1732"/>
                  </a:lnTo>
                  <a:lnTo>
                    <a:pt x="2824" y="376"/>
                  </a:lnTo>
                  <a:lnTo>
                    <a:pt x="1744" y="176"/>
                  </a:lnTo>
                  <a:lnTo>
                    <a:pt x="869" y="11"/>
                  </a:lnTo>
                  <a:cubicBezTo>
                    <a:pt x="829" y="4"/>
                    <a:pt x="788" y="1"/>
                    <a:pt x="74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670" name="Google Shape;670;p32"/>
            <p:cNvSpPr/>
            <p:nvPr/>
          </p:nvSpPr>
          <p:spPr>
            <a:xfrm>
              <a:off x="7721842" y="3673986"/>
              <a:ext cx="268460" cy="215571"/>
            </a:xfrm>
            <a:custGeom>
              <a:avLst/>
              <a:gdLst/>
              <a:ahLst/>
              <a:cxnLst/>
              <a:rect l="l" t="t" r="r" b="b"/>
              <a:pathLst>
                <a:path w="1949" h="1565" extrusionOk="0">
                  <a:moveTo>
                    <a:pt x="251" y="0"/>
                  </a:moveTo>
                  <a:lnTo>
                    <a:pt x="1" y="1353"/>
                  </a:lnTo>
                  <a:lnTo>
                    <a:pt x="1083" y="1553"/>
                  </a:lnTo>
                  <a:cubicBezTo>
                    <a:pt x="1124" y="1561"/>
                    <a:pt x="1165" y="1564"/>
                    <a:pt x="1205" y="1564"/>
                  </a:cubicBezTo>
                  <a:cubicBezTo>
                    <a:pt x="1530" y="1564"/>
                    <a:pt x="1821" y="1335"/>
                    <a:pt x="1883" y="1004"/>
                  </a:cubicBezTo>
                  <a:cubicBezTo>
                    <a:pt x="1949" y="629"/>
                    <a:pt x="1709" y="270"/>
                    <a:pt x="1333" y="201"/>
                  </a:cubicBezTo>
                  <a:lnTo>
                    <a:pt x="2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</p:grpSp>
      <p:grpSp>
        <p:nvGrpSpPr>
          <p:cNvPr id="671" name="Google Shape;671;p32"/>
          <p:cNvGrpSpPr/>
          <p:nvPr/>
        </p:nvGrpSpPr>
        <p:grpSpPr>
          <a:xfrm rot="79">
            <a:off x="5163672" y="2595111"/>
            <a:ext cx="1200706" cy="1142137"/>
            <a:chOff x="4083600" y="2744000"/>
            <a:chExt cx="274975" cy="261550"/>
          </a:xfrm>
        </p:grpSpPr>
        <p:sp>
          <p:nvSpPr>
            <p:cNvPr id="672" name="Google Shape;672;p32"/>
            <p:cNvSpPr/>
            <p:nvPr/>
          </p:nvSpPr>
          <p:spPr>
            <a:xfrm>
              <a:off x="4083600" y="2758475"/>
              <a:ext cx="274975" cy="247075"/>
            </a:xfrm>
            <a:custGeom>
              <a:avLst/>
              <a:gdLst/>
              <a:ahLst/>
              <a:cxnLst/>
              <a:rect l="l" t="t" r="r" b="b"/>
              <a:pathLst>
                <a:path w="10999" h="9883" extrusionOk="0">
                  <a:moveTo>
                    <a:pt x="3012" y="1"/>
                  </a:moveTo>
                  <a:cubicBezTo>
                    <a:pt x="1515" y="1"/>
                    <a:pt x="1" y="1116"/>
                    <a:pt x="1" y="3252"/>
                  </a:cubicBezTo>
                  <a:cubicBezTo>
                    <a:pt x="1" y="3680"/>
                    <a:pt x="103" y="4111"/>
                    <a:pt x="277" y="4539"/>
                  </a:cubicBezTo>
                  <a:cubicBezTo>
                    <a:pt x="1334" y="7132"/>
                    <a:pt x="5059" y="9593"/>
                    <a:pt x="5246" y="9715"/>
                  </a:cubicBezTo>
                  <a:lnTo>
                    <a:pt x="5500" y="9883"/>
                  </a:lnTo>
                  <a:lnTo>
                    <a:pt x="5753" y="9718"/>
                  </a:lnTo>
                  <a:cubicBezTo>
                    <a:pt x="5941" y="9600"/>
                    <a:pt x="9666" y="7135"/>
                    <a:pt x="10725" y="4542"/>
                  </a:cubicBezTo>
                  <a:cubicBezTo>
                    <a:pt x="10900" y="4114"/>
                    <a:pt x="10998" y="3680"/>
                    <a:pt x="10998" y="3255"/>
                  </a:cubicBezTo>
                  <a:cubicBezTo>
                    <a:pt x="10998" y="1116"/>
                    <a:pt x="9485" y="1"/>
                    <a:pt x="7987" y="1"/>
                  </a:cubicBezTo>
                  <a:cubicBezTo>
                    <a:pt x="7030" y="1"/>
                    <a:pt x="6135" y="452"/>
                    <a:pt x="5500" y="1218"/>
                  </a:cubicBezTo>
                  <a:cubicBezTo>
                    <a:pt x="4868" y="452"/>
                    <a:pt x="3969" y="1"/>
                    <a:pt x="3012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673" name="Google Shape;673;p32"/>
            <p:cNvSpPr/>
            <p:nvPr/>
          </p:nvSpPr>
          <p:spPr>
            <a:xfrm>
              <a:off x="4221075" y="2744000"/>
              <a:ext cx="137500" cy="113475"/>
            </a:xfrm>
            <a:custGeom>
              <a:avLst/>
              <a:gdLst/>
              <a:ahLst/>
              <a:cxnLst/>
              <a:rect l="l" t="t" r="r" b="b"/>
              <a:pathLst>
                <a:path w="5500" h="4539" extrusionOk="0">
                  <a:moveTo>
                    <a:pt x="2488" y="1"/>
                  </a:moveTo>
                  <a:cubicBezTo>
                    <a:pt x="1531" y="1"/>
                    <a:pt x="636" y="448"/>
                    <a:pt x="1" y="1218"/>
                  </a:cubicBezTo>
                  <a:lnTo>
                    <a:pt x="1" y="4538"/>
                  </a:lnTo>
                  <a:lnTo>
                    <a:pt x="5226" y="4538"/>
                  </a:lnTo>
                  <a:cubicBezTo>
                    <a:pt x="5401" y="4111"/>
                    <a:pt x="5499" y="3673"/>
                    <a:pt x="5499" y="3252"/>
                  </a:cubicBezTo>
                  <a:cubicBezTo>
                    <a:pt x="5499" y="1116"/>
                    <a:pt x="3986" y="1"/>
                    <a:pt x="24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674" name="Google Shape;674;p32"/>
            <p:cNvSpPr/>
            <p:nvPr/>
          </p:nvSpPr>
          <p:spPr>
            <a:xfrm>
              <a:off x="4221075" y="2857525"/>
              <a:ext cx="130675" cy="133550"/>
            </a:xfrm>
            <a:custGeom>
              <a:avLst/>
              <a:gdLst/>
              <a:ahLst/>
              <a:cxnLst/>
              <a:rect l="l" t="t" r="r" b="b"/>
              <a:pathLst>
                <a:path w="5227" h="5342" extrusionOk="0">
                  <a:moveTo>
                    <a:pt x="1" y="1"/>
                  </a:moveTo>
                  <a:lnTo>
                    <a:pt x="1" y="5341"/>
                  </a:lnTo>
                  <a:lnTo>
                    <a:pt x="254" y="5177"/>
                  </a:lnTo>
                  <a:cubicBezTo>
                    <a:pt x="442" y="5055"/>
                    <a:pt x="4167" y="2594"/>
                    <a:pt x="522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675" name="Google Shape;675;p32"/>
            <p:cNvSpPr/>
            <p:nvPr/>
          </p:nvSpPr>
          <p:spPr>
            <a:xfrm>
              <a:off x="4262550" y="2836550"/>
              <a:ext cx="40900" cy="41000"/>
            </a:xfrm>
            <a:custGeom>
              <a:avLst/>
              <a:gdLst/>
              <a:ahLst/>
              <a:cxnLst/>
              <a:rect l="l" t="t" r="r" b="b"/>
              <a:pathLst>
                <a:path w="1636" h="1640" extrusionOk="0">
                  <a:moveTo>
                    <a:pt x="819" y="1"/>
                  </a:moveTo>
                  <a:cubicBezTo>
                    <a:pt x="365" y="1"/>
                    <a:pt x="0" y="366"/>
                    <a:pt x="0" y="820"/>
                  </a:cubicBezTo>
                  <a:cubicBezTo>
                    <a:pt x="0" y="1271"/>
                    <a:pt x="365" y="1639"/>
                    <a:pt x="819" y="1639"/>
                  </a:cubicBezTo>
                  <a:cubicBezTo>
                    <a:pt x="1270" y="1639"/>
                    <a:pt x="1636" y="1271"/>
                    <a:pt x="1636" y="820"/>
                  </a:cubicBezTo>
                  <a:cubicBezTo>
                    <a:pt x="1636" y="372"/>
                    <a:pt x="1270" y="4"/>
                    <a:pt x="8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676" name="Google Shape;676;p32"/>
            <p:cNvSpPr/>
            <p:nvPr/>
          </p:nvSpPr>
          <p:spPr>
            <a:xfrm>
              <a:off x="4090525" y="2857450"/>
              <a:ext cx="130575" cy="133625"/>
            </a:xfrm>
            <a:custGeom>
              <a:avLst/>
              <a:gdLst/>
              <a:ahLst/>
              <a:cxnLst/>
              <a:rect l="l" t="t" r="r" b="b"/>
              <a:pathLst>
                <a:path w="5223" h="5345" extrusionOk="0">
                  <a:moveTo>
                    <a:pt x="0" y="0"/>
                  </a:moveTo>
                  <a:cubicBezTo>
                    <a:pt x="1057" y="2590"/>
                    <a:pt x="4782" y="5055"/>
                    <a:pt x="4969" y="5173"/>
                  </a:cubicBezTo>
                  <a:lnTo>
                    <a:pt x="5223" y="5344"/>
                  </a:lnTo>
                  <a:lnTo>
                    <a:pt x="52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677" name="Google Shape;677;p32"/>
            <p:cNvSpPr/>
            <p:nvPr/>
          </p:nvSpPr>
          <p:spPr>
            <a:xfrm>
              <a:off x="4200175" y="2893975"/>
              <a:ext cx="41000" cy="40900"/>
            </a:xfrm>
            <a:custGeom>
              <a:avLst/>
              <a:gdLst/>
              <a:ahLst/>
              <a:cxnLst/>
              <a:rect l="l" t="t" r="r" b="b"/>
              <a:pathLst>
                <a:path w="1640" h="1636" extrusionOk="0">
                  <a:moveTo>
                    <a:pt x="820" y="0"/>
                  </a:moveTo>
                  <a:cubicBezTo>
                    <a:pt x="369" y="0"/>
                    <a:pt x="1" y="366"/>
                    <a:pt x="1" y="817"/>
                  </a:cubicBezTo>
                  <a:cubicBezTo>
                    <a:pt x="1" y="1271"/>
                    <a:pt x="369" y="1636"/>
                    <a:pt x="820" y="1636"/>
                  </a:cubicBezTo>
                  <a:cubicBezTo>
                    <a:pt x="1274" y="1636"/>
                    <a:pt x="1639" y="1271"/>
                    <a:pt x="1639" y="817"/>
                  </a:cubicBezTo>
                  <a:cubicBezTo>
                    <a:pt x="1639" y="369"/>
                    <a:pt x="1274" y="4"/>
                    <a:pt x="8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678" name="Google Shape;678;p32"/>
            <p:cNvSpPr/>
            <p:nvPr/>
          </p:nvSpPr>
          <p:spPr>
            <a:xfrm>
              <a:off x="4083600" y="2744000"/>
              <a:ext cx="137500" cy="113475"/>
            </a:xfrm>
            <a:custGeom>
              <a:avLst/>
              <a:gdLst/>
              <a:ahLst/>
              <a:cxnLst/>
              <a:rect l="l" t="t" r="r" b="b"/>
              <a:pathLst>
                <a:path w="5500" h="4539" extrusionOk="0">
                  <a:moveTo>
                    <a:pt x="3012" y="1"/>
                  </a:moveTo>
                  <a:cubicBezTo>
                    <a:pt x="1515" y="1"/>
                    <a:pt x="1" y="1116"/>
                    <a:pt x="1" y="3252"/>
                  </a:cubicBezTo>
                  <a:cubicBezTo>
                    <a:pt x="1" y="3679"/>
                    <a:pt x="103" y="4111"/>
                    <a:pt x="277" y="4538"/>
                  </a:cubicBezTo>
                  <a:lnTo>
                    <a:pt x="5500" y="4538"/>
                  </a:lnTo>
                  <a:lnTo>
                    <a:pt x="5500" y="1218"/>
                  </a:lnTo>
                  <a:cubicBezTo>
                    <a:pt x="4868" y="448"/>
                    <a:pt x="3969" y="1"/>
                    <a:pt x="301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679" name="Google Shape;679;p32"/>
            <p:cNvSpPr/>
            <p:nvPr/>
          </p:nvSpPr>
          <p:spPr>
            <a:xfrm>
              <a:off x="4140875" y="2836550"/>
              <a:ext cx="40975" cy="41000"/>
            </a:xfrm>
            <a:custGeom>
              <a:avLst/>
              <a:gdLst/>
              <a:ahLst/>
              <a:cxnLst/>
              <a:rect l="l" t="t" r="r" b="b"/>
              <a:pathLst>
                <a:path w="1639" h="1640" extrusionOk="0">
                  <a:moveTo>
                    <a:pt x="820" y="1"/>
                  </a:moveTo>
                  <a:cubicBezTo>
                    <a:pt x="365" y="1"/>
                    <a:pt x="0" y="366"/>
                    <a:pt x="0" y="820"/>
                  </a:cubicBezTo>
                  <a:cubicBezTo>
                    <a:pt x="0" y="1271"/>
                    <a:pt x="365" y="1639"/>
                    <a:pt x="820" y="1639"/>
                  </a:cubicBezTo>
                  <a:cubicBezTo>
                    <a:pt x="1270" y="1639"/>
                    <a:pt x="1639" y="1271"/>
                    <a:pt x="1639" y="820"/>
                  </a:cubicBezTo>
                  <a:cubicBezTo>
                    <a:pt x="1639" y="372"/>
                    <a:pt x="1270" y="4"/>
                    <a:pt x="82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680" name="Google Shape;680;p32"/>
            <p:cNvSpPr/>
            <p:nvPr/>
          </p:nvSpPr>
          <p:spPr>
            <a:xfrm>
              <a:off x="4200175" y="2794275"/>
              <a:ext cx="41000" cy="40975"/>
            </a:xfrm>
            <a:custGeom>
              <a:avLst/>
              <a:gdLst/>
              <a:ahLst/>
              <a:cxnLst/>
              <a:rect l="l" t="t" r="r" b="b"/>
              <a:pathLst>
                <a:path w="1640" h="1639" extrusionOk="0">
                  <a:moveTo>
                    <a:pt x="820" y="0"/>
                  </a:moveTo>
                  <a:cubicBezTo>
                    <a:pt x="369" y="0"/>
                    <a:pt x="1" y="369"/>
                    <a:pt x="1" y="820"/>
                  </a:cubicBezTo>
                  <a:cubicBezTo>
                    <a:pt x="1" y="1270"/>
                    <a:pt x="369" y="1639"/>
                    <a:pt x="820" y="1639"/>
                  </a:cubicBezTo>
                  <a:cubicBezTo>
                    <a:pt x="1271" y="1639"/>
                    <a:pt x="1639" y="1270"/>
                    <a:pt x="1639" y="820"/>
                  </a:cubicBezTo>
                  <a:cubicBezTo>
                    <a:pt x="1639" y="369"/>
                    <a:pt x="1271" y="0"/>
                    <a:pt x="8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4" name="Google Shape;694;p34"/>
          <p:cNvGrpSpPr/>
          <p:nvPr/>
        </p:nvGrpSpPr>
        <p:grpSpPr>
          <a:xfrm>
            <a:off x="7515838" y="1199723"/>
            <a:ext cx="1752170" cy="538600"/>
            <a:chOff x="7515838" y="1199723"/>
            <a:chExt cx="1752170" cy="538600"/>
          </a:xfrm>
        </p:grpSpPr>
        <p:sp>
          <p:nvSpPr>
            <p:cNvPr id="695" name="Google Shape;695;p34"/>
            <p:cNvSpPr/>
            <p:nvPr/>
          </p:nvSpPr>
          <p:spPr>
            <a:xfrm>
              <a:off x="7515838" y="1199723"/>
              <a:ext cx="1083472" cy="342318"/>
            </a:xfrm>
            <a:custGeom>
              <a:avLst/>
              <a:gdLst/>
              <a:ahLst/>
              <a:cxnLst/>
              <a:rect l="l" t="t" r="r" b="b"/>
              <a:pathLst>
                <a:path w="10745" h="3395" extrusionOk="0">
                  <a:moveTo>
                    <a:pt x="3391" y="1"/>
                  </a:moveTo>
                  <a:cubicBezTo>
                    <a:pt x="1925" y="1"/>
                    <a:pt x="346" y="1436"/>
                    <a:pt x="1" y="3395"/>
                  </a:cubicBezTo>
                  <a:lnTo>
                    <a:pt x="10745" y="3395"/>
                  </a:lnTo>
                  <a:cubicBezTo>
                    <a:pt x="10569" y="2667"/>
                    <a:pt x="9893" y="2287"/>
                    <a:pt x="9206" y="2287"/>
                  </a:cubicBezTo>
                  <a:cubicBezTo>
                    <a:pt x="8913" y="2287"/>
                    <a:pt x="8618" y="2356"/>
                    <a:pt x="8359" y="2496"/>
                  </a:cubicBezTo>
                  <a:cubicBezTo>
                    <a:pt x="8239" y="1801"/>
                    <a:pt x="7626" y="1429"/>
                    <a:pt x="7018" y="1429"/>
                  </a:cubicBezTo>
                  <a:cubicBezTo>
                    <a:pt x="6508" y="1429"/>
                    <a:pt x="6002" y="1689"/>
                    <a:pt x="5789" y="2240"/>
                  </a:cubicBezTo>
                  <a:cubicBezTo>
                    <a:pt x="5317" y="654"/>
                    <a:pt x="4380" y="1"/>
                    <a:pt x="33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696" name="Google Shape;696;p34"/>
            <p:cNvSpPr/>
            <p:nvPr/>
          </p:nvSpPr>
          <p:spPr>
            <a:xfrm>
              <a:off x="7980382" y="1324325"/>
              <a:ext cx="1287626" cy="413998"/>
            </a:xfrm>
            <a:custGeom>
              <a:avLst/>
              <a:gdLst/>
              <a:ahLst/>
              <a:cxnLst/>
              <a:rect l="l" t="t" r="r" b="b"/>
              <a:pathLst>
                <a:path w="12769" h="4106" extrusionOk="0">
                  <a:moveTo>
                    <a:pt x="6300" y="0"/>
                  </a:moveTo>
                  <a:cubicBezTo>
                    <a:pt x="5212" y="0"/>
                    <a:pt x="4093" y="707"/>
                    <a:pt x="3755" y="2065"/>
                  </a:cubicBezTo>
                  <a:cubicBezTo>
                    <a:pt x="3367" y="1839"/>
                    <a:pt x="2961" y="1738"/>
                    <a:pt x="2566" y="1738"/>
                  </a:cubicBezTo>
                  <a:cubicBezTo>
                    <a:pt x="1317" y="1738"/>
                    <a:pt x="170" y="2755"/>
                    <a:pt x="1" y="4105"/>
                  </a:cubicBezTo>
                  <a:lnTo>
                    <a:pt x="12768" y="4105"/>
                  </a:lnTo>
                  <a:cubicBezTo>
                    <a:pt x="12664" y="3631"/>
                    <a:pt x="12245" y="3204"/>
                    <a:pt x="11778" y="3204"/>
                  </a:cubicBezTo>
                  <a:cubicBezTo>
                    <a:pt x="11658" y="3204"/>
                    <a:pt x="11535" y="3232"/>
                    <a:pt x="11413" y="3296"/>
                  </a:cubicBezTo>
                  <a:cubicBezTo>
                    <a:pt x="11199" y="2451"/>
                    <a:pt x="10371" y="1769"/>
                    <a:pt x="9537" y="1769"/>
                  </a:cubicBezTo>
                  <a:cubicBezTo>
                    <a:pt x="9227" y="1769"/>
                    <a:pt x="8916" y="1863"/>
                    <a:pt x="8635" y="2078"/>
                  </a:cubicBezTo>
                  <a:cubicBezTo>
                    <a:pt x="8395" y="676"/>
                    <a:pt x="7362" y="0"/>
                    <a:pt x="63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</p:grpSp>
      <p:sp>
        <p:nvSpPr>
          <p:cNvPr id="697" name="Google Shape;697;p34"/>
          <p:cNvSpPr/>
          <p:nvPr/>
        </p:nvSpPr>
        <p:spPr>
          <a:xfrm rot="3198987" flipH="1">
            <a:off x="8387656" y="2250932"/>
            <a:ext cx="624838" cy="641637"/>
          </a:xfrm>
          <a:custGeom>
            <a:avLst/>
            <a:gdLst/>
            <a:ahLst/>
            <a:cxnLst/>
            <a:rect l="l" t="t" r="r" b="b"/>
            <a:pathLst>
              <a:path w="5299" h="5442" extrusionOk="0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noProof="1"/>
          </a:p>
        </p:txBody>
      </p:sp>
      <p:sp>
        <p:nvSpPr>
          <p:cNvPr id="698" name="Google Shape;698;p34"/>
          <p:cNvSpPr/>
          <p:nvPr/>
        </p:nvSpPr>
        <p:spPr>
          <a:xfrm rot="-2822222" flipH="1">
            <a:off x="6531370" y="1566105"/>
            <a:ext cx="624835" cy="641638"/>
          </a:xfrm>
          <a:custGeom>
            <a:avLst/>
            <a:gdLst/>
            <a:ahLst/>
            <a:cxnLst/>
            <a:rect l="l" t="t" r="r" b="b"/>
            <a:pathLst>
              <a:path w="5299" h="5442" extrusionOk="0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noProof="1"/>
          </a:p>
        </p:txBody>
      </p:sp>
      <p:sp>
        <p:nvSpPr>
          <p:cNvPr id="699" name="Google Shape;699;p34"/>
          <p:cNvSpPr txBox="1">
            <a:spLocks noGrp="1"/>
          </p:cNvSpPr>
          <p:nvPr>
            <p:ph type="subTitle" idx="9"/>
          </p:nvPr>
        </p:nvSpPr>
        <p:spPr>
          <a:xfrm>
            <a:off x="677587" y="1701782"/>
            <a:ext cx="3274011" cy="46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noProof="1"/>
              <a:t>Research Question &amp; Dataset</a:t>
            </a:r>
          </a:p>
        </p:txBody>
      </p:sp>
      <p:sp>
        <p:nvSpPr>
          <p:cNvPr id="700" name="Google Shape;700;p34"/>
          <p:cNvSpPr txBox="1">
            <a:spLocks noGrp="1"/>
          </p:cNvSpPr>
          <p:nvPr>
            <p:ph type="subTitle" idx="13"/>
          </p:nvPr>
        </p:nvSpPr>
        <p:spPr>
          <a:xfrm>
            <a:off x="3965640" y="1701782"/>
            <a:ext cx="2505000" cy="46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noProof="1"/>
              <a:t>Preprocessing &amp; EDA</a:t>
            </a:r>
          </a:p>
        </p:txBody>
      </p:sp>
      <p:sp>
        <p:nvSpPr>
          <p:cNvPr id="701" name="Google Shape;701;p34"/>
          <p:cNvSpPr txBox="1">
            <a:spLocks noGrp="1"/>
          </p:cNvSpPr>
          <p:nvPr>
            <p:ph type="subTitle" idx="14"/>
          </p:nvPr>
        </p:nvSpPr>
        <p:spPr>
          <a:xfrm>
            <a:off x="720002" y="3503696"/>
            <a:ext cx="3034537" cy="46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noProof="1"/>
              <a:t>Modelling &amp; Evaluation</a:t>
            </a:r>
          </a:p>
        </p:txBody>
      </p:sp>
      <p:sp>
        <p:nvSpPr>
          <p:cNvPr id="702" name="Google Shape;702;p34"/>
          <p:cNvSpPr txBox="1">
            <a:spLocks noGrp="1"/>
          </p:cNvSpPr>
          <p:nvPr>
            <p:ph type="subTitle" idx="15"/>
          </p:nvPr>
        </p:nvSpPr>
        <p:spPr>
          <a:xfrm>
            <a:off x="3951598" y="3503696"/>
            <a:ext cx="2702058" cy="46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noProof="1"/>
              <a:t>Ethics &amp; Conclusions</a:t>
            </a:r>
          </a:p>
        </p:txBody>
      </p:sp>
      <p:sp>
        <p:nvSpPr>
          <p:cNvPr id="703" name="Google Shape;703;p34"/>
          <p:cNvSpPr txBox="1">
            <a:spLocks noGrp="1"/>
          </p:cNvSpPr>
          <p:nvPr>
            <p:ph type="title" idx="2"/>
          </p:nvPr>
        </p:nvSpPr>
        <p:spPr>
          <a:xfrm>
            <a:off x="720003" y="1263000"/>
            <a:ext cx="9942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noProof="1"/>
              <a:t>01</a:t>
            </a:r>
          </a:p>
        </p:txBody>
      </p:sp>
      <p:sp>
        <p:nvSpPr>
          <p:cNvPr id="704" name="Google Shape;704;p34"/>
          <p:cNvSpPr txBox="1">
            <a:spLocks noGrp="1"/>
          </p:cNvSpPr>
          <p:nvPr>
            <p:ph type="title" idx="3"/>
          </p:nvPr>
        </p:nvSpPr>
        <p:spPr>
          <a:xfrm>
            <a:off x="3951598" y="1263000"/>
            <a:ext cx="9942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noProof="1"/>
              <a:t>02</a:t>
            </a:r>
          </a:p>
        </p:txBody>
      </p:sp>
      <p:sp>
        <p:nvSpPr>
          <p:cNvPr id="705" name="Google Shape;705;p34"/>
          <p:cNvSpPr txBox="1">
            <a:spLocks noGrp="1"/>
          </p:cNvSpPr>
          <p:nvPr>
            <p:ph type="subTitle" idx="4"/>
          </p:nvPr>
        </p:nvSpPr>
        <p:spPr>
          <a:xfrm>
            <a:off x="3951598" y="2075027"/>
            <a:ext cx="2505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noProof="1"/>
              <a:t>Cleaning, encoding, Spearman correlation</a:t>
            </a:r>
          </a:p>
        </p:txBody>
      </p:sp>
      <p:sp>
        <p:nvSpPr>
          <p:cNvPr id="706" name="Google Shape;706;p34"/>
          <p:cNvSpPr txBox="1">
            <a:spLocks noGrp="1"/>
          </p:cNvSpPr>
          <p:nvPr>
            <p:ph type="title" idx="5"/>
          </p:nvPr>
        </p:nvSpPr>
        <p:spPr>
          <a:xfrm>
            <a:off x="720003" y="3032800"/>
            <a:ext cx="9942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noProof="1"/>
              <a:t>03</a:t>
            </a:r>
          </a:p>
        </p:txBody>
      </p:sp>
      <p:sp>
        <p:nvSpPr>
          <p:cNvPr id="707" name="Google Shape;707;p34"/>
          <p:cNvSpPr txBox="1">
            <a:spLocks noGrp="1"/>
          </p:cNvSpPr>
          <p:nvPr>
            <p:ph type="subTitle" idx="6"/>
          </p:nvPr>
        </p:nvSpPr>
        <p:spPr>
          <a:xfrm>
            <a:off x="720003" y="3840626"/>
            <a:ext cx="2505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noProof="1"/>
              <a:t>Logistic Regression VS. Random Forest</a:t>
            </a:r>
          </a:p>
        </p:txBody>
      </p:sp>
      <p:sp>
        <p:nvSpPr>
          <p:cNvPr id="708" name="Google Shape;708;p34"/>
          <p:cNvSpPr txBox="1">
            <a:spLocks noGrp="1"/>
          </p:cNvSpPr>
          <p:nvPr>
            <p:ph type="title" idx="7"/>
          </p:nvPr>
        </p:nvSpPr>
        <p:spPr>
          <a:xfrm>
            <a:off x="3951598" y="3032800"/>
            <a:ext cx="9942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noProof="1"/>
              <a:t>04</a:t>
            </a:r>
          </a:p>
        </p:txBody>
      </p:sp>
      <p:sp>
        <p:nvSpPr>
          <p:cNvPr id="709" name="Google Shape;709;p34"/>
          <p:cNvSpPr txBox="1">
            <a:spLocks noGrp="1"/>
          </p:cNvSpPr>
          <p:nvPr>
            <p:ph type="subTitle" idx="8"/>
          </p:nvPr>
        </p:nvSpPr>
        <p:spPr>
          <a:xfrm>
            <a:off x="3951598" y="3840626"/>
            <a:ext cx="2505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noProof="1"/>
              <a:t>Bias, EU AI Act, key findings</a:t>
            </a:r>
          </a:p>
        </p:txBody>
      </p:sp>
      <p:sp>
        <p:nvSpPr>
          <p:cNvPr id="710" name="Google Shape;710;p3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5736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noProof="1"/>
              <a:t>Table of </a:t>
            </a:r>
            <a:r>
              <a:rPr lang="en-GB" noProof="1">
                <a:solidFill>
                  <a:schemeClr val="lt1"/>
                </a:solidFill>
              </a:rPr>
              <a:t>contents</a:t>
            </a:r>
          </a:p>
        </p:txBody>
      </p:sp>
      <p:sp>
        <p:nvSpPr>
          <p:cNvPr id="711" name="Google Shape;711;p34"/>
          <p:cNvSpPr txBox="1">
            <a:spLocks noGrp="1"/>
          </p:cNvSpPr>
          <p:nvPr>
            <p:ph type="subTitle" idx="1"/>
          </p:nvPr>
        </p:nvSpPr>
        <p:spPr>
          <a:xfrm>
            <a:off x="720003" y="2075027"/>
            <a:ext cx="2505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noProof="1"/>
              <a:t>Kaggle dataset, 503 entries, 11 features</a:t>
            </a:r>
          </a:p>
        </p:txBody>
      </p:sp>
      <p:grpSp>
        <p:nvGrpSpPr>
          <p:cNvPr id="712" name="Google Shape;712;p34"/>
          <p:cNvGrpSpPr/>
          <p:nvPr/>
        </p:nvGrpSpPr>
        <p:grpSpPr>
          <a:xfrm>
            <a:off x="6638538" y="1867454"/>
            <a:ext cx="1960771" cy="3354762"/>
            <a:chOff x="6638538" y="1867454"/>
            <a:chExt cx="1960771" cy="3354762"/>
          </a:xfrm>
        </p:grpSpPr>
        <p:sp>
          <p:nvSpPr>
            <p:cNvPr id="713" name="Google Shape;713;p34"/>
            <p:cNvSpPr/>
            <p:nvPr/>
          </p:nvSpPr>
          <p:spPr>
            <a:xfrm>
              <a:off x="6653656" y="2574032"/>
              <a:ext cx="1314062" cy="1632236"/>
            </a:xfrm>
            <a:custGeom>
              <a:avLst/>
              <a:gdLst/>
              <a:ahLst/>
              <a:cxnLst/>
              <a:rect l="l" t="t" r="r" b="b"/>
              <a:pathLst>
                <a:path w="17123" h="21269" extrusionOk="0">
                  <a:moveTo>
                    <a:pt x="13371" y="1"/>
                  </a:moveTo>
                  <a:lnTo>
                    <a:pt x="2696" y="2130"/>
                  </a:lnTo>
                  <a:cubicBezTo>
                    <a:pt x="2466" y="2670"/>
                    <a:pt x="2301" y="3232"/>
                    <a:pt x="2209" y="3808"/>
                  </a:cubicBezTo>
                  <a:cubicBezTo>
                    <a:pt x="2084" y="4542"/>
                    <a:pt x="2077" y="5286"/>
                    <a:pt x="2064" y="6026"/>
                  </a:cubicBezTo>
                  <a:cubicBezTo>
                    <a:pt x="2061" y="6408"/>
                    <a:pt x="2051" y="6790"/>
                    <a:pt x="2048" y="7175"/>
                  </a:cubicBezTo>
                  <a:cubicBezTo>
                    <a:pt x="1357" y="8182"/>
                    <a:pt x="639" y="9291"/>
                    <a:pt x="60" y="10363"/>
                  </a:cubicBezTo>
                  <a:cubicBezTo>
                    <a:pt x="27" y="10423"/>
                    <a:pt x="1" y="10492"/>
                    <a:pt x="21" y="10554"/>
                  </a:cubicBezTo>
                  <a:cubicBezTo>
                    <a:pt x="37" y="10604"/>
                    <a:pt x="83" y="10633"/>
                    <a:pt x="126" y="10663"/>
                  </a:cubicBezTo>
                  <a:cubicBezTo>
                    <a:pt x="777" y="11067"/>
                    <a:pt x="1508" y="11341"/>
                    <a:pt x="2265" y="11453"/>
                  </a:cubicBezTo>
                  <a:cubicBezTo>
                    <a:pt x="2265" y="11453"/>
                    <a:pt x="2462" y="16987"/>
                    <a:pt x="4272" y="18156"/>
                  </a:cubicBezTo>
                  <a:cubicBezTo>
                    <a:pt x="4792" y="18491"/>
                    <a:pt x="5443" y="18611"/>
                    <a:pt x="6105" y="18611"/>
                  </a:cubicBezTo>
                  <a:cubicBezTo>
                    <a:pt x="7747" y="18611"/>
                    <a:pt x="9465" y="17876"/>
                    <a:pt x="9465" y="17876"/>
                  </a:cubicBezTo>
                  <a:cubicBezTo>
                    <a:pt x="9465" y="17876"/>
                    <a:pt x="9916" y="19669"/>
                    <a:pt x="10146" y="21269"/>
                  </a:cubicBezTo>
                  <a:cubicBezTo>
                    <a:pt x="12548" y="20768"/>
                    <a:pt x="14894" y="19995"/>
                    <a:pt x="17122" y="18962"/>
                  </a:cubicBezTo>
                  <a:cubicBezTo>
                    <a:pt x="16425" y="15602"/>
                    <a:pt x="13371" y="1"/>
                    <a:pt x="13371" y="1"/>
                  </a:cubicBezTo>
                  <a:close/>
                </a:path>
              </a:pathLst>
            </a:custGeom>
            <a:solidFill>
              <a:srgbClr val="B45F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714" name="Google Shape;714;p34"/>
            <p:cNvSpPr/>
            <p:nvPr/>
          </p:nvSpPr>
          <p:spPr>
            <a:xfrm>
              <a:off x="7276200" y="4028938"/>
              <a:ext cx="754609" cy="617547"/>
            </a:xfrm>
            <a:custGeom>
              <a:avLst/>
              <a:gdLst/>
              <a:ahLst/>
              <a:cxnLst/>
              <a:rect l="l" t="t" r="r" b="b"/>
              <a:pathLst>
                <a:path w="9833" h="8047" extrusionOk="0">
                  <a:moveTo>
                    <a:pt x="9010" y="1"/>
                  </a:moveTo>
                  <a:cubicBezTo>
                    <a:pt x="6786" y="1027"/>
                    <a:pt x="4436" y="1807"/>
                    <a:pt x="2034" y="2307"/>
                  </a:cubicBezTo>
                  <a:cubicBezTo>
                    <a:pt x="2166" y="3232"/>
                    <a:pt x="2225" y="4097"/>
                    <a:pt x="2077" y="4509"/>
                  </a:cubicBezTo>
                  <a:cubicBezTo>
                    <a:pt x="1846" y="5154"/>
                    <a:pt x="876" y="6552"/>
                    <a:pt x="0" y="8046"/>
                  </a:cubicBezTo>
                  <a:cubicBezTo>
                    <a:pt x="3686" y="6908"/>
                    <a:pt x="7085" y="4871"/>
                    <a:pt x="9833" y="2169"/>
                  </a:cubicBezTo>
                  <a:cubicBezTo>
                    <a:pt x="9487" y="1544"/>
                    <a:pt x="9227" y="991"/>
                    <a:pt x="9122" y="527"/>
                  </a:cubicBezTo>
                  <a:cubicBezTo>
                    <a:pt x="9102" y="418"/>
                    <a:pt x="9060" y="244"/>
                    <a:pt x="9010" y="1"/>
                  </a:cubicBezTo>
                  <a:close/>
                </a:path>
              </a:pathLst>
            </a:custGeom>
            <a:solidFill>
              <a:srgbClr val="B45F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715" name="Google Shape;715;p34"/>
            <p:cNvSpPr/>
            <p:nvPr/>
          </p:nvSpPr>
          <p:spPr>
            <a:xfrm>
              <a:off x="7225933" y="4194858"/>
              <a:ext cx="843784" cy="542032"/>
            </a:xfrm>
            <a:custGeom>
              <a:avLst/>
              <a:gdLst/>
              <a:ahLst/>
              <a:cxnLst/>
              <a:rect l="l" t="t" r="r" b="b"/>
              <a:pathLst>
                <a:path w="10995" h="7063" extrusionOk="0">
                  <a:moveTo>
                    <a:pt x="10495" y="0"/>
                  </a:moveTo>
                  <a:cubicBezTo>
                    <a:pt x="7747" y="2705"/>
                    <a:pt x="4344" y="4742"/>
                    <a:pt x="659" y="5881"/>
                  </a:cubicBezTo>
                  <a:cubicBezTo>
                    <a:pt x="428" y="6269"/>
                    <a:pt x="201" y="6671"/>
                    <a:pt x="1" y="7062"/>
                  </a:cubicBezTo>
                  <a:cubicBezTo>
                    <a:pt x="4127" y="6016"/>
                    <a:pt x="7961" y="3854"/>
                    <a:pt x="10995" y="869"/>
                  </a:cubicBezTo>
                  <a:cubicBezTo>
                    <a:pt x="10814" y="570"/>
                    <a:pt x="10646" y="277"/>
                    <a:pt x="1049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716" name="Google Shape;716;p34"/>
            <p:cNvSpPr/>
            <p:nvPr/>
          </p:nvSpPr>
          <p:spPr>
            <a:xfrm>
              <a:off x="7083727" y="4261548"/>
              <a:ext cx="1362256" cy="956672"/>
            </a:xfrm>
            <a:custGeom>
              <a:avLst/>
              <a:gdLst/>
              <a:ahLst/>
              <a:cxnLst/>
              <a:rect l="l" t="t" r="r" b="b"/>
              <a:pathLst>
                <a:path w="17751" h="12466" extrusionOk="0">
                  <a:moveTo>
                    <a:pt x="12848" y="0"/>
                  </a:moveTo>
                  <a:cubicBezTo>
                    <a:pt x="9817" y="2988"/>
                    <a:pt x="5977" y="5147"/>
                    <a:pt x="1854" y="6197"/>
                  </a:cubicBezTo>
                  <a:cubicBezTo>
                    <a:pt x="429" y="8892"/>
                    <a:pt x="1" y="12465"/>
                    <a:pt x="1" y="12465"/>
                  </a:cubicBezTo>
                  <a:lnTo>
                    <a:pt x="17751" y="12465"/>
                  </a:lnTo>
                  <a:cubicBezTo>
                    <a:pt x="17751" y="12465"/>
                    <a:pt x="16908" y="7835"/>
                    <a:pt x="15497" y="4736"/>
                  </a:cubicBezTo>
                  <a:cubicBezTo>
                    <a:pt x="14687" y="2955"/>
                    <a:pt x="13651" y="1346"/>
                    <a:pt x="1284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717" name="Google Shape;717;p34"/>
            <p:cNvSpPr/>
            <p:nvPr/>
          </p:nvSpPr>
          <p:spPr>
            <a:xfrm>
              <a:off x="6911515" y="3075168"/>
              <a:ext cx="146808" cy="140899"/>
            </a:xfrm>
            <a:custGeom>
              <a:avLst/>
              <a:gdLst/>
              <a:ahLst/>
              <a:cxnLst/>
              <a:rect l="l" t="t" r="r" b="b"/>
              <a:pathLst>
                <a:path w="1913" h="1836" extrusionOk="0">
                  <a:moveTo>
                    <a:pt x="955" y="0"/>
                  </a:moveTo>
                  <a:cubicBezTo>
                    <a:pt x="931" y="0"/>
                    <a:pt x="907" y="1"/>
                    <a:pt x="883" y="3"/>
                  </a:cubicBezTo>
                  <a:cubicBezTo>
                    <a:pt x="379" y="46"/>
                    <a:pt x="1" y="490"/>
                    <a:pt x="43" y="993"/>
                  </a:cubicBezTo>
                  <a:cubicBezTo>
                    <a:pt x="84" y="1474"/>
                    <a:pt x="482" y="1836"/>
                    <a:pt x="955" y="1836"/>
                  </a:cubicBezTo>
                  <a:cubicBezTo>
                    <a:pt x="981" y="1836"/>
                    <a:pt x="1007" y="1835"/>
                    <a:pt x="1034" y="1833"/>
                  </a:cubicBezTo>
                  <a:cubicBezTo>
                    <a:pt x="1537" y="1790"/>
                    <a:pt x="1913" y="1349"/>
                    <a:pt x="1873" y="842"/>
                  </a:cubicBezTo>
                  <a:cubicBezTo>
                    <a:pt x="1832" y="363"/>
                    <a:pt x="1428" y="0"/>
                    <a:pt x="95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718" name="Google Shape;718;p34"/>
            <p:cNvSpPr/>
            <p:nvPr/>
          </p:nvSpPr>
          <p:spPr>
            <a:xfrm rot="9629939">
              <a:off x="6894648" y="2833978"/>
              <a:ext cx="328599" cy="206353"/>
            </a:xfrm>
            <a:custGeom>
              <a:avLst/>
              <a:gdLst/>
              <a:ahLst/>
              <a:cxnLst/>
              <a:rect l="l" t="t" r="r" b="b"/>
              <a:pathLst>
                <a:path w="4282" h="2689" extrusionOk="0">
                  <a:moveTo>
                    <a:pt x="1022" y="1"/>
                  </a:moveTo>
                  <a:cubicBezTo>
                    <a:pt x="904" y="1"/>
                    <a:pt x="787" y="8"/>
                    <a:pt x="672" y="23"/>
                  </a:cubicBezTo>
                  <a:cubicBezTo>
                    <a:pt x="442" y="52"/>
                    <a:pt x="215" y="105"/>
                    <a:pt x="1" y="194"/>
                  </a:cubicBezTo>
                  <a:lnTo>
                    <a:pt x="11" y="220"/>
                  </a:lnTo>
                  <a:cubicBezTo>
                    <a:pt x="167" y="209"/>
                    <a:pt x="318" y="201"/>
                    <a:pt x="469" y="201"/>
                  </a:cubicBezTo>
                  <a:cubicBezTo>
                    <a:pt x="541" y="201"/>
                    <a:pt x="613" y="203"/>
                    <a:pt x="685" y="207"/>
                  </a:cubicBezTo>
                  <a:cubicBezTo>
                    <a:pt x="906" y="217"/>
                    <a:pt x="1123" y="240"/>
                    <a:pt x="1337" y="283"/>
                  </a:cubicBezTo>
                  <a:cubicBezTo>
                    <a:pt x="1557" y="319"/>
                    <a:pt x="1765" y="372"/>
                    <a:pt x="1975" y="434"/>
                  </a:cubicBezTo>
                  <a:cubicBezTo>
                    <a:pt x="2186" y="497"/>
                    <a:pt x="2390" y="579"/>
                    <a:pt x="2584" y="684"/>
                  </a:cubicBezTo>
                  <a:cubicBezTo>
                    <a:pt x="2778" y="786"/>
                    <a:pt x="2962" y="915"/>
                    <a:pt x="3130" y="1056"/>
                  </a:cubicBezTo>
                  <a:cubicBezTo>
                    <a:pt x="3305" y="1194"/>
                    <a:pt x="3459" y="1352"/>
                    <a:pt x="3604" y="1523"/>
                  </a:cubicBezTo>
                  <a:cubicBezTo>
                    <a:pt x="3894" y="1862"/>
                    <a:pt x="4114" y="2260"/>
                    <a:pt x="4262" y="2688"/>
                  </a:cubicBezTo>
                  <a:lnTo>
                    <a:pt x="4282" y="2688"/>
                  </a:lnTo>
                  <a:cubicBezTo>
                    <a:pt x="4177" y="2247"/>
                    <a:pt x="3976" y="1823"/>
                    <a:pt x="3703" y="1451"/>
                  </a:cubicBezTo>
                  <a:cubicBezTo>
                    <a:pt x="3568" y="1263"/>
                    <a:pt x="3410" y="1092"/>
                    <a:pt x="3242" y="931"/>
                  </a:cubicBezTo>
                  <a:cubicBezTo>
                    <a:pt x="3074" y="770"/>
                    <a:pt x="2883" y="632"/>
                    <a:pt x="2686" y="507"/>
                  </a:cubicBezTo>
                  <a:cubicBezTo>
                    <a:pt x="2485" y="385"/>
                    <a:pt x="2275" y="276"/>
                    <a:pt x="2057" y="191"/>
                  </a:cubicBezTo>
                  <a:cubicBezTo>
                    <a:pt x="1840" y="105"/>
                    <a:pt x="1610" y="46"/>
                    <a:pt x="1376" y="23"/>
                  </a:cubicBezTo>
                  <a:cubicBezTo>
                    <a:pt x="1258" y="8"/>
                    <a:pt x="1139" y="1"/>
                    <a:pt x="102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719" name="Google Shape;719;p34"/>
            <p:cNvSpPr/>
            <p:nvPr/>
          </p:nvSpPr>
          <p:spPr>
            <a:xfrm>
              <a:off x="7016346" y="3331415"/>
              <a:ext cx="230381" cy="134223"/>
            </a:xfrm>
            <a:custGeom>
              <a:avLst/>
              <a:gdLst/>
              <a:ahLst/>
              <a:cxnLst/>
              <a:rect l="l" t="t" r="r" b="b"/>
              <a:pathLst>
                <a:path w="3002" h="1749" extrusionOk="0">
                  <a:moveTo>
                    <a:pt x="1501" y="1"/>
                  </a:moveTo>
                  <a:cubicBezTo>
                    <a:pt x="672" y="1"/>
                    <a:pt x="0" y="392"/>
                    <a:pt x="0" y="876"/>
                  </a:cubicBezTo>
                  <a:cubicBezTo>
                    <a:pt x="0" y="1356"/>
                    <a:pt x="672" y="1748"/>
                    <a:pt x="1501" y="1748"/>
                  </a:cubicBezTo>
                  <a:cubicBezTo>
                    <a:pt x="2330" y="1748"/>
                    <a:pt x="3001" y="1356"/>
                    <a:pt x="3001" y="876"/>
                  </a:cubicBezTo>
                  <a:cubicBezTo>
                    <a:pt x="3001" y="392"/>
                    <a:pt x="2330" y="1"/>
                    <a:pt x="1501" y="1"/>
                  </a:cubicBezTo>
                  <a:close/>
                </a:path>
              </a:pathLst>
            </a:custGeom>
            <a:solidFill>
              <a:srgbClr val="DC64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720" name="Google Shape;720;p34"/>
            <p:cNvSpPr/>
            <p:nvPr/>
          </p:nvSpPr>
          <p:spPr>
            <a:xfrm rot="-7918567">
              <a:off x="6917964" y="3514958"/>
              <a:ext cx="133911" cy="173355"/>
            </a:xfrm>
            <a:custGeom>
              <a:avLst/>
              <a:gdLst/>
              <a:ahLst/>
              <a:cxnLst/>
              <a:rect l="l" t="t" r="r" b="b"/>
              <a:pathLst>
                <a:path w="1745" h="2259" extrusionOk="0">
                  <a:moveTo>
                    <a:pt x="1745" y="1"/>
                  </a:moveTo>
                  <a:cubicBezTo>
                    <a:pt x="1425" y="883"/>
                    <a:pt x="790" y="1640"/>
                    <a:pt x="1" y="2104"/>
                  </a:cubicBezTo>
                  <a:lnTo>
                    <a:pt x="99" y="2258"/>
                  </a:lnTo>
                  <a:cubicBezTo>
                    <a:pt x="892" y="1719"/>
                    <a:pt x="1481" y="902"/>
                    <a:pt x="174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721" name="Google Shape;721;p34"/>
            <p:cNvSpPr/>
            <p:nvPr/>
          </p:nvSpPr>
          <p:spPr>
            <a:xfrm>
              <a:off x="7380265" y="3621122"/>
              <a:ext cx="266450" cy="445797"/>
            </a:xfrm>
            <a:custGeom>
              <a:avLst/>
              <a:gdLst/>
              <a:ahLst/>
              <a:cxnLst/>
              <a:rect l="l" t="t" r="r" b="b"/>
              <a:pathLst>
                <a:path w="3472" h="5809" extrusionOk="0">
                  <a:moveTo>
                    <a:pt x="3472" y="0"/>
                  </a:moveTo>
                  <a:lnTo>
                    <a:pt x="3472" y="0"/>
                  </a:lnTo>
                  <a:cubicBezTo>
                    <a:pt x="2692" y="1678"/>
                    <a:pt x="1481" y="3116"/>
                    <a:pt x="0" y="4229"/>
                  </a:cubicBezTo>
                  <a:lnTo>
                    <a:pt x="379" y="5808"/>
                  </a:lnTo>
                  <a:cubicBezTo>
                    <a:pt x="1698" y="4113"/>
                    <a:pt x="2777" y="2030"/>
                    <a:pt x="3472" y="0"/>
                  </a:cubicBezTo>
                  <a:close/>
                </a:path>
              </a:pathLst>
            </a:custGeom>
            <a:solidFill>
              <a:srgbClr val="000000">
                <a:alpha val="3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722" name="Google Shape;722;p34"/>
            <p:cNvSpPr/>
            <p:nvPr/>
          </p:nvSpPr>
          <p:spPr>
            <a:xfrm>
              <a:off x="6638538" y="1867454"/>
              <a:ext cx="1960771" cy="2006279"/>
            </a:xfrm>
            <a:custGeom>
              <a:avLst/>
              <a:gdLst/>
              <a:ahLst/>
              <a:cxnLst/>
              <a:rect l="l" t="t" r="r" b="b"/>
              <a:pathLst>
                <a:path w="25550" h="26143" extrusionOk="0">
                  <a:moveTo>
                    <a:pt x="7835" y="0"/>
                  </a:moveTo>
                  <a:cubicBezTo>
                    <a:pt x="7184" y="0"/>
                    <a:pt x="6530" y="211"/>
                    <a:pt x="5986" y="577"/>
                  </a:cubicBezTo>
                  <a:cubicBezTo>
                    <a:pt x="5256" y="1070"/>
                    <a:pt x="4815" y="2021"/>
                    <a:pt x="4551" y="2864"/>
                  </a:cubicBezTo>
                  <a:cubicBezTo>
                    <a:pt x="4482" y="2859"/>
                    <a:pt x="4412" y="2857"/>
                    <a:pt x="4343" y="2857"/>
                  </a:cubicBezTo>
                  <a:cubicBezTo>
                    <a:pt x="3042" y="2857"/>
                    <a:pt x="1772" y="3635"/>
                    <a:pt x="1126" y="4772"/>
                  </a:cubicBezTo>
                  <a:cubicBezTo>
                    <a:pt x="441" y="5970"/>
                    <a:pt x="520" y="7513"/>
                    <a:pt x="1080" y="8774"/>
                  </a:cubicBezTo>
                  <a:cubicBezTo>
                    <a:pt x="329" y="9514"/>
                    <a:pt x="0" y="10656"/>
                    <a:pt x="247" y="11679"/>
                  </a:cubicBezTo>
                  <a:cubicBezTo>
                    <a:pt x="487" y="12703"/>
                    <a:pt x="1336" y="13420"/>
                    <a:pt x="2340" y="13739"/>
                  </a:cubicBezTo>
                  <a:cubicBezTo>
                    <a:pt x="2429" y="13177"/>
                    <a:pt x="2534" y="12515"/>
                    <a:pt x="2702" y="11972"/>
                  </a:cubicBezTo>
                  <a:cubicBezTo>
                    <a:pt x="2845" y="12040"/>
                    <a:pt x="2992" y="12069"/>
                    <a:pt x="3139" y="12069"/>
                  </a:cubicBezTo>
                  <a:cubicBezTo>
                    <a:pt x="3528" y="12069"/>
                    <a:pt x="3921" y="11865"/>
                    <a:pt x="4265" y="11627"/>
                  </a:cubicBezTo>
                  <a:cubicBezTo>
                    <a:pt x="4499" y="12097"/>
                    <a:pt x="5042" y="12346"/>
                    <a:pt x="5566" y="12346"/>
                  </a:cubicBezTo>
                  <a:cubicBezTo>
                    <a:pt x="5595" y="12346"/>
                    <a:pt x="5625" y="12346"/>
                    <a:pt x="5654" y="12344"/>
                  </a:cubicBezTo>
                  <a:cubicBezTo>
                    <a:pt x="6207" y="12321"/>
                    <a:pt x="6723" y="12061"/>
                    <a:pt x="7184" y="11762"/>
                  </a:cubicBezTo>
                  <a:cubicBezTo>
                    <a:pt x="7398" y="11620"/>
                    <a:pt x="7543" y="11581"/>
                    <a:pt x="7608" y="11334"/>
                  </a:cubicBezTo>
                  <a:cubicBezTo>
                    <a:pt x="7868" y="11811"/>
                    <a:pt x="8165" y="12321"/>
                    <a:pt x="8665" y="12532"/>
                  </a:cubicBezTo>
                  <a:cubicBezTo>
                    <a:pt x="8856" y="12610"/>
                    <a:pt x="9060" y="12637"/>
                    <a:pt x="9267" y="12637"/>
                  </a:cubicBezTo>
                  <a:cubicBezTo>
                    <a:pt x="9416" y="12637"/>
                    <a:pt x="9566" y="12623"/>
                    <a:pt x="9715" y="12604"/>
                  </a:cubicBezTo>
                  <a:cubicBezTo>
                    <a:pt x="9958" y="12574"/>
                    <a:pt x="10313" y="12604"/>
                    <a:pt x="10508" y="12453"/>
                  </a:cubicBezTo>
                  <a:cubicBezTo>
                    <a:pt x="10600" y="14381"/>
                    <a:pt x="10774" y="16309"/>
                    <a:pt x="11044" y="18224"/>
                  </a:cubicBezTo>
                  <a:cubicBezTo>
                    <a:pt x="11430" y="18232"/>
                    <a:pt x="11832" y="18238"/>
                    <a:pt x="12239" y="18238"/>
                  </a:cubicBezTo>
                  <a:cubicBezTo>
                    <a:pt x="12996" y="18238"/>
                    <a:pt x="13769" y="18219"/>
                    <a:pt x="14486" y="18159"/>
                  </a:cubicBezTo>
                  <a:cubicBezTo>
                    <a:pt x="14601" y="19350"/>
                    <a:pt x="14881" y="20429"/>
                    <a:pt x="15111" y="21604"/>
                  </a:cubicBezTo>
                  <a:cubicBezTo>
                    <a:pt x="15407" y="23147"/>
                    <a:pt x="15832" y="24723"/>
                    <a:pt x="16826" y="25934"/>
                  </a:cubicBezTo>
                  <a:cubicBezTo>
                    <a:pt x="16940" y="26073"/>
                    <a:pt x="17161" y="26142"/>
                    <a:pt x="17371" y="26142"/>
                  </a:cubicBezTo>
                  <a:cubicBezTo>
                    <a:pt x="17486" y="26142"/>
                    <a:pt x="17598" y="26121"/>
                    <a:pt x="17688" y="26079"/>
                  </a:cubicBezTo>
                  <a:cubicBezTo>
                    <a:pt x="17935" y="25957"/>
                    <a:pt x="18175" y="25800"/>
                    <a:pt x="18224" y="25530"/>
                  </a:cubicBezTo>
                  <a:cubicBezTo>
                    <a:pt x="18283" y="25635"/>
                    <a:pt x="18406" y="25667"/>
                    <a:pt x="18531" y="25667"/>
                  </a:cubicBezTo>
                  <a:cubicBezTo>
                    <a:pt x="18581" y="25667"/>
                    <a:pt x="18631" y="25662"/>
                    <a:pt x="18678" y="25655"/>
                  </a:cubicBezTo>
                  <a:cubicBezTo>
                    <a:pt x="19573" y="25530"/>
                    <a:pt x="20422" y="25079"/>
                    <a:pt x="21034" y="24414"/>
                  </a:cubicBezTo>
                  <a:cubicBezTo>
                    <a:pt x="21311" y="24115"/>
                    <a:pt x="21545" y="23759"/>
                    <a:pt x="21660" y="23364"/>
                  </a:cubicBezTo>
                  <a:cubicBezTo>
                    <a:pt x="21775" y="22970"/>
                    <a:pt x="21676" y="22479"/>
                    <a:pt x="21489" y="22117"/>
                  </a:cubicBezTo>
                  <a:cubicBezTo>
                    <a:pt x="22410" y="21864"/>
                    <a:pt x="23233" y="21275"/>
                    <a:pt x="23772" y="20488"/>
                  </a:cubicBezTo>
                  <a:cubicBezTo>
                    <a:pt x="24319" y="19705"/>
                    <a:pt x="24572" y="18725"/>
                    <a:pt x="24486" y="17774"/>
                  </a:cubicBezTo>
                  <a:cubicBezTo>
                    <a:pt x="24427" y="17138"/>
                    <a:pt x="24180" y="16382"/>
                    <a:pt x="23683" y="15980"/>
                  </a:cubicBezTo>
                  <a:cubicBezTo>
                    <a:pt x="24776" y="15319"/>
                    <a:pt x="25526" y="14095"/>
                    <a:pt x="25539" y="12818"/>
                  </a:cubicBezTo>
                  <a:cubicBezTo>
                    <a:pt x="25549" y="11544"/>
                    <a:pt x="24677" y="10396"/>
                    <a:pt x="23516" y="9869"/>
                  </a:cubicBezTo>
                  <a:cubicBezTo>
                    <a:pt x="24082" y="9149"/>
                    <a:pt x="24338" y="8194"/>
                    <a:pt x="24207" y="7290"/>
                  </a:cubicBezTo>
                  <a:cubicBezTo>
                    <a:pt x="24075" y="6385"/>
                    <a:pt x="23558" y="5542"/>
                    <a:pt x="22811" y="5012"/>
                  </a:cubicBezTo>
                  <a:cubicBezTo>
                    <a:pt x="22460" y="4763"/>
                    <a:pt x="21992" y="4637"/>
                    <a:pt x="21531" y="4637"/>
                  </a:cubicBezTo>
                  <a:cubicBezTo>
                    <a:pt x="21238" y="4637"/>
                    <a:pt x="20947" y="4688"/>
                    <a:pt x="20692" y="4792"/>
                  </a:cubicBezTo>
                  <a:cubicBezTo>
                    <a:pt x="20959" y="3476"/>
                    <a:pt x="20317" y="2018"/>
                    <a:pt x="19149" y="1360"/>
                  </a:cubicBezTo>
                  <a:cubicBezTo>
                    <a:pt x="18716" y="1116"/>
                    <a:pt x="18225" y="999"/>
                    <a:pt x="17732" y="999"/>
                  </a:cubicBezTo>
                  <a:cubicBezTo>
                    <a:pt x="16895" y="999"/>
                    <a:pt x="16051" y="1335"/>
                    <a:pt x="15473" y="1952"/>
                  </a:cubicBezTo>
                  <a:cubicBezTo>
                    <a:pt x="15240" y="1402"/>
                    <a:pt x="14864" y="909"/>
                    <a:pt x="14377" y="570"/>
                  </a:cubicBezTo>
                  <a:cubicBezTo>
                    <a:pt x="13966" y="281"/>
                    <a:pt x="13468" y="112"/>
                    <a:pt x="12966" y="112"/>
                  </a:cubicBezTo>
                  <a:cubicBezTo>
                    <a:pt x="12874" y="112"/>
                    <a:pt x="12781" y="117"/>
                    <a:pt x="12689" y="129"/>
                  </a:cubicBezTo>
                  <a:cubicBezTo>
                    <a:pt x="12136" y="198"/>
                    <a:pt x="11630" y="478"/>
                    <a:pt x="11182" y="807"/>
                  </a:cubicBezTo>
                  <a:cubicBezTo>
                    <a:pt x="10856" y="1041"/>
                    <a:pt x="10587" y="1379"/>
                    <a:pt x="10419" y="1748"/>
                  </a:cubicBezTo>
                  <a:cubicBezTo>
                    <a:pt x="10126" y="919"/>
                    <a:pt x="9369" y="284"/>
                    <a:pt x="8510" y="80"/>
                  </a:cubicBezTo>
                  <a:cubicBezTo>
                    <a:pt x="8289" y="26"/>
                    <a:pt x="8062" y="0"/>
                    <a:pt x="78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723" name="Google Shape;723;p34"/>
            <p:cNvSpPr/>
            <p:nvPr/>
          </p:nvSpPr>
          <p:spPr>
            <a:xfrm>
              <a:off x="7559308" y="3009092"/>
              <a:ext cx="388010" cy="464753"/>
            </a:xfrm>
            <a:custGeom>
              <a:avLst/>
              <a:gdLst/>
              <a:ahLst/>
              <a:cxnLst/>
              <a:rect l="l" t="t" r="r" b="b"/>
              <a:pathLst>
                <a:path w="5056" h="6056" extrusionOk="0">
                  <a:moveTo>
                    <a:pt x="2742" y="1"/>
                  </a:moveTo>
                  <a:cubicBezTo>
                    <a:pt x="2586" y="1"/>
                    <a:pt x="2425" y="20"/>
                    <a:pt x="2258" y="61"/>
                  </a:cubicBezTo>
                  <a:cubicBezTo>
                    <a:pt x="1218" y="321"/>
                    <a:pt x="629" y="1367"/>
                    <a:pt x="342" y="2364"/>
                  </a:cubicBezTo>
                  <a:cubicBezTo>
                    <a:pt x="115" y="3135"/>
                    <a:pt x="0" y="3974"/>
                    <a:pt x="280" y="4730"/>
                  </a:cubicBezTo>
                  <a:cubicBezTo>
                    <a:pt x="545" y="5448"/>
                    <a:pt x="1256" y="6056"/>
                    <a:pt x="2033" y="6056"/>
                  </a:cubicBezTo>
                  <a:cubicBezTo>
                    <a:pt x="2076" y="6056"/>
                    <a:pt x="2119" y="6054"/>
                    <a:pt x="2162" y="6050"/>
                  </a:cubicBezTo>
                  <a:cubicBezTo>
                    <a:pt x="2531" y="6017"/>
                    <a:pt x="2870" y="5853"/>
                    <a:pt x="3172" y="5652"/>
                  </a:cubicBezTo>
                  <a:cubicBezTo>
                    <a:pt x="4137" y="5010"/>
                    <a:pt x="4788" y="3951"/>
                    <a:pt x="4917" y="2825"/>
                  </a:cubicBezTo>
                  <a:cubicBezTo>
                    <a:pt x="5056" y="1569"/>
                    <a:pt x="4147" y="1"/>
                    <a:pt x="2742" y="1"/>
                  </a:cubicBezTo>
                  <a:close/>
                </a:path>
              </a:pathLst>
            </a:custGeom>
            <a:solidFill>
              <a:srgbClr val="B45F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724" name="Google Shape;724;p34"/>
            <p:cNvSpPr/>
            <p:nvPr/>
          </p:nvSpPr>
          <p:spPr>
            <a:xfrm>
              <a:off x="7647640" y="3066957"/>
              <a:ext cx="261462" cy="344037"/>
            </a:xfrm>
            <a:custGeom>
              <a:avLst/>
              <a:gdLst/>
              <a:ahLst/>
              <a:cxnLst/>
              <a:rect l="l" t="t" r="r" b="b"/>
              <a:pathLst>
                <a:path w="3407" h="4483" extrusionOk="0">
                  <a:moveTo>
                    <a:pt x="1849" y="1"/>
                  </a:moveTo>
                  <a:cubicBezTo>
                    <a:pt x="1837" y="1"/>
                    <a:pt x="1826" y="1"/>
                    <a:pt x="1814" y="1"/>
                  </a:cubicBezTo>
                  <a:cubicBezTo>
                    <a:pt x="1594" y="11"/>
                    <a:pt x="1383" y="103"/>
                    <a:pt x="1202" y="228"/>
                  </a:cubicBezTo>
                  <a:cubicBezTo>
                    <a:pt x="534" y="689"/>
                    <a:pt x="284" y="1515"/>
                    <a:pt x="73" y="2282"/>
                  </a:cubicBezTo>
                  <a:cubicBezTo>
                    <a:pt x="57" y="2341"/>
                    <a:pt x="40" y="2404"/>
                    <a:pt x="64" y="2466"/>
                  </a:cubicBezTo>
                  <a:cubicBezTo>
                    <a:pt x="83" y="2519"/>
                    <a:pt x="129" y="2565"/>
                    <a:pt x="169" y="2601"/>
                  </a:cubicBezTo>
                  <a:cubicBezTo>
                    <a:pt x="386" y="2798"/>
                    <a:pt x="600" y="2993"/>
                    <a:pt x="820" y="3190"/>
                  </a:cubicBezTo>
                  <a:cubicBezTo>
                    <a:pt x="926" y="3285"/>
                    <a:pt x="1044" y="3404"/>
                    <a:pt x="1024" y="3542"/>
                  </a:cubicBezTo>
                  <a:cubicBezTo>
                    <a:pt x="1018" y="3618"/>
                    <a:pt x="972" y="3680"/>
                    <a:pt x="922" y="3736"/>
                  </a:cubicBezTo>
                  <a:cubicBezTo>
                    <a:pt x="682" y="4016"/>
                    <a:pt x="360" y="4230"/>
                    <a:pt x="1" y="4345"/>
                  </a:cubicBezTo>
                  <a:cubicBezTo>
                    <a:pt x="1" y="4345"/>
                    <a:pt x="297" y="4483"/>
                    <a:pt x="738" y="4483"/>
                  </a:cubicBezTo>
                  <a:cubicBezTo>
                    <a:pt x="1159" y="4483"/>
                    <a:pt x="1713" y="4357"/>
                    <a:pt x="2268" y="3865"/>
                  </a:cubicBezTo>
                  <a:cubicBezTo>
                    <a:pt x="3407" y="2861"/>
                    <a:pt x="3173" y="1235"/>
                    <a:pt x="3173" y="1235"/>
                  </a:cubicBezTo>
                  <a:cubicBezTo>
                    <a:pt x="3045" y="939"/>
                    <a:pt x="2903" y="643"/>
                    <a:pt x="2683" y="406"/>
                  </a:cubicBezTo>
                  <a:cubicBezTo>
                    <a:pt x="2467" y="174"/>
                    <a:pt x="2165" y="1"/>
                    <a:pt x="1849" y="1"/>
                  </a:cubicBezTo>
                  <a:close/>
                </a:path>
              </a:pathLst>
            </a:custGeom>
            <a:solidFill>
              <a:srgbClr val="B45F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725" name="Google Shape;725;p34"/>
            <p:cNvSpPr/>
            <p:nvPr/>
          </p:nvSpPr>
          <p:spPr>
            <a:xfrm>
              <a:off x="7646412" y="3062505"/>
              <a:ext cx="245039" cy="337437"/>
            </a:xfrm>
            <a:custGeom>
              <a:avLst/>
              <a:gdLst/>
              <a:ahLst/>
              <a:cxnLst/>
              <a:rect l="l" t="t" r="r" b="b"/>
              <a:pathLst>
                <a:path w="3193" h="4397" extrusionOk="0">
                  <a:moveTo>
                    <a:pt x="1853" y="1"/>
                  </a:moveTo>
                  <a:cubicBezTo>
                    <a:pt x="1829" y="1"/>
                    <a:pt x="1805" y="2"/>
                    <a:pt x="1781" y="3"/>
                  </a:cubicBezTo>
                  <a:cubicBezTo>
                    <a:pt x="1603" y="13"/>
                    <a:pt x="1435" y="79"/>
                    <a:pt x="1284" y="168"/>
                  </a:cubicBezTo>
                  <a:cubicBezTo>
                    <a:pt x="1133" y="254"/>
                    <a:pt x="994" y="365"/>
                    <a:pt x="876" y="487"/>
                  </a:cubicBezTo>
                  <a:cubicBezTo>
                    <a:pt x="757" y="615"/>
                    <a:pt x="655" y="754"/>
                    <a:pt x="563" y="898"/>
                  </a:cubicBezTo>
                  <a:cubicBezTo>
                    <a:pt x="474" y="1047"/>
                    <a:pt x="399" y="1198"/>
                    <a:pt x="333" y="1356"/>
                  </a:cubicBezTo>
                  <a:cubicBezTo>
                    <a:pt x="267" y="1511"/>
                    <a:pt x="214" y="1672"/>
                    <a:pt x="165" y="1833"/>
                  </a:cubicBezTo>
                  <a:cubicBezTo>
                    <a:pt x="116" y="1994"/>
                    <a:pt x="66" y="2159"/>
                    <a:pt x="24" y="2317"/>
                  </a:cubicBezTo>
                  <a:cubicBezTo>
                    <a:pt x="14" y="2360"/>
                    <a:pt x="1" y="2406"/>
                    <a:pt x="1" y="2458"/>
                  </a:cubicBezTo>
                  <a:cubicBezTo>
                    <a:pt x="1" y="2481"/>
                    <a:pt x="4" y="2511"/>
                    <a:pt x="14" y="2541"/>
                  </a:cubicBezTo>
                  <a:cubicBezTo>
                    <a:pt x="20" y="2570"/>
                    <a:pt x="33" y="2593"/>
                    <a:pt x="50" y="2613"/>
                  </a:cubicBezTo>
                  <a:cubicBezTo>
                    <a:pt x="83" y="2656"/>
                    <a:pt x="119" y="2682"/>
                    <a:pt x="149" y="2712"/>
                  </a:cubicBezTo>
                  <a:lnTo>
                    <a:pt x="244" y="2794"/>
                  </a:lnTo>
                  <a:cubicBezTo>
                    <a:pt x="366" y="2906"/>
                    <a:pt x="491" y="3011"/>
                    <a:pt x="616" y="3123"/>
                  </a:cubicBezTo>
                  <a:lnTo>
                    <a:pt x="807" y="3288"/>
                  </a:lnTo>
                  <a:cubicBezTo>
                    <a:pt x="869" y="3343"/>
                    <a:pt x="925" y="3399"/>
                    <a:pt x="961" y="3462"/>
                  </a:cubicBezTo>
                  <a:cubicBezTo>
                    <a:pt x="1001" y="3528"/>
                    <a:pt x="1007" y="3594"/>
                    <a:pt x="975" y="3659"/>
                  </a:cubicBezTo>
                  <a:cubicBezTo>
                    <a:pt x="942" y="3725"/>
                    <a:pt x="886" y="3788"/>
                    <a:pt x="830" y="3847"/>
                  </a:cubicBezTo>
                  <a:cubicBezTo>
                    <a:pt x="613" y="4090"/>
                    <a:pt x="330" y="4275"/>
                    <a:pt x="17" y="4396"/>
                  </a:cubicBezTo>
                  <a:cubicBezTo>
                    <a:pt x="343" y="4314"/>
                    <a:pt x="645" y="4140"/>
                    <a:pt x="889" y="3903"/>
                  </a:cubicBezTo>
                  <a:cubicBezTo>
                    <a:pt x="919" y="3873"/>
                    <a:pt x="945" y="3844"/>
                    <a:pt x="975" y="3811"/>
                  </a:cubicBezTo>
                  <a:cubicBezTo>
                    <a:pt x="1004" y="3781"/>
                    <a:pt x="1027" y="3745"/>
                    <a:pt x="1054" y="3702"/>
                  </a:cubicBezTo>
                  <a:cubicBezTo>
                    <a:pt x="1077" y="3666"/>
                    <a:pt x="1090" y="3613"/>
                    <a:pt x="1090" y="3564"/>
                  </a:cubicBezTo>
                  <a:cubicBezTo>
                    <a:pt x="1090" y="3515"/>
                    <a:pt x="1073" y="3465"/>
                    <a:pt x="1054" y="3422"/>
                  </a:cubicBezTo>
                  <a:cubicBezTo>
                    <a:pt x="1007" y="3340"/>
                    <a:pt x="945" y="3274"/>
                    <a:pt x="886" y="3218"/>
                  </a:cubicBezTo>
                  <a:lnTo>
                    <a:pt x="705" y="3044"/>
                  </a:lnTo>
                  <a:cubicBezTo>
                    <a:pt x="583" y="2929"/>
                    <a:pt x="461" y="2817"/>
                    <a:pt x="336" y="2705"/>
                  </a:cubicBezTo>
                  <a:lnTo>
                    <a:pt x="247" y="2616"/>
                  </a:lnTo>
                  <a:cubicBezTo>
                    <a:pt x="214" y="2590"/>
                    <a:pt x="185" y="2564"/>
                    <a:pt x="168" y="2541"/>
                  </a:cubicBezTo>
                  <a:cubicBezTo>
                    <a:pt x="152" y="2514"/>
                    <a:pt x="149" y="2494"/>
                    <a:pt x="149" y="2465"/>
                  </a:cubicBezTo>
                  <a:cubicBezTo>
                    <a:pt x="149" y="2432"/>
                    <a:pt x="155" y="2399"/>
                    <a:pt x="168" y="2360"/>
                  </a:cubicBezTo>
                  <a:cubicBezTo>
                    <a:pt x="260" y="2037"/>
                    <a:pt x="349" y="1718"/>
                    <a:pt x="478" y="1415"/>
                  </a:cubicBezTo>
                  <a:cubicBezTo>
                    <a:pt x="543" y="1264"/>
                    <a:pt x="613" y="1116"/>
                    <a:pt x="695" y="977"/>
                  </a:cubicBezTo>
                  <a:cubicBezTo>
                    <a:pt x="777" y="836"/>
                    <a:pt x="873" y="708"/>
                    <a:pt x="981" y="589"/>
                  </a:cubicBezTo>
                  <a:cubicBezTo>
                    <a:pt x="1093" y="471"/>
                    <a:pt x="1218" y="365"/>
                    <a:pt x="1353" y="283"/>
                  </a:cubicBezTo>
                  <a:cubicBezTo>
                    <a:pt x="1488" y="201"/>
                    <a:pt x="1636" y="138"/>
                    <a:pt x="1794" y="122"/>
                  </a:cubicBezTo>
                  <a:cubicBezTo>
                    <a:pt x="1823" y="119"/>
                    <a:pt x="1851" y="117"/>
                    <a:pt x="1880" y="117"/>
                  </a:cubicBezTo>
                  <a:cubicBezTo>
                    <a:pt x="2007" y="117"/>
                    <a:pt x="2134" y="146"/>
                    <a:pt x="2255" y="194"/>
                  </a:cubicBezTo>
                  <a:cubicBezTo>
                    <a:pt x="2403" y="257"/>
                    <a:pt x="2538" y="352"/>
                    <a:pt x="2653" y="467"/>
                  </a:cubicBezTo>
                  <a:cubicBezTo>
                    <a:pt x="2768" y="579"/>
                    <a:pt x="2867" y="714"/>
                    <a:pt x="2952" y="852"/>
                  </a:cubicBezTo>
                  <a:cubicBezTo>
                    <a:pt x="3038" y="997"/>
                    <a:pt x="3117" y="1145"/>
                    <a:pt x="3192" y="1293"/>
                  </a:cubicBezTo>
                  <a:cubicBezTo>
                    <a:pt x="3130" y="1142"/>
                    <a:pt x="3067" y="984"/>
                    <a:pt x="2992" y="833"/>
                  </a:cubicBezTo>
                  <a:cubicBezTo>
                    <a:pt x="2913" y="685"/>
                    <a:pt x="2821" y="540"/>
                    <a:pt x="2705" y="415"/>
                  </a:cubicBezTo>
                  <a:cubicBezTo>
                    <a:pt x="2590" y="286"/>
                    <a:pt x="2452" y="178"/>
                    <a:pt x="2294" y="105"/>
                  </a:cubicBezTo>
                  <a:cubicBezTo>
                    <a:pt x="2160" y="37"/>
                    <a:pt x="2007" y="1"/>
                    <a:pt x="185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726" name="Google Shape;726;p34"/>
            <p:cNvSpPr/>
            <p:nvPr/>
          </p:nvSpPr>
          <p:spPr>
            <a:xfrm>
              <a:off x="6959786" y="2191695"/>
              <a:ext cx="102068" cy="406965"/>
            </a:xfrm>
            <a:custGeom>
              <a:avLst/>
              <a:gdLst/>
              <a:ahLst/>
              <a:cxnLst/>
              <a:rect l="l" t="t" r="r" b="b"/>
              <a:pathLst>
                <a:path w="1330" h="5303" extrusionOk="0">
                  <a:moveTo>
                    <a:pt x="1330" y="1"/>
                  </a:moveTo>
                  <a:lnTo>
                    <a:pt x="1330" y="1"/>
                  </a:lnTo>
                  <a:cubicBezTo>
                    <a:pt x="1096" y="113"/>
                    <a:pt x="889" y="284"/>
                    <a:pt x="724" y="494"/>
                  </a:cubicBezTo>
                  <a:cubicBezTo>
                    <a:pt x="563" y="699"/>
                    <a:pt x="444" y="942"/>
                    <a:pt x="382" y="1195"/>
                  </a:cubicBezTo>
                  <a:cubicBezTo>
                    <a:pt x="323" y="1452"/>
                    <a:pt x="326" y="1722"/>
                    <a:pt x="379" y="1982"/>
                  </a:cubicBezTo>
                  <a:cubicBezTo>
                    <a:pt x="427" y="2223"/>
                    <a:pt x="527" y="2452"/>
                    <a:pt x="670" y="2655"/>
                  </a:cubicBezTo>
                  <a:lnTo>
                    <a:pt x="670" y="2655"/>
                  </a:lnTo>
                  <a:cubicBezTo>
                    <a:pt x="545" y="2686"/>
                    <a:pt x="434" y="2752"/>
                    <a:pt x="342" y="2837"/>
                  </a:cubicBezTo>
                  <a:cubicBezTo>
                    <a:pt x="234" y="2936"/>
                    <a:pt x="152" y="3061"/>
                    <a:pt x="99" y="3193"/>
                  </a:cubicBezTo>
                  <a:cubicBezTo>
                    <a:pt x="46" y="3324"/>
                    <a:pt x="17" y="3466"/>
                    <a:pt x="10" y="3607"/>
                  </a:cubicBezTo>
                  <a:cubicBezTo>
                    <a:pt x="0" y="3752"/>
                    <a:pt x="10" y="3890"/>
                    <a:pt x="30" y="4032"/>
                  </a:cubicBezTo>
                  <a:cubicBezTo>
                    <a:pt x="66" y="4312"/>
                    <a:pt x="152" y="4585"/>
                    <a:pt x="300" y="4825"/>
                  </a:cubicBezTo>
                  <a:cubicBezTo>
                    <a:pt x="375" y="4943"/>
                    <a:pt x="467" y="5052"/>
                    <a:pt x="579" y="5138"/>
                  </a:cubicBezTo>
                  <a:cubicBezTo>
                    <a:pt x="691" y="5223"/>
                    <a:pt x="823" y="5282"/>
                    <a:pt x="961" y="5302"/>
                  </a:cubicBezTo>
                  <a:cubicBezTo>
                    <a:pt x="826" y="5273"/>
                    <a:pt x="698" y="5207"/>
                    <a:pt x="592" y="5121"/>
                  </a:cubicBezTo>
                  <a:cubicBezTo>
                    <a:pt x="490" y="5036"/>
                    <a:pt x="405" y="4924"/>
                    <a:pt x="333" y="4805"/>
                  </a:cubicBezTo>
                  <a:cubicBezTo>
                    <a:pt x="194" y="4565"/>
                    <a:pt x="119" y="4295"/>
                    <a:pt x="86" y="4022"/>
                  </a:cubicBezTo>
                  <a:cubicBezTo>
                    <a:pt x="76" y="3887"/>
                    <a:pt x="66" y="3749"/>
                    <a:pt x="76" y="3611"/>
                  </a:cubicBezTo>
                  <a:cubicBezTo>
                    <a:pt x="82" y="3476"/>
                    <a:pt x="109" y="3341"/>
                    <a:pt x="161" y="3216"/>
                  </a:cubicBezTo>
                  <a:cubicBezTo>
                    <a:pt x="214" y="3088"/>
                    <a:pt x="293" y="2979"/>
                    <a:pt x="392" y="2887"/>
                  </a:cubicBezTo>
                  <a:cubicBezTo>
                    <a:pt x="490" y="2798"/>
                    <a:pt x="609" y="2732"/>
                    <a:pt x="741" y="2709"/>
                  </a:cubicBezTo>
                  <a:lnTo>
                    <a:pt x="800" y="2703"/>
                  </a:lnTo>
                  <a:lnTo>
                    <a:pt x="760" y="2653"/>
                  </a:lnTo>
                  <a:cubicBezTo>
                    <a:pt x="609" y="2452"/>
                    <a:pt x="497" y="2219"/>
                    <a:pt x="444" y="1965"/>
                  </a:cubicBezTo>
                  <a:cubicBezTo>
                    <a:pt x="385" y="1715"/>
                    <a:pt x="382" y="1455"/>
                    <a:pt x="435" y="1205"/>
                  </a:cubicBezTo>
                  <a:cubicBezTo>
                    <a:pt x="490" y="955"/>
                    <a:pt x="599" y="715"/>
                    <a:pt x="754" y="511"/>
                  </a:cubicBezTo>
                  <a:cubicBezTo>
                    <a:pt x="905" y="304"/>
                    <a:pt x="1103" y="129"/>
                    <a:pt x="13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727" name="Google Shape;727;p34"/>
            <p:cNvSpPr/>
            <p:nvPr/>
          </p:nvSpPr>
          <p:spPr>
            <a:xfrm>
              <a:off x="7289554" y="2167982"/>
              <a:ext cx="462220" cy="140516"/>
            </a:xfrm>
            <a:custGeom>
              <a:avLst/>
              <a:gdLst/>
              <a:ahLst/>
              <a:cxnLst/>
              <a:rect l="l" t="t" r="r" b="b"/>
              <a:pathLst>
                <a:path w="6023" h="1831" extrusionOk="0">
                  <a:moveTo>
                    <a:pt x="1324" y="0"/>
                  </a:moveTo>
                  <a:cubicBezTo>
                    <a:pt x="1134" y="0"/>
                    <a:pt x="945" y="28"/>
                    <a:pt x="764" y="83"/>
                  </a:cubicBezTo>
                  <a:cubicBezTo>
                    <a:pt x="478" y="168"/>
                    <a:pt x="215" y="316"/>
                    <a:pt x="1" y="524"/>
                  </a:cubicBezTo>
                  <a:cubicBezTo>
                    <a:pt x="225" y="330"/>
                    <a:pt x="488" y="191"/>
                    <a:pt x="771" y="126"/>
                  </a:cubicBezTo>
                  <a:cubicBezTo>
                    <a:pt x="943" y="80"/>
                    <a:pt x="1120" y="55"/>
                    <a:pt x="1296" y="55"/>
                  </a:cubicBezTo>
                  <a:cubicBezTo>
                    <a:pt x="1410" y="55"/>
                    <a:pt x="1524" y="65"/>
                    <a:pt x="1636" y="86"/>
                  </a:cubicBezTo>
                  <a:cubicBezTo>
                    <a:pt x="1919" y="145"/>
                    <a:pt x="2189" y="264"/>
                    <a:pt x="2419" y="438"/>
                  </a:cubicBezTo>
                  <a:cubicBezTo>
                    <a:pt x="2650" y="609"/>
                    <a:pt x="2844" y="836"/>
                    <a:pt x="2976" y="1090"/>
                  </a:cubicBezTo>
                  <a:lnTo>
                    <a:pt x="3008" y="1156"/>
                  </a:lnTo>
                  <a:lnTo>
                    <a:pt x="3041" y="1086"/>
                  </a:lnTo>
                  <a:cubicBezTo>
                    <a:pt x="3071" y="1024"/>
                    <a:pt x="3110" y="968"/>
                    <a:pt x="3166" y="922"/>
                  </a:cubicBezTo>
                  <a:cubicBezTo>
                    <a:pt x="3219" y="873"/>
                    <a:pt x="3282" y="836"/>
                    <a:pt x="3347" y="807"/>
                  </a:cubicBezTo>
                  <a:cubicBezTo>
                    <a:pt x="3413" y="777"/>
                    <a:pt x="3482" y="754"/>
                    <a:pt x="3551" y="738"/>
                  </a:cubicBezTo>
                  <a:cubicBezTo>
                    <a:pt x="3584" y="728"/>
                    <a:pt x="3621" y="725"/>
                    <a:pt x="3660" y="718"/>
                  </a:cubicBezTo>
                  <a:cubicBezTo>
                    <a:pt x="3693" y="708"/>
                    <a:pt x="3729" y="701"/>
                    <a:pt x="3765" y="695"/>
                  </a:cubicBezTo>
                  <a:cubicBezTo>
                    <a:pt x="3850" y="685"/>
                    <a:pt x="3935" y="680"/>
                    <a:pt x="4019" y="680"/>
                  </a:cubicBezTo>
                  <a:cubicBezTo>
                    <a:pt x="4231" y="680"/>
                    <a:pt x="4443" y="711"/>
                    <a:pt x="4647" y="767"/>
                  </a:cubicBezTo>
                  <a:cubicBezTo>
                    <a:pt x="4930" y="850"/>
                    <a:pt x="5200" y="981"/>
                    <a:pt x="5440" y="1162"/>
                  </a:cubicBezTo>
                  <a:cubicBezTo>
                    <a:pt x="5674" y="1343"/>
                    <a:pt x="5875" y="1574"/>
                    <a:pt x="6023" y="1830"/>
                  </a:cubicBezTo>
                  <a:cubicBezTo>
                    <a:pt x="5888" y="1560"/>
                    <a:pt x="5690" y="1327"/>
                    <a:pt x="5460" y="1133"/>
                  </a:cubicBezTo>
                  <a:cubicBezTo>
                    <a:pt x="5226" y="942"/>
                    <a:pt x="4950" y="800"/>
                    <a:pt x="4664" y="708"/>
                  </a:cubicBezTo>
                  <a:cubicBezTo>
                    <a:pt x="4624" y="695"/>
                    <a:pt x="4588" y="688"/>
                    <a:pt x="4552" y="678"/>
                  </a:cubicBezTo>
                  <a:cubicBezTo>
                    <a:pt x="4516" y="672"/>
                    <a:pt x="4476" y="659"/>
                    <a:pt x="4440" y="655"/>
                  </a:cubicBezTo>
                  <a:cubicBezTo>
                    <a:pt x="4368" y="642"/>
                    <a:pt x="4292" y="626"/>
                    <a:pt x="4213" y="623"/>
                  </a:cubicBezTo>
                  <a:cubicBezTo>
                    <a:pt x="4173" y="619"/>
                    <a:pt x="4137" y="613"/>
                    <a:pt x="4098" y="613"/>
                  </a:cubicBezTo>
                  <a:lnTo>
                    <a:pt x="3927" y="613"/>
                  </a:lnTo>
                  <a:lnTo>
                    <a:pt x="3867" y="619"/>
                  </a:lnTo>
                  <a:lnTo>
                    <a:pt x="3752" y="626"/>
                  </a:lnTo>
                  <a:cubicBezTo>
                    <a:pt x="3716" y="636"/>
                    <a:pt x="3680" y="642"/>
                    <a:pt x="3644" y="646"/>
                  </a:cubicBezTo>
                  <a:cubicBezTo>
                    <a:pt x="3604" y="652"/>
                    <a:pt x="3568" y="659"/>
                    <a:pt x="3532" y="669"/>
                  </a:cubicBezTo>
                  <a:cubicBezTo>
                    <a:pt x="3456" y="685"/>
                    <a:pt x="3384" y="708"/>
                    <a:pt x="3315" y="741"/>
                  </a:cubicBezTo>
                  <a:cubicBezTo>
                    <a:pt x="3242" y="774"/>
                    <a:pt x="3176" y="810"/>
                    <a:pt x="3117" y="866"/>
                  </a:cubicBezTo>
                  <a:cubicBezTo>
                    <a:pt x="3073" y="901"/>
                    <a:pt x="3036" y="943"/>
                    <a:pt x="3006" y="990"/>
                  </a:cubicBezTo>
                  <a:lnTo>
                    <a:pt x="3006" y="990"/>
                  </a:lnTo>
                  <a:cubicBezTo>
                    <a:pt x="2872" y="749"/>
                    <a:pt x="2681" y="540"/>
                    <a:pt x="2459" y="376"/>
                  </a:cubicBezTo>
                  <a:cubicBezTo>
                    <a:pt x="2219" y="198"/>
                    <a:pt x="1939" y="76"/>
                    <a:pt x="1643" y="27"/>
                  </a:cubicBezTo>
                  <a:cubicBezTo>
                    <a:pt x="1537" y="9"/>
                    <a:pt x="1431" y="0"/>
                    <a:pt x="132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728" name="Google Shape;728;p34"/>
            <p:cNvSpPr/>
            <p:nvPr/>
          </p:nvSpPr>
          <p:spPr>
            <a:xfrm>
              <a:off x="7263538" y="2488693"/>
              <a:ext cx="344344" cy="246036"/>
            </a:xfrm>
            <a:custGeom>
              <a:avLst/>
              <a:gdLst/>
              <a:ahLst/>
              <a:cxnLst/>
              <a:rect l="l" t="t" r="r" b="b"/>
              <a:pathLst>
                <a:path w="4487" h="3206" extrusionOk="0">
                  <a:moveTo>
                    <a:pt x="795" y="0"/>
                  </a:moveTo>
                  <a:cubicBezTo>
                    <a:pt x="784" y="0"/>
                    <a:pt x="772" y="0"/>
                    <a:pt x="761" y="1"/>
                  </a:cubicBezTo>
                  <a:cubicBezTo>
                    <a:pt x="633" y="1"/>
                    <a:pt x="501" y="14"/>
                    <a:pt x="373" y="37"/>
                  </a:cubicBezTo>
                  <a:cubicBezTo>
                    <a:pt x="248" y="63"/>
                    <a:pt x="119" y="99"/>
                    <a:pt x="1" y="146"/>
                  </a:cubicBezTo>
                  <a:cubicBezTo>
                    <a:pt x="123" y="106"/>
                    <a:pt x="251" y="80"/>
                    <a:pt x="373" y="53"/>
                  </a:cubicBezTo>
                  <a:cubicBezTo>
                    <a:pt x="480" y="40"/>
                    <a:pt x="589" y="33"/>
                    <a:pt x="697" y="33"/>
                  </a:cubicBezTo>
                  <a:cubicBezTo>
                    <a:pt x="718" y="33"/>
                    <a:pt x="740" y="33"/>
                    <a:pt x="761" y="34"/>
                  </a:cubicBezTo>
                  <a:cubicBezTo>
                    <a:pt x="889" y="34"/>
                    <a:pt x="1014" y="50"/>
                    <a:pt x="1143" y="73"/>
                  </a:cubicBezTo>
                  <a:cubicBezTo>
                    <a:pt x="1271" y="99"/>
                    <a:pt x="1393" y="136"/>
                    <a:pt x="1515" y="182"/>
                  </a:cubicBezTo>
                  <a:cubicBezTo>
                    <a:pt x="1574" y="201"/>
                    <a:pt x="1633" y="231"/>
                    <a:pt x="1689" y="254"/>
                  </a:cubicBezTo>
                  <a:cubicBezTo>
                    <a:pt x="1748" y="284"/>
                    <a:pt x="1804" y="313"/>
                    <a:pt x="1860" y="346"/>
                  </a:cubicBezTo>
                  <a:cubicBezTo>
                    <a:pt x="1969" y="412"/>
                    <a:pt x="2074" y="491"/>
                    <a:pt x="2163" y="577"/>
                  </a:cubicBezTo>
                  <a:cubicBezTo>
                    <a:pt x="2209" y="623"/>
                    <a:pt x="2255" y="665"/>
                    <a:pt x="2291" y="715"/>
                  </a:cubicBezTo>
                  <a:cubicBezTo>
                    <a:pt x="2331" y="764"/>
                    <a:pt x="2364" y="820"/>
                    <a:pt x="2393" y="873"/>
                  </a:cubicBezTo>
                  <a:cubicBezTo>
                    <a:pt x="2452" y="978"/>
                    <a:pt x="2485" y="1103"/>
                    <a:pt x="2489" y="1225"/>
                  </a:cubicBezTo>
                  <a:lnTo>
                    <a:pt x="2489" y="1307"/>
                  </a:lnTo>
                  <a:lnTo>
                    <a:pt x="2545" y="1251"/>
                  </a:lnTo>
                  <a:cubicBezTo>
                    <a:pt x="2643" y="1152"/>
                    <a:pt x="2772" y="1090"/>
                    <a:pt x="2907" y="1067"/>
                  </a:cubicBezTo>
                  <a:cubicBezTo>
                    <a:pt x="2959" y="1057"/>
                    <a:pt x="3011" y="1052"/>
                    <a:pt x="3063" y="1052"/>
                  </a:cubicBezTo>
                  <a:cubicBezTo>
                    <a:pt x="3150" y="1052"/>
                    <a:pt x="3236" y="1065"/>
                    <a:pt x="3318" y="1090"/>
                  </a:cubicBezTo>
                  <a:cubicBezTo>
                    <a:pt x="3449" y="1133"/>
                    <a:pt x="3578" y="1202"/>
                    <a:pt x="3690" y="1287"/>
                  </a:cubicBezTo>
                  <a:cubicBezTo>
                    <a:pt x="3802" y="1376"/>
                    <a:pt x="3900" y="1478"/>
                    <a:pt x="3989" y="1590"/>
                  </a:cubicBezTo>
                  <a:cubicBezTo>
                    <a:pt x="4167" y="1811"/>
                    <a:pt x="4298" y="2074"/>
                    <a:pt x="4371" y="2350"/>
                  </a:cubicBezTo>
                  <a:cubicBezTo>
                    <a:pt x="4450" y="2627"/>
                    <a:pt x="4470" y="2916"/>
                    <a:pt x="4430" y="3206"/>
                  </a:cubicBezTo>
                  <a:cubicBezTo>
                    <a:pt x="4486" y="2923"/>
                    <a:pt x="4476" y="2627"/>
                    <a:pt x="4410" y="2340"/>
                  </a:cubicBezTo>
                  <a:cubicBezTo>
                    <a:pt x="4338" y="2057"/>
                    <a:pt x="4213" y="1791"/>
                    <a:pt x="4035" y="1557"/>
                  </a:cubicBezTo>
                  <a:cubicBezTo>
                    <a:pt x="3943" y="1442"/>
                    <a:pt x="3841" y="1333"/>
                    <a:pt x="3726" y="1245"/>
                  </a:cubicBezTo>
                  <a:cubicBezTo>
                    <a:pt x="3611" y="1152"/>
                    <a:pt x="3479" y="1080"/>
                    <a:pt x="3334" y="1034"/>
                  </a:cubicBezTo>
                  <a:cubicBezTo>
                    <a:pt x="3246" y="1005"/>
                    <a:pt x="3150" y="989"/>
                    <a:pt x="3053" y="989"/>
                  </a:cubicBezTo>
                  <a:cubicBezTo>
                    <a:pt x="2998" y="989"/>
                    <a:pt x="2944" y="994"/>
                    <a:pt x="2890" y="1004"/>
                  </a:cubicBezTo>
                  <a:cubicBezTo>
                    <a:pt x="2767" y="1029"/>
                    <a:pt x="2649" y="1078"/>
                    <a:pt x="2550" y="1158"/>
                  </a:cubicBezTo>
                  <a:lnTo>
                    <a:pt x="2550" y="1158"/>
                  </a:lnTo>
                  <a:cubicBezTo>
                    <a:pt x="2546" y="1116"/>
                    <a:pt x="2537" y="1075"/>
                    <a:pt x="2525" y="1034"/>
                  </a:cubicBezTo>
                  <a:cubicBezTo>
                    <a:pt x="2508" y="971"/>
                    <a:pt x="2485" y="906"/>
                    <a:pt x="2452" y="850"/>
                  </a:cubicBezTo>
                  <a:cubicBezTo>
                    <a:pt x="2419" y="787"/>
                    <a:pt x="2380" y="735"/>
                    <a:pt x="2341" y="679"/>
                  </a:cubicBezTo>
                  <a:cubicBezTo>
                    <a:pt x="2298" y="626"/>
                    <a:pt x="2255" y="577"/>
                    <a:pt x="2206" y="531"/>
                  </a:cubicBezTo>
                  <a:cubicBezTo>
                    <a:pt x="2110" y="442"/>
                    <a:pt x="2002" y="363"/>
                    <a:pt x="1886" y="297"/>
                  </a:cubicBezTo>
                  <a:cubicBezTo>
                    <a:pt x="1771" y="231"/>
                    <a:pt x="1653" y="178"/>
                    <a:pt x="1531" y="132"/>
                  </a:cubicBezTo>
                  <a:cubicBezTo>
                    <a:pt x="1406" y="86"/>
                    <a:pt x="1278" y="53"/>
                    <a:pt x="1153" y="34"/>
                  </a:cubicBezTo>
                  <a:cubicBezTo>
                    <a:pt x="1032" y="16"/>
                    <a:pt x="915" y="0"/>
                    <a:pt x="7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729" name="Google Shape;729;p34"/>
            <p:cNvSpPr/>
            <p:nvPr/>
          </p:nvSpPr>
          <p:spPr>
            <a:xfrm>
              <a:off x="7828524" y="2507879"/>
              <a:ext cx="123786" cy="346109"/>
            </a:xfrm>
            <a:custGeom>
              <a:avLst/>
              <a:gdLst/>
              <a:ahLst/>
              <a:cxnLst/>
              <a:rect l="l" t="t" r="r" b="b"/>
              <a:pathLst>
                <a:path w="1613" h="4510" extrusionOk="0">
                  <a:moveTo>
                    <a:pt x="0" y="1"/>
                  </a:moveTo>
                  <a:lnTo>
                    <a:pt x="0" y="1"/>
                  </a:lnTo>
                  <a:cubicBezTo>
                    <a:pt x="247" y="44"/>
                    <a:pt x="477" y="149"/>
                    <a:pt x="671" y="307"/>
                  </a:cubicBezTo>
                  <a:cubicBezTo>
                    <a:pt x="869" y="455"/>
                    <a:pt x="1024" y="652"/>
                    <a:pt x="1122" y="876"/>
                  </a:cubicBezTo>
                  <a:cubicBezTo>
                    <a:pt x="1218" y="1100"/>
                    <a:pt x="1254" y="1350"/>
                    <a:pt x="1234" y="1593"/>
                  </a:cubicBezTo>
                  <a:cubicBezTo>
                    <a:pt x="1214" y="1837"/>
                    <a:pt x="1132" y="2074"/>
                    <a:pt x="997" y="2275"/>
                  </a:cubicBezTo>
                  <a:lnTo>
                    <a:pt x="968" y="2321"/>
                  </a:lnTo>
                  <a:lnTo>
                    <a:pt x="1020" y="2331"/>
                  </a:lnTo>
                  <a:cubicBezTo>
                    <a:pt x="1119" y="2350"/>
                    <a:pt x="1211" y="2400"/>
                    <a:pt x="1283" y="2469"/>
                  </a:cubicBezTo>
                  <a:cubicBezTo>
                    <a:pt x="1359" y="2541"/>
                    <a:pt x="1415" y="2627"/>
                    <a:pt x="1458" y="2719"/>
                  </a:cubicBezTo>
                  <a:cubicBezTo>
                    <a:pt x="1497" y="2818"/>
                    <a:pt x="1524" y="2923"/>
                    <a:pt x="1534" y="3025"/>
                  </a:cubicBezTo>
                  <a:cubicBezTo>
                    <a:pt x="1550" y="3127"/>
                    <a:pt x="1557" y="3236"/>
                    <a:pt x="1557" y="3341"/>
                  </a:cubicBezTo>
                  <a:cubicBezTo>
                    <a:pt x="1560" y="3555"/>
                    <a:pt x="1547" y="3769"/>
                    <a:pt x="1494" y="3976"/>
                  </a:cubicBezTo>
                  <a:cubicBezTo>
                    <a:pt x="1464" y="4078"/>
                    <a:pt x="1428" y="4180"/>
                    <a:pt x="1376" y="4272"/>
                  </a:cubicBezTo>
                  <a:cubicBezTo>
                    <a:pt x="1316" y="4361"/>
                    <a:pt x="1247" y="4447"/>
                    <a:pt x="1162" y="4509"/>
                  </a:cubicBezTo>
                  <a:cubicBezTo>
                    <a:pt x="1254" y="4453"/>
                    <a:pt x="1333" y="4374"/>
                    <a:pt x="1392" y="4282"/>
                  </a:cubicBezTo>
                  <a:cubicBezTo>
                    <a:pt x="1451" y="4193"/>
                    <a:pt x="1494" y="4091"/>
                    <a:pt x="1527" y="3986"/>
                  </a:cubicBezTo>
                  <a:cubicBezTo>
                    <a:pt x="1593" y="3779"/>
                    <a:pt x="1609" y="3558"/>
                    <a:pt x="1613" y="3341"/>
                  </a:cubicBezTo>
                  <a:cubicBezTo>
                    <a:pt x="1613" y="3236"/>
                    <a:pt x="1613" y="3127"/>
                    <a:pt x="1599" y="3015"/>
                  </a:cubicBezTo>
                  <a:cubicBezTo>
                    <a:pt x="1590" y="2910"/>
                    <a:pt x="1563" y="2798"/>
                    <a:pt x="1524" y="2696"/>
                  </a:cubicBezTo>
                  <a:cubicBezTo>
                    <a:pt x="1478" y="2594"/>
                    <a:pt x="1415" y="2498"/>
                    <a:pt x="1333" y="2419"/>
                  </a:cubicBezTo>
                  <a:cubicBezTo>
                    <a:pt x="1263" y="2352"/>
                    <a:pt x="1179" y="2300"/>
                    <a:pt x="1085" y="2271"/>
                  </a:cubicBezTo>
                  <a:lnTo>
                    <a:pt x="1085" y="2271"/>
                  </a:lnTo>
                  <a:cubicBezTo>
                    <a:pt x="1212" y="2070"/>
                    <a:pt x="1285" y="1836"/>
                    <a:pt x="1303" y="1597"/>
                  </a:cubicBezTo>
                  <a:cubicBezTo>
                    <a:pt x="1326" y="1343"/>
                    <a:pt x="1283" y="1080"/>
                    <a:pt x="1178" y="850"/>
                  </a:cubicBezTo>
                  <a:cubicBezTo>
                    <a:pt x="1070" y="613"/>
                    <a:pt x="902" y="419"/>
                    <a:pt x="694" y="267"/>
                  </a:cubicBezTo>
                  <a:cubicBezTo>
                    <a:pt x="490" y="126"/>
                    <a:pt x="250" y="27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730" name="Google Shape;730;p34"/>
            <p:cNvSpPr/>
            <p:nvPr/>
          </p:nvSpPr>
          <p:spPr>
            <a:xfrm>
              <a:off x="8085846" y="2388466"/>
              <a:ext cx="203598" cy="436204"/>
            </a:xfrm>
            <a:custGeom>
              <a:avLst/>
              <a:gdLst/>
              <a:ahLst/>
              <a:cxnLst/>
              <a:rect l="l" t="t" r="r" b="b"/>
              <a:pathLst>
                <a:path w="2653" h="5684" extrusionOk="0">
                  <a:moveTo>
                    <a:pt x="0" y="0"/>
                  </a:moveTo>
                  <a:lnTo>
                    <a:pt x="0" y="0"/>
                  </a:lnTo>
                  <a:cubicBezTo>
                    <a:pt x="171" y="27"/>
                    <a:pt x="346" y="76"/>
                    <a:pt x="501" y="165"/>
                  </a:cubicBezTo>
                  <a:cubicBezTo>
                    <a:pt x="662" y="234"/>
                    <a:pt x="813" y="323"/>
                    <a:pt x="955" y="428"/>
                  </a:cubicBezTo>
                  <a:cubicBezTo>
                    <a:pt x="1238" y="635"/>
                    <a:pt x="1468" y="912"/>
                    <a:pt x="1616" y="1224"/>
                  </a:cubicBezTo>
                  <a:cubicBezTo>
                    <a:pt x="1767" y="1537"/>
                    <a:pt x="1833" y="1892"/>
                    <a:pt x="1823" y="2238"/>
                  </a:cubicBezTo>
                  <a:cubicBezTo>
                    <a:pt x="1807" y="2587"/>
                    <a:pt x="1715" y="2932"/>
                    <a:pt x="1544" y="3232"/>
                  </a:cubicBezTo>
                  <a:lnTo>
                    <a:pt x="1527" y="3261"/>
                  </a:lnTo>
                  <a:lnTo>
                    <a:pt x="1554" y="3278"/>
                  </a:lnTo>
                  <a:cubicBezTo>
                    <a:pt x="1758" y="3393"/>
                    <a:pt x="1932" y="3544"/>
                    <a:pt x="2080" y="3722"/>
                  </a:cubicBezTo>
                  <a:cubicBezTo>
                    <a:pt x="2228" y="3896"/>
                    <a:pt x="2353" y="4101"/>
                    <a:pt x="2442" y="4314"/>
                  </a:cubicBezTo>
                  <a:cubicBezTo>
                    <a:pt x="2534" y="4528"/>
                    <a:pt x="2590" y="4759"/>
                    <a:pt x="2613" y="4989"/>
                  </a:cubicBezTo>
                  <a:cubicBezTo>
                    <a:pt x="2633" y="5219"/>
                    <a:pt x="2616" y="5456"/>
                    <a:pt x="2557" y="5683"/>
                  </a:cubicBezTo>
                  <a:cubicBezTo>
                    <a:pt x="2630" y="5456"/>
                    <a:pt x="2653" y="5219"/>
                    <a:pt x="2639" y="4982"/>
                  </a:cubicBezTo>
                  <a:cubicBezTo>
                    <a:pt x="2630" y="4749"/>
                    <a:pt x="2574" y="4515"/>
                    <a:pt x="2488" y="4291"/>
                  </a:cubicBezTo>
                  <a:cubicBezTo>
                    <a:pt x="2403" y="4074"/>
                    <a:pt x="2284" y="3864"/>
                    <a:pt x="2129" y="3679"/>
                  </a:cubicBezTo>
                  <a:cubicBezTo>
                    <a:pt x="1985" y="3503"/>
                    <a:pt x="1813" y="3351"/>
                    <a:pt x="1620" y="3232"/>
                  </a:cubicBezTo>
                  <a:lnTo>
                    <a:pt x="1620" y="3232"/>
                  </a:lnTo>
                  <a:cubicBezTo>
                    <a:pt x="1790" y="2929"/>
                    <a:pt x="1889" y="2582"/>
                    <a:pt x="1896" y="2235"/>
                  </a:cubicBezTo>
                  <a:cubicBezTo>
                    <a:pt x="1909" y="1876"/>
                    <a:pt x="1833" y="1514"/>
                    <a:pt x="1679" y="1192"/>
                  </a:cubicBezTo>
                  <a:cubicBezTo>
                    <a:pt x="1517" y="866"/>
                    <a:pt x="1271" y="589"/>
                    <a:pt x="984" y="385"/>
                  </a:cubicBezTo>
                  <a:cubicBezTo>
                    <a:pt x="839" y="280"/>
                    <a:pt x="678" y="198"/>
                    <a:pt x="514" y="132"/>
                  </a:cubicBezTo>
                  <a:cubicBezTo>
                    <a:pt x="349" y="66"/>
                    <a:pt x="178" y="20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731" name="Google Shape;731;p34"/>
            <p:cNvSpPr/>
            <p:nvPr/>
          </p:nvSpPr>
          <p:spPr>
            <a:xfrm>
              <a:off x="8090604" y="2939716"/>
              <a:ext cx="103909" cy="389008"/>
            </a:xfrm>
            <a:custGeom>
              <a:avLst/>
              <a:gdLst/>
              <a:ahLst/>
              <a:cxnLst/>
              <a:rect l="l" t="t" r="r" b="b"/>
              <a:pathLst>
                <a:path w="1354" h="5069" extrusionOk="0">
                  <a:moveTo>
                    <a:pt x="662" y="1"/>
                  </a:moveTo>
                  <a:cubicBezTo>
                    <a:pt x="906" y="188"/>
                    <a:pt x="1090" y="445"/>
                    <a:pt x="1189" y="731"/>
                  </a:cubicBezTo>
                  <a:cubicBezTo>
                    <a:pt x="1291" y="1014"/>
                    <a:pt x="1320" y="1327"/>
                    <a:pt x="1255" y="1623"/>
                  </a:cubicBezTo>
                  <a:cubicBezTo>
                    <a:pt x="1222" y="1771"/>
                    <a:pt x="1169" y="1909"/>
                    <a:pt x="1093" y="2041"/>
                  </a:cubicBezTo>
                  <a:cubicBezTo>
                    <a:pt x="1021" y="2173"/>
                    <a:pt x="929" y="2298"/>
                    <a:pt x="827" y="2410"/>
                  </a:cubicBezTo>
                  <a:cubicBezTo>
                    <a:pt x="619" y="2633"/>
                    <a:pt x="383" y="2828"/>
                    <a:pt x="142" y="3018"/>
                  </a:cubicBezTo>
                  <a:lnTo>
                    <a:pt x="106" y="3045"/>
                  </a:lnTo>
                  <a:lnTo>
                    <a:pt x="149" y="3071"/>
                  </a:lnTo>
                  <a:cubicBezTo>
                    <a:pt x="320" y="3176"/>
                    <a:pt x="462" y="3334"/>
                    <a:pt x="554" y="3515"/>
                  </a:cubicBezTo>
                  <a:cubicBezTo>
                    <a:pt x="649" y="3696"/>
                    <a:pt x="698" y="3900"/>
                    <a:pt x="682" y="4108"/>
                  </a:cubicBezTo>
                  <a:cubicBezTo>
                    <a:pt x="669" y="4312"/>
                    <a:pt x="593" y="4509"/>
                    <a:pt x="471" y="4680"/>
                  </a:cubicBezTo>
                  <a:cubicBezTo>
                    <a:pt x="356" y="4848"/>
                    <a:pt x="192" y="4983"/>
                    <a:pt x="1" y="5068"/>
                  </a:cubicBezTo>
                  <a:cubicBezTo>
                    <a:pt x="198" y="4996"/>
                    <a:pt x="369" y="4864"/>
                    <a:pt x="498" y="4697"/>
                  </a:cubicBezTo>
                  <a:cubicBezTo>
                    <a:pt x="629" y="4532"/>
                    <a:pt x="712" y="4325"/>
                    <a:pt x="731" y="4111"/>
                  </a:cubicBezTo>
                  <a:cubicBezTo>
                    <a:pt x="751" y="3897"/>
                    <a:pt x="708" y="3680"/>
                    <a:pt x="613" y="3486"/>
                  </a:cubicBezTo>
                  <a:cubicBezTo>
                    <a:pt x="522" y="3310"/>
                    <a:pt x="392" y="3153"/>
                    <a:pt x="228" y="3040"/>
                  </a:cubicBezTo>
                  <a:lnTo>
                    <a:pt x="228" y="3040"/>
                  </a:lnTo>
                  <a:cubicBezTo>
                    <a:pt x="453" y="2862"/>
                    <a:pt x="684" y="2680"/>
                    <a:pt x="879" y="2459"/>
                  </a:cubicBezTo>
                  <a:cubicBezTo>
                    <a:pt x="981" y="2344"/>
                    <a:pt x="1077" y="2215"/>
                    <a:pt x="1149" y="2081"/>
                  </a:cubicBezTo>
                  <a:cubicBezTo>
                    <a:pt x="1228" y="1939"/>
                    <a:pt x="1281" y="1791"/>
                    <a:pt x="1314" y="1640"/>
                  </a:cubicBezTo>
                  <a:cubicBezTo>
                    <a:pt x="1347" y="1482"/>
                    <a:pt x="1353" y="1327"/>
                    <a:pt x="1337" y="1169"/>
                  </a:cubicBezTo>
                  <a:cubicBezTo>
                    <a:pt x="1324" y="1014"/>
                    <a:pt x="1287" y="863"/>
                    <a:pt x="1228" y="718"/>
                  </a:cubicBezTo>
                  <a:cubicBezTo>
                    <a:pt x="1176" y="570"/>
                    <a:pt x="1093" y="439"/>
                    <a:pt x="998" y="313"/>
                  </a:cubicBezTo>
                  <a:cubicBezTo>
                    <a:pt x="906" y="195"/>
                    <a:pt x="787" y="90"/>
                    <a:pt x="6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732" name="Google Shape;732;p34"/>
            <p:cNvSpPr/>
            <p:nvPr/>
          </p:nvSpPr>
          <p:spPr>
            <a:xfrm>
              <a:off x="7993370" y="3319827"/>
              <a:ext cx="337974" cy="283794"/>
            </a:xfrm>
            <a:custGeom>
              <a:avLst/>
              <a:gdLst/>
              <a:ahLst/>
              <a:cxnLst/>
              <a:rect l="l" t="t" r="r" b="b"/>
              <a:pathLst>
                <a:path w="4404" h="3698" extrusionOk="0">
                  <a:moveTo>
                    <a:pt x="4371" y="0"/>
                  </a:moveTo>
                  <a:cubicBezTo>
                    <a:pt x="4387" y="277"/>
                    <a:pt x="4348" y="556"/>
                    <a:pt x="4249" y="810"/>
                  </a:cubicBezTo>
                  <a:cubicBezTo>
                    <a:pt x="4154" y="1066"/>
                    <a:pt x="4002" y="1303"/>
                    <a:pt x="3808" y="1494"/>
                  </a:cubicBezTo>
                  <a:cubicBezTo>
                    <a:pt x="3614" y="1685"/>
                    <a:pt x="3380" y="1833"/>
                    <a:pt x="3127" y="1925"/>
                  </a:cubicBezTo>
                  <a:cubicBezTo>
                    <a:pt x="2915" y="2004"/>
                    <a:pt x="2690" y="2042"/>
                    <a:pt x="2467" y="2042"/>
                  </a:cubicBezTo>
                  <a:cubicBezTo>
                    <a:pt x="2419" y="2042"/>
                    <a:pt x="2372" y="2041"/>
                    <a:pt x="2324" y="2037"/>
                  </a:cubicBezTo>
                  <a:lnTo>
                    <a:pt x="2288" y="2034"/>
                  </a:lnTo>
                  <a:lnTo>
                    <a:pt x="2281" y="2067"/>
                  </a:lnTo>
                  <a:cubicBezTo>
                    <a:pt x="2255" y="2320"/>
                    <a:pt x="2166" y="2574"/>
                    <a:pt x="2031" y="2794"/>
                  </a:cubicBezTo>
                  <a:cubicBezTo>
                    <a:pt x="1896" y="3018"/>
                    <a:pt x="1715" y="3209"/>
                    <a:pt x="1501" y="3357"/>
                  </a:cubicBezTo>
                  <a:cubicBezTo>
                    <a:pt x="1288" y="3505"/>
                    <a:pt x="1041" y="3600"/>
                    <a:pt x="781" y="3646"/>
                  </a:cubicBezTo>
                  <a:cubicBezTo>
                    <a:pt x="673" y="3664"/>
                    <a:pt x="563" y="3673"/>
                    <a:pt x="454" y="3673"/>
                  </a:cubicBezTo>
                  <a:cubicBezTo>
                    <a:pt x="301" y="3673"/>
                    <a:pt x="149" y="3655"/>
                    <a:pt x="1" y="3617"/>
                  </a:cubicBezTo>
                  <a:lnTo>
                    <a:pt x="1" y="3617"/>
                  </a:lnTo>
                  <a:cubicBezTo>
                    <a:pt x="168" y="3672"/>
                    <a:pt x="345" y="3697"/>
                    <a:pt x="522" y="3697"/>
                  </a:cubicBezTo>
                  <a:cubicBezTo>
                    <a:pt x="610" y="3697"/>
                    <a:pt x="697" y="3691"/>
                    <a:pt x="784" y="3679"/>
                  </a:cubicBezTo>
                  <a:cubicBezTo>
                    <a:pt x="1047" y="3640"/>
                    <a:pt x="1304" y="3548"/>
                    <a:pt x="1531" y="3403"/>
                  </a:cubicBezTo>
                  <a:cubicBezTo>
                    <a:pt x="1755" y="3258"/>
                    <a:pt x="1946" y="3057"/>
                    <a:pt x="2084" y="2830"/>
                  </a:cubicBezTo>
                  <a:cubicBezTo>
                    <a:pt x="2222" y="2613"/>
                    <a:pt x="2313" y="2369"/>
                    <a:pt x="2349" y="2112"/>
                  </a:cubicBezTo>
                  <a:lnTo>
                    <a:pt x="2349" y="2112"/>
                  </a:lnTo>
                  <a:cubicBezTo>
                    <a:pt x="2391" y="2115"/>
                    <a:pt x="2433" y="2117"/>
                    <a:pt x="2474" y="2117"/>
                  </a:cubicBezTo>
                  <a:cubicBezTo>
                    <a:pt x="2705" y="2117"/>
                    <a:pt x="2933" y="2071"/>
                    <a:pt x="3147" y="1991"/>
                  </a:cubicBezTo>
                  <a:cubicBezTo>
                    <a:pt x="3410" y="1892"/>
                    <a:pt x="3657" y="1738"/>
                    <a:pt x="3851" y="1534"/>
                  </a:cubicBezTo>
                  <a:cubicBezTo>
                    <a:pt x="4042" y="1333"/>
                    <a:pt x="4190" y="1086"/>
                    <a:pt x="4282" y="823"/>
                  </a:cubicBezTo>
                  <a:cubicBezTo>
                    <a:pt x="4371" y="560"/>
                    <a:pt x="4404" y="277"/>
                    <a:pt x="43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733" name="Google Shape;733;p34"/>
            <p:cNvSpPr/>
            <p:nvPr/>
          </p:nvSpPr>
          <p:spPr>
            <a:xfrm>
              <a:off x="7502441" y="4582490"/>
              <a:ext cx="365294" cy="639725"/>
            </a:xfrm>
            <a:custGeom>
              <a:avLst/>
              <a:gdLst/>
              <a:ahLst/>
              <a:cxnLst/>
              <a:rect l="l" t="t" r="r" b="b"/>
              <a:pathLst>
                <a:path w="4760" h="8336" extrusionOk="0">
                  <a:moveTo>
                    <a:pt x="4759" y="1"/>
                  </a:moveTo>
                  <a:lnTo>
                    <a:pt x="4759" y="1"/>
                  </a:lnTo>
                  <a:cubicBezTo>
                    <a:pt x="4394" y="198"/>
                    <a:pt x="4045" y="428"/>
                    <a:pt x="3716" y="685"/>
                  </a:cubicBezTo>
                  <a:cubicBezTo>
                    <a:pt x="3387" y="939"/>
                    <a:pt x="3078" y="1225"/>
                    <a:pt x="2788" y="1524"/>
                  </a:cubicBezTo>
                  <a:cubicBezTo>
                    <a:pt x="2212" y="2123"/>
                    <a:pt x="1725" y="2814"/>
                    <a:pt x="1324" y="3548"/>
                  </a:cubicBezTo>
                  <a:cubicBezTo>
                    <a:pt x="929" y="4285"/>
                    <a:pt x="626" y="5065"/>
                    <a:pt x="409" y="5871"/>
                  </a:cubicBezTo>
                  <a:cubicBezTo>
                    <a:pt x="300" y="6273"/>
                    <a:pt x="215" y="6681"/>
                    <a:pt x="146" y="7092"/>
                  </a:cubicBezTo>
                  <a:cubicBezTo>
                    <a:pt x="80" y="7503"/>
                    <a:pt x="30" y="7921"/>
                    <a:pt x="1" y="8336"/>
                  </a:cubicBezTo>
                  <a:cubicBezTo>
                    <a:pt x="47" y="7918"/>
                    <a:pt x="103" y="7507"/>
                    <a:pt x="179" y="7105"/>
                  </a:cubicBezTo>
                  <a:cubicBezTo>
                    <a:pt x="251" y="6697"/>
                    <a:pt x="346" y="6289"/>
                    <a:pt x="462" y="5891"/>
                  </a:cubicBezTo>
                  <a:cubicBezTo>
                    <a:pt x="689" y="5095"/>
                    <a:pt x="991" y="4311"/>
                    <a:pt x="1386" y="3584"/>
                  </a:cubicBezTo>
                  <a:cubicBezTo>
                    <a:pt x="1778" y="2857"/>
                    <a:pt x="2262" y="2173"/>
                    <a:pt x="2828" y="1564"/>
                  </a:cubicBezTo>
                  <a:cubicBezTo>
                    <a:pt x="3111" y="1261"/>
                    <a:pt x="3410" y="971"/>
                    <a:pt x="3736" y="711"/>
                  </a:cubicBezTo>
                  <a:cubicBezTo>
                    <a:pt x="4055" y="448"/>
                    <a:pt x="4400" y="215"/>
                    <a:pt x="475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3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3600" noProof="1"/>
              <a:t>Research Question &amp; Dataset</a:t>
            </a:r>
            <a:br>
              <a:rPr lang="en-GB" sz="3600" noProof="1"/>
            </a:br>
            <a:endParaRPr lang="en-GB" noProof="1"/>
          </a:p>
        </p:txBody>
      </p:sp>
      <p:grpSp>
        <p:nvGrpSpPr>
          <p:cNvPr id="26" name="Google Shape;954;p39">
            <a:extLst>
              <a:ext uri="{FF2B5EF4-FFF2-40B4-BE49-F238E27FC236}">
                <a16:creationId xmlns:a16="http://schemas.microsoft.com/office/drawing/2014/main" id="{74B54839-1162-7491-FA19-5684DBB46940}"/>
              </a:ext>
            </a:extLst>
          </p:cNvPr>
          <p:cNvGrpSpPr/>
          <p:nvPr/>
        </p:nvGrpSpPr>
        <p:grpSpPr>
          <a:xfrm>
            <a:off x="277263" y="1611089"/>
            <a:ext cx="442737" cy="440224"/>
            <a:chOff x="3184414" y="1349208"/>
            <a:chExt cx="351100" cy="349107"/>
          </a:xfrm>
        </p:grpSpPr>
        <p:sp>
          <p:nvSpPr>
            <p:cNvPr id="27" name="Google Shape;955;p39">
              <a:extLst>
                <a:ext uri="{FF2B5EF4-FFF2-40B4-BE49-F238E27FC236}">
                  <a16:creationId xmlns:a16="http://schemas.microsoft.com/office/drawing/2014/main" id="{248254D4-9A2A-B8BA-915D-73314108EC7C}"/>
                </a:ext>
              </a:extLst>
            </p:cNvPr>
            <p:cNvSpPr/>
            <p:nvPr/>
          </p:nvSpPr>
          <p:spPr>
            <a:xfrm>
              <a:off x="3184414" y="1636779"/>
              <a:ext cx="61536" cy="61536"/>
            </a:xfrm>
            <a:custGeom>
              <a:avLst/>
              <a:gdLst/>
              <a:ahLst/>
              <a:cxnLst/>
              <a:rect l="l" t="t" r="r" b="b"/>
              <a:pathLst>
                <a:path w="2130" h="2130" extrusionOk="0">
                  <a:moveTo>
                    <a:pt x="1067" y="715"/>
                  </a:moveTo>
                  <a:cubicBezTo>
                    <a:pt x="1260" y="715"/>
                    <a:pt x="1420" y="875"/>
                    <a:pt x="1420" y="1072"/>
                  </a:cubicBezTo>
                  <a:cubicBezTo>
                    <a:pt x="1420" y="1264"/>
                    <a:pt x="1260" y="1425"/>
                    <a:pt x="1067" y="1425"/>
                  </a:cubicBezTo>
                  <a:cubicBezTo>
                    <a:pt x="870" y="1425"/>
                    <a:pt x="710" y="1264"/>
                    <a:pt x="710" y="1072"/>
                  </a:cubicBezTo>
                  <a:cubicBezTo>
                    <a:pt x="719" y="875"/>
                    <a:pt x="870" y="715"/>
                    <a:pt x="1067" y="715"/>
                  </a:cubicBezTo>
                  <a:close/>
                  <a:moveTo>
                    <a:pt x="1067" y="1"/>
                  </a:moveTo>
                  <a:cubicBezTo>
                    <a:pt x="477" y="1"/>
                    <a:pt x="0" y="477"/>
                    <a:pt x="0" y="1063"/>
                  </a:cubicBezTo>
                  <a:cubicBezTo>
                    <a:pt x="10" y="1654"/>
                    <a:pt x="481" y="2130"/>
                    <a:pt x="1067" y="2130"/>
                  </a:cubicBezTo>
                  <a:cubicBezTo>
                    <a:pt x="1649" y="2130"/>
                    <a:pt x="2130" y="1654"/>
                    <a:pt x="2130" y="1063"/>
                  </a:cubicBezTo>
                  <a:cubicBezTo>
                    <a:pt x="2130" y="481"/>
                    <a:pt x="1658" y="1"/>
                    <a:pt x="10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28" name="Google Shape;956;p39">
              <a:extLst>
                <a:ext uri="{FF2B5EF4-FFF2-40B4-BE49-F238E27FC236}">
                  <a16:creationId xmlns:a16="http://schemas.microsoft.com/office/drawing/2014/main" id="{2B586669-B599-4270-50D8-A31A01D52376}"/>
                </a:ext>
              </a:extLst>
            </p:cNvPr>
            <p:cNvSpPr/>
            <p:nvPr/>
          </p:nvSpPr>
          <p:spPr>
            <a:xfrm>
              <a:off x="3287465" y="1411264"/>
              <a:ext cx="184954" cy="204772"/>
            </a:xfrm>
            <a:custGeom>
              <a:avLst/>
              <a:gdLst/>
              <a:ahLst/>
              <a:cxnLst/>
              <a:rect l="l" t="t" r="r" b="b"/>
              <a:pathLst>
                <a:path w="6402" h="7088" extrusionOk="0">
                  <a:moveTo>
                    <a:pt x="3187" y="705"/>
                  </a:moveTo>
                  <a:cubicBezTo>
                    <a:pt x="3544" y="705"/>
                    <a:pt x="3755" y="875"/>
                    <a:pt x="3800" y="893"/>
                  </a:cubicBezTo>
                  <a:cubicBezTo>
                    <a:pt x="3804" y="893"/>
                    <a:pt x="3809" y="893"/>
                    <a:pt x="3814" y="893"/>
                  </a:cubicBezTo>
                  <a:cubicBezTo>
                    <a:pt x="3829" y="893"/>
                    <a:pt x="3852" y="893"/>
                    <a:pt x="3880" y="893"/>
                  </a:cubicBezTo>
                  <a:cubicBezTo>
                    <a:pt x="3993" y="893"/>
                    <a:pt x="4202" y="906"/>
                    <a:pt x="4423" y="1035"/>
                  </a:cubicBezTo>
                  <a:cubicBezTo>
                    <a:pt x="4734" y="1214"/>
                    <a:pt x="4831" y="1465"/>
                    <a:pt x="4858" y="1511"/>
                  </a:cubicBezTo>
                  <a:cubicBezTo>
                    <a:pt x="4899" y="1539"/>
                    <a:pt x="5156" y="1644"/>
                    <a:pt x="5334" y="1946"/>
                  </a:cubicBezTo>
                  <a:cubicBezTo>
                    <a:pt x="5513" y="2257"/>
                    <a:pt x="5472" y="2523"/>
                    <a:pt x="5472" y="2569"/>
                  </a:cubicBezTo>
                  <a:cubicBezTo>
                    <a:pt x="5494" y="2615"/>
                    <a:pt x="5691" y="2880"/>
                    <a:pt x="5691" y="3182"/>
                  </a:cubicBezTo>
                  <a:cubicBezTo>
                    <a:pt x="5691" y="3485"/>
                    <a:pt x="5499" y="3745"/>
                    <a:pt x="5472" y="3796"/>
                  </a:cubicBezTo>
                  <a:cubicBezTo>
                    <a:pt x="5472" y="3851"/>
                    <a:pt x="5517" y="4121"/>
                    <a:pt x="5339" y="4423"/>
                  </a:cubicBezTo>
                  <a:cubicBezTo>
                    <a:pt x="5165" y="4734"/>
                    <a:pt x="4913" y="4831"/>
                    <a:pt x="4867" y="4858"/>
                  </a:cubicBezTo>
                  <a:cubicBezTo>
                    <a:pt x="4835" y="4899"/>
                    <a:pt x="4739" y="5156"/>
                    <a:pt x="4432" y="5330"/>
                  </a:cubicBezTo>
                  <a:cubicBezTo>
                    <a:pt x="4193" y="5462"/>
                    <a:pt x="3979" y="5471"/>
                    <a:pt x="3868" y="5471"/>
                  </a:cubicBezTo>
                  <a:cubicBezTo>
                    <a:pt x="3849" y="5471"/>
                    <a:pt x="3833" y="5471"/>
                    <a:pt x="3821" y="5471"/>
                  </a:cubicBezTo>
                  <a:cubicBezTo>
                    <a:pt x="3812" y="5471"/>
                    <a:pt x="3806" y="5471"/>
                    <a:pt x="3800" y="5472"/>
                  </a:cubicBezTo>
                  <a:cubicBezTo>
                    <a:pt x="3755" y="5495"/>
                    <a:pt x="3544" y="5659"/>
                    <a:pt x="3187" y="5659"/>
                  </a:cubicBezTo>
                  <a:cubicBezTo>
                    <a:pt x="2834" y="5659"/>
                    <a:pt x="2624" y="5490"/>
                    <a:pt x="2578" y="5472"/>
                  </a:cubicBezTo>
                  <a:cubicBezTo>
                    <a:pt x="2575" y="5471"/>
                    <a:pt x="2570" y="5471"/>
                    <a:pt x="2566" y="5471"/>
                  </a:cubicBezTo>
                  <a:cubicBezTo>
                    <a:pt x="2547" y="5471"/>
                    <a:pt x="2519" y="5473"/>
                    <a:pt x="2482" y="5473"/>
                  </a:cubicBezTo>
                  <a:cubicBezTo>
                    <a:pt x="2365" y="5473"/>
                    <a:pt x="2164" y="5458"/>
                    <a:pt x="1951" y="5330"/>
                  </a:cubicBezTo>
                  <a:cubicBezTo>
                    <a:pt x="1644" y="5151"/>
                    <a:pt x="1548" y="4899"/>
                    <a:pt x="1516" y="4854"/>
                  </a:cubicBezTo>
                  <a:cubicBezTo>
                    <a:pt x="1479" y="4826"/>
                    <a:pt x="1218" y="4721"/>
                    <a:pt x="1044" y="4419"/>
                  </a:cubicBezTo>
                  <a:cubicBezTo>
                    <a:pt x="866" y="4112"/>
                    <a:pt x="907" y="3842"/>
                    <a:pt x="907" y="3796"/>
                  </a:cubicBezTo>
                  <a:cubicBezTo>
                    <a:pt x="884" y="3750"/>
                    <a:pt x="710" y="3539"/>
                    <a:pt x="710" y="3182"/>
                  </a:cubicBezTo>
                  <a:cubicBezTo>
                    <a:pt x="710" y="2830"/>
                    <a:pt x="884" y="2615"/>
                    <a:pt x="907" y="2569"/>
                  </a:cubicBezTo>
                  <a:cubicBezTo>
                    <a:pt x="911" y="2518"/>
                    <a:pt x="870" y="2248"/>
                    <a:pt x="1044" y="1946"/>
                  </a:cubicBezTo>
                  <a:cubicBezTo>
                    <a:pt x="1218" y="1639"/>
                    <a:pt x="1470" y="1539"/>
                    <a:pt x="1516" y="1511"/>
                  </a:cubicBezTo>
                  <a:cubicBezTo>
                    <a:pt x="1548" y="1470"/>
                    <a:pt x="1648" y="1214"/>
                    <a:pt x="1951" y="1035"/>
                  </a:cubicBezTo>
                  <a:cubicBezTo>
                    <a:pt x="2190" y="903"/>
                    <a:pt x="2404" y="893"/>
                    <a:pt x="2513" y="893"/>
                  </a:cubicBezTo>
                  <a:cubicBezTo>
                    <a:pt x="2531" y="893"/>
                    <a:pt x="2547" y="894"/>
                    <a:pt x="2559" y="894"/>
                  </a:cubicBezTo>
                  <a:cubicBezTo>
                    <a:pt x="2567" y="894"/>
                    <a:pt x="2573" y="893"/>
                    <a:pt x="2578" y="893"/>
                  </a:cubicBezTo>
                  <a:cubicBezTo>
                    <a:pt x="2624" y="870"/>
                    <a:pt x="2834" y="705"/>
                    <a:pt x="3187" y="705"/>
                  </a:cubicBezTo>
                  <a:close/>
                  <a:moveTo>
                    <a:pt x="3187" y="0"/>
                  </a:moveTo>
                  <a:cubicBezTo>
                    <a:pt x="2908" y="0"/>
                    <a:pt x="2633" y="69"/>
                    <a:pt x="2386" y="197"/>
                  </a:cubicBezTo>
                  <a:cubicBezTo>
                    <a:pt x="2111" y="206"/>
                    <a:pt x="1836" y="289"/>
                    <a:pt x="1598" y="431"/>
                  </a:cubicBezTo>
                  <a:cubicBezTo>
                    <a:pt x="1355" y="568"/>
                    <a:pt x="1149" y="769"/>
                    <a:pt x="998" y="998"/>
                  </a:cubicBezTo>
                  <a:cubicBezTo>
                    <a:pt x="760" y="1145"/>
                    <a:pt x="568" y="1351"/>
                    <a:pt x="431" y="1598"/>
                  </a:cubicBezTo>
                  <a:cubicBezTo>
                    <a:pt x="293" y="1836"/>
                    <a:pt x="211" y="2111"/>
                    <a:pt x="197" y="2386"/>
                  </a:cubicBezTo>
                  <a:cubicBezTo>
                    <a:pt x="69" y="2633"/>
                    <a:pt x="0" y="2908"/>
                    <a:pt x="0" y="3187"/>
                  </a:cubicBezTo>
                  <a:cubicBezTo>
                    <a:pt x="0" y="3471"/>
                    <a:pt x="69" y="3745"/>
                    <a:pt x="197" y="3988"/>
                  </a:cubicBezTo>
                  <a:cubicBezTo>
                    <a:pt x="206" y="4263"/>
                    <a:pt x="289" y="4538"/>
                    <a:pt x="431" y="4780"/>
                  </a:cubicBezTo>
                  <a:cubicBezTo>
                    <a:pt x="568" y="5018"/>
                    <a:pt x="769" y="5224"/>
                    <a:pt x="998" y="5380"/>
                  </a:cubicBezTo>
                  <a:cubicBezTo>
                    <a:pt x="1113" y="5554"/>
                    <a:pt x="1255" y="5705"/>
                    <a:pt x="1420" y="5833"/>
                  </a:cubicBezTo>
                  <a:lnTo>
                    <a:pt x="1420" y="7088"/>
                  </a:lnTo>
                  <a:lnTo>
                    <a:pt x="2129" y="7088"/>
                  </a:lnTo>
                  <a:lnTo>
                    <a:pt x="2129" y="6154"/>
                  </a:lnTo>
                  <a:cubicBezTo>
                    <a:pt x="2216" y="6172"/>
                    <a:pt x="2303" y="6181"/>
                    <a:pt x="2386" y="6186"/>
                  </a:cubicBezTo>
                  <a:cubicBezTo>
                    <a:pt x="2633" y="6314"/>
                    <a:pt x="2908" y="6383"/>
                    <a:pt x="3187" y="6383"/>
                  </a:cubicBezTo>
                  <a:cubicBezTo>
                    <a:pt x="3471" y="6383"/>
                    <a:pt x="3745" y="6314"/>
                    <a:pt x="3988" y="6186"/>
                  </a:cubicBezTo>
                  <a:cubicBezTo>
                    <a:pt x="4075" y="6181"/>
                    <a:pt x="4162" y="6172"/>
                    <a:pt x="4249" y="6154"/>
                  </a:cubicBezTo>
                  <a:lnTo>
                    <a:pt x="4249" y="7088"/>
                  </a:lnTo>
                  <a:lnTo>
                    <a:pt x="4959" y="7088"/>
                  </a:lnTo>
                  <a:lnTo>
                    <a:pt x="4959" y="5833"/>
                  </a:lnTo>
                  <a:cubicBezTo>
                    <a:pt x="5124" y="5705"/>
                    <a:pt x="5266" y="5559"/>
                    <a:pt x="5380" y="5380"/>
                  </a:cubicBezTo>
                  <a:cubicBezTo>
                    <a:pt x="5614" y="5234"/>
                    <a:pt x="5810" y="5028"/>
                    <a:pt x="5948" y="4780"/>
                  </a:cubicBezTo>
                  <a:cubicBezTo>
                    <a:pt x="6085" y="4538"/>
                    <a:pt x="6163" y="4263"/>
                    <a:pt x="6181" y="3988"/>
                  </a:cubicBezTo>
                  <a:cubicBezTo>
                    <a:pt x="6323" y="3723"/>
                    <a:pt x="6401" y="3452"/>
                    <a:pt x="6401" y="3187"/>
                  </a:cubicBezTo>
                  <a:cubicBezTo>
                    <a:pt x="6401" y="2926"/>
                    <a:pt x="6323" y="2656"/>
                    <a:pt x="6181" y="2386"/>
                  </a:cubicBezTo>
                  <a:cubicBezTo>
                    <a:pt x="6172" y="2111"/>
                    <a:pt x="6090" y="1836"/>
                    <a:pt x="5948" y="1598"/>
                  </a:cubicBezTo>
                  <a:cubicBezTo>
                    <a:pt x="5810" y="1355"/>
                    <a:pt x="5609" y="1149"/>
                    <a:pt x="5380" y="998"/>
                  </a:cubicBezTo>
                  <a:cubicBezTo>
                    <a:pt x="5234" y="760"/>
                    <a:pt x="5027" y="568"/>
                    <a:pt x="4780" y="431"/>
                  </a:cubicBezTo>
                  <a:cubicBezTo>
                    <a:pt x="4538" y="293"/>
                    <a:pt x="4263" y="211"/>
                    <a:pt x="3988" y="197"/>
                  </a:cubicBezTo>
                  <a:cubicBezTo>
                    <a:pt x="3745" y="69"/>
                    <a:pt x="3471" y="0"/>
                    <a:pt x="318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29" name="Google Shape;957;p39">
              <a:extLst>
                <a:ext uri="{FF2B5EF4-FFF2-40B4-BE49-F238E27FC236}">
                  <a16:creationId xmlns:a16="http://schemas.microsoft.com/office/drawing/2014/main" id="{05D5B956-843F-3F92-7700-E3570651BC26}"/>
                </a:ext>
              </a:extLst>
            </p:cNvPr>
            <p:cNvSpPr/>
            <p:nvPr/>
          </p:nvSpPr>
          <p:spPr>
            <a:xfrm>
              <a:off x="3328315" y="1472626"/>
              <a:ext cx="102415" cy="81961"/>
            </a:xfrm>
            <a:custGeom>
              <a:avLst/>
              <a:gdLst/>
              <a:ahLst/>
              <a:cxnLst/>
              <a:rect l="l" t="t" r="r" b="b"/>
              <a:pathLst>
                <a:path w="3545" h="2837" extrusionOk="0">
                  <a:moveTo>
                    <a:pt x="2130" y="710"/>
                  </a:moveTo>
                  <a:lnTo>
                    <a:pt x="2130" y="1763"/>
                  </a:lnTo>
                  <a:cubicBezTo>
                    <a:pt x="2130" y="1947"/>
                    <a:pt x="1997" y="2107"/>
                    <a:pt x="1814" y="2125"/>
                  </a:cubicBezTo>
                  <a:cubicBezTo>
                    <a:pt x="1801" y="2127"/>
                    <a:pt x="1788" y="2127"/>
                    <a:pt x="1776" y="2127"/>
                  </a:cubicBezTo>
                  <a:cubicBezTo>
                    <a:pt x="1582" y="2127"/>
                    <a:pt x="1420" y="1966"/>
                    <a:pt x="1420" y="1773"/>
                  </a:cubicBezTo>
                  <a:lnTo>
                    <a:pt x="1420" y="710"/>
                  </a:lnTo>
                  <a:close/>
                  <a:moveTo>
                    <a:pt x="1" y="1"/>
                  </a:moveTo>
                  <a:lnTo>
                    <a:pt x="1" y="710"/>
                  </a:lnTo>
                  <a:lnTo>
                    <a:pt x="711" y="710"/>
                  </a:lnTo>
                  <a:lnTo>
                    <a:pt x="711" y="1759"/>
                  </a:lnTo>
                  <a:cubicBezTo>
                    <a:pt x="711" y="2313"/>
                    <a:pt x="1164" y="2803"/>
                    <a:pt x="1713" y="2835"/>
                  </a:cubicBezTo>
                  <a:cubicBezTo>
                    <a:pt x="1732" y="2836"/>
                    <a:pt x="1751" y="2836"/>
                    <a:pt x="1770" y="2836"/>
                  </a:cubicBezTo>
                  <a:cubicBezTo>
                    <a:pt x="2354" y="2836"/>
                    <a:pt x="2835" y="2358"/>
                    <a:pt x="2835" y="1773"/>
                  </a:cubicBezTo>
                  <a:lnTo>
                    <a:pt x="2835" y="710"/>
                  </a:lnTo>
                  <a:lnTo>
                    <a:pt x="3545" y="710"/>
                  </a:lnTo>
                  <a:lnTo>
                    <a:pt x="354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30" name="Google Shape;958;p39">
              <a:extLst>
                <a:ext uri="{FF2B5EF4-FFF2-40B4-BE49-F238E27FC236}">
                  <a16:creationId xmlns:a16="http://schemas.microsoft.com/office/drawing/2014/main" id="{63239CAF-F7AD-82C7-2C0C-55A45132AC99}"/>
                </a:ext>
              </a:extLst>
            </p:cNvPr>
            <p:cNvSpPr/>
            <p:nvPr/>
          </p:nvSpPr>
          <p:spPr>
            <a:xfrm>
              <a:off x="3224224" y="1349208"/>
              <a:ext cx="311290" cy="327815"/>
            </a:xfrm>
            <a:custGeom>
              <a:avLst/>
              <a:gdLst/>
              <a:ahLst/>
              <a:cxnLst/>
              <a:rect l="l" t="t" r="r" b="b"/>
              <a:pathLst>
                <a:path w="10775" h="11347" extrusionOk="0">
                  <a:moveTo>
                    <a:pt x="5376" y="706"/>
                  </a:moveTo>
                  <a:cubicBezTo>
                    <a:pt x="6557" y="706"/>
                    <a:pt x="7157" y="1489"/>
                    <a:pt x="7244" y="1548"/>
                  </a:cubicBezTo>
                  <a:cubicBezTo>
                    <a:pt x="7390" y="1507"/>
                    <a:pt x="7601" y="1416"/>
                    <a:pt x="7853" y="1416"/>
                  </a:cubicBezTo>
                  <a:cubicBezTo>
                    <a:pt x="8631" y="1416"/>
                    <a:pt x="9295" y="2075"/>
                    <a:pt x="9295" y="2858"/>
                  </a:cubicBezTo>
                  <a:cubicBezTo>
                    <a:pt x="9295" y="3110"/>
                    <a:pt x="9208" y="3320"/>
                    <a:pt x="9167" y="3471"/>
                  </a:cubicBezTo>
                  <a:cubicBezTo>
                    <a:pt x="9213" y="3549"/>
                    <a:pt x="10215" y="4245"/>
                    <a:pt x="9977" y="6013"/>
                  </a:cubicBezTo>
                  <a:cubicBezTo>
                    <a:pt x="9794" y="7368"/>
                    <a:pt x="9172" y="7908"/>
                    <a:pt x="9167" y="7908"/>
                  </a:cubicBezTo>
                  <a:cubicBezTo>
                    <a:pt x="9208" y="8055"/>
                    <a:pt x="9295" y="8265"/>
                    <a:pt x="9295" y="8517"/>
                  </a:cubicBezTo>
                  <a:cubicBezTo>
                    <a:pt x="9295" y="9295"/>
                    <a:pt x="8650" y="9936"/>
                    <a:pt x="7853" y="9936"/>
                  </a:cubicBezTo>
                  <a:cubicBezTo>
                    <a:pt x="7601" y="9936"/>
                    <a:pt x="7390" y="9845"/>
                    <a:pt x="7244" y="9808"/>
                  </a:cubicBezTo>
                  <a:cubicBezTo>
                    <a:pt x="7162" y="9859"/>
                    <a:pt x="6557" y="10646"/>
                    <a:pt x="5376" y="10646"/>
                  </a:cubicBezTo>
                  <a:cubicBezTo>
                    <a:pt x="4199" y="10646"/>
                    <a:pt x="3599" y="9863"/>
                    <a:pt x="3512" y="9808"/>
                  </a:cubicBezTo>
                  <a:cubicBezTo>
                    <a:pt x="3361" y="9845"/>
                    <a:pt x="3151" y="9936"/>
                    <a:pt x="2899" y="9936"/>
                  </a:cubicBezTo>
                  <a:cubicBezTo>
                    <a:pt x="2121" y="9936"/>
                    <a:pt x="1479" y="9305"/>
                    <a:pt x="1479" y="8517"/>
                  </a:cubicBezTo>
                  <a:cubicBezTo>
                    <a:pt x="1479" y="8265"/>
                    <a:pt x="1571" y="8055"/>
                    <a:pt x="1612" y="7908"/>
                  </a:cubicBezTo>
                  <a:cubicBezTo>
                    <a:pt x="1571" y="7821"/>
                    <a:pt x="564" y="7134"/>
                    <a:pt x="797" y="5367"/>
                  </a:cubicBezTo>
                  <a:cubicBezTo>
                    <a:pt x="980" y="4007"/>
                    <a:pt x="1603" y="3471"/>
                    <a:pt x="1612" y="3471"/>
                  </a:cubicBezTo>
                  <a:cubicBezTo>
                    <a:pt x="1571" y="3320"/>
                    <a:pt x="1479" y="3110"/>
                    <a:pt x="1479" y="2858"/>
                  </a:cubicBezTo>
                  <a:cubicBezTo>
                    <a:pt x="1479" y="2061"/>
                    <a:pt x="2116" y="1416"/>
                    <a:pt x="2899" y="1416"/>
                  </a:cubicBezTo>
                  <a:cubicBezTo>
                    <a:pt x="3151" y="1416"/>
                    <a:pt x="3361" y="1507"/>
                    <a:pt x="3512" y="1548"/>
                  </a:cubicBezTo>
                  <a:cubicBezTo>
                    <a:pt x="3590" y="1498"/>
                    <a:pt x="4199" y="706"/>
                    <a:pt x="5376" y="706"/>
                  </a:cubicBezTo>
                  <a:close/>
                  <a:moveTo>
                    <a:pt x="5380" y="1"/>
                  </a:moveTo>
                  <a:cubicBezTo>
                    <a:pt x="4625" y="1"/>
                    <a:pt x="3906" y="271"/>
                    <a:pt x="3329" y="756"/>
                  </a:cubicBezTo>
                  <a:cubicBezTo>
                    <a:pt x="3178" y="724"/>
                    <a:pt x="3041" y="706"/>
                    <a:pt x="2903" y="706"/>
                  </a:cubicBezTo>
                  <a:cubicBezTo>
                    <a:pt x="1736" y="706"/>
                    <a:pt x="779" y="1672"/>
                    <a:pt x="779" y="2853"/>
                  </a:cubicBezTo>
                  <a:cubicBezTo>
                    <a:pt x="779" y="2991"/>
                    <a:pt x="797" y="3133"/>
                    <a:pt x="834" y="3288"/>
                  </a:cubicBezTo>
                  <a:cubicBezTo>
                    <a:pt x="536" y="3696"/>
                    <a:pt x="220" y="4442"/>
                    <a:pt x="106" y="5266"/>
                  </a:cubicBezTo>
                  <a:cubicBezTo>
                    <a:pt x="1" y="6058"/>
                    <a:pt x="46" y="7176"/>
                    <a:pt x="825" y="8096"/>
                  </a:cubicBezTo>
                  <a:cubicBezTo>
                    <a:pt x="793" y="8242"/>
                    <a:pt x="774" y="8380"/>
                    <a:pt x="774" y="8517"/>
                  </a:cubicBezTo>
                  <a:cubicBezTo>
                    <a:pt x="774" y="9694"/>
                    <a:pt x="1731" y="10641"/>
                    <a:pt x="2899" y="10641"/>
                  </a:cubicBezTo>
                  <a:cubicBezTo>
                    <a:pt x="3036" y="10641"/>
                    <a:pt x="3174" y="10623"/>
                    <a:pt x="3320" y="10591"/>
                  </a:cubicBezTo>
                  <a:cubicBezTo>
                    <a:pt x="3902" y="11081"/>
                    <a:pt x="4620" y="11347"/>
                    <a:pt x="5376" y="11347"/>
                  </a:cubicBezTo>
                  <a:cubicBezTo>
                    <a:pt x="6131" y="11347"/>
                    <a:pt x="6855" y="11076"/>
                    <a:pt x="7432" y="10591"/>
                  </a:cubicBezTo>
                  <a:cubicBezTo>
                    <a:pt x="7578" y="10623"/>
                    <a:pt x="7716" y="10641"/>
                    <a:pt x="7853" y="10641"/>
                  </a:cubicBezTo>
                  <a:cubicBezTo>
                    <a:pt x="9034" y="10641"/>
                    <a:pt x="10000" y="9685"/>
                    <a:pt x="10000" y="8517"/>
                  </a:cubicBezTo>
                  <a:cubicBezTo>
                    <a:pt x="10000" y="8380"/>
                    <a:pt x="9982" y="8238"/>
                    <a:pt x="9950" y="8082"/>
                  </a:cubicBezTo>
                  <a:cubicBezTo>
                    <a:pt x="10248" y="7679"/>
                    <a:pt x="10563" y="6928"/>
                    <a:pt x="10669" y="6104"/>
                  </a:cubicBezTo>
                  <a:cubicBezTo>
                    <a:pt x="10774" y="5312"/>
                    <a:pt x="10728" y="4199"/>
                    <a:pt x="9950" y="3275"/>
                  </a:cubicBezTo>
                  <a:cubicBezTo>
                    <a:pt x="9991" y="3133"/>
                    <a:pt x="10009" y="2991"/>
                    <a:pt x="10009" y="2853"/>
                  </a:cubicBezTo>
                  <a:cubicBezTo>
                    <a:pt x="10009" y="1681"/>
                    <a:pt x="9034" y="706"/>
                    <a:pt x="7862" y="706"/>
                  </a:cubicBezTo>
                  <a:cubicBezTo>
                    <a:pt x="7725" y="706"/>
                    <a:pt x="7587" y="724"/>
                    <a:pt x="7436" y="756"/>
                  </a:cubicBezTo>
                  <a:cubicBezTo>
                    <a:pt x="6859" y="266"/>
                    <a:pt x="6136" y="1"/>
                    <a:pt x="538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</p:grpSp>
      <p:sp>
        <p:nvSpPr>
          <p:cNvPr id="33" name="Textfeld 32">
            <a:extLst>
              <a:ext uri="{FF2B5EF4-FFF2-40B4-BE49-F238E27FC236}">
                <a16:creationId xmlns:a16="http://schemas.microsoft.com/office/drawing/2014/main" id="{AB9736BD-5B67-2B92-AA1E-CC98E3999BB4}"/>
              </a:ext>
            </a:extLst>
          </p:cNvPr>
          <p:cNvSpPr txBox="1"/>
          <p:nvPr/>
        </p:nvSpPr>
        <p:spPr>
          <a:xfrm>
            <a:off x="-1078831" y="1637779"/>
            <a:ext cx="62804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A33"/>
              </a:buClr>
              <a:buSzPts val="2400"/>
              <a:buFont typeface="Bebas Neue"/>
              <a:buNone/>
              <a:tabLst/>
              <a:defRPr/>
            </a:pPr>
            <a:r>
              <a:rPr kumimoji="0" lang="en-GB" sz="2000" b="0" i="0" u="none" strike="noStrike" kern="0" cap="none" spc="0" normalizeH="0" baseline="0" noProof="1">
                <a:ln>
                  <a:noFill/>
                </a:ln>
                <a:solidFill>
                  <a:srgbClr val="395AC3"/>
                </a:solidFill>
                <a:effectLst/>
                <a:uLnTx/>
                <a:uFillTx/>
                <a:latin typeface="Poppins ExtraBold"/>
                <a:cs typeface="Poppins ExtraBold"/>
                <a:sym typeface="Poppins ExtraBold"/>
              </a:rPr>
              <a:t>Research Question</a:t>
            </a: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71E66C8D-2C77-EE70-0518-DF531800CFDD}"/>
              </a:ext>
            </a:extLst>
          </p:cNvPr>
          <p:cNvSpPr txBox="1"/>
          <p:nvPr/>
        </p:nvSpPr>
        <p:spPr>
          <a:xfrm>
            <a:off x="230891" y="2271872"/>
            <a:ext cx="425240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Clr>
                <a:srgbClr val="0C0A33"/>
              </a:buClr>
              <a:buSzPts val="1400"/>
              <a:defRPr/>
            </a:pPr>
            <a:r>
              <a:rPr lang="en-GB" sz="2000" noProof="1">
                <a:solidFill>
                  <a:schemeClr val="tx1"/>
                </a:solidFill>
              </a:rPr>
              <a:t>Can lifestyle and academic factors such as sleep duration, academic pressure and financial stress be used to predict depression in university students?</a:t>
            </a:r>
            <a:endParaRPr kumimoji="0" lang="en-GB" sz="20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tamaran"/>
              <a:cs typeface="Catamaran"/>
              <a:sym typeface="Catamaran"/>
            </a:endParaRPr>
          </a:p>
        </p:txBody>
      </p:sp>
      <p:cxnSp>
        <p:nvCxnSpPr>
          <p:cNvPr id="37" name="Gerade Verbindung 36">
            <a:extLst>
              <a:ext uri="{FF2B5EF4-FFF2-40B4-BE49-F238E27FC236}">
                <a16:creationId xmlns:a16="http://schemas.microsoft.com/office/drawing/2014/main" id="{21947971-0A3F-A17F-C8DA-CC7E158A97A3}"/>
              </a:ext>
            </a:extLst>
          </p:cNvPr>
          <p:cNvCxnSpPr>
            <a:cxnSpLocks/>
          </p:cNvCxnSpPr>
          <p:nvPr/>
        </p:nvCxnSpPr>
        <p:spPr>
          <a:xfrm>
            <a:off x="4483296" y="1403796"/>
            <a:ext cx="0" cy="3747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feld 38">
            <a:extLst>
              <a:ext uri="{FF2B5EF4-FFF2-40B4-BE49-F238E27FC236}">
                <a16:creationId xmlns:a16="http://schemas.microsoft.com/office/drawing/2014/main" id="{FD0FCD3D-EF05-CA22-661C-61D12245DD0C}"/>
              </a:ext>
            </a:extLst>
          </p:cNvPr>
          <p:cNvSpPr txBox="1"/>
          <p:nvPr/>
        </p:nvSpPr>
        <p:spPr>
          <a:xfrm>
            <a:off x="3674587" y="1689341"/>
            <a:ext cx="62804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A33"/>
              </a:buClr>
              <a:buSzPts val="2400"/>
              <a:buFont typeface="Bebas Neue"/>
              <a:buNone/>
              <a:tabLst/>
              <a:defRPr/>
            </a:pPr>
            <a:r>
              <a:rPr kumimoji="0" lang="en-GB" sz="2000" b="0" i="0" u="none" strike="noStrike" kern="0" cap="none" spc="0" normalizeH="0" baseline="0" noProof="1">
                <a:ln>
                  <a:noFill/>
                </a:ln>
                <a:solidFill>
                  <a:srgbClr val="395AC3"/>
                </a:solidFill>
                <a:effectLst/>
                <a:uLnTx/>
                <a:uFillTx/>
                <a:latin typeface="Poppins ExtraBold"/>
                <a:cs typeface="Poppins ExtraBold"/>
                <a:sym typeface="Poppins ExtraBold"/>
              </a:rPr>
              <a:t>Dataset</a:t>
            </a:r>
          </a:p>
        </p:txBody>
      </p:sp>
      <p:sp>
        <p:nvSpPr>
          <p:cNvPr id="40" name="Google Shape;1928;p59">
            <a:extLst>
              <a:ext uri="{FF2B5EF4-FFF2-40B4-BE49-F238E27FC236}">
                <a16:creationId xmlns:a16="http://schemas.microsoft.com/office/drawing/2014/main" id="{A226E4A0-FCA8-48B7-739C-29AC4FE1CF08}"/>
              </a:ext>
            </a:extLst>
          </p:cNvPr>
          <p:cNvSpPr/>
          <p:nvPr/>
        </p:nvSpPr>
        <p:spPr>
          <a:xfrm>
            <a:off x="5749409" y="1689341"/>
            <a:ext cx="378676" cy="361971"/>
          </a:xfrm>
          <a:custGeom>
            <a:avLst/>
            <a:gdLst/>
            <a:ahLst/>
            <a:cxnLst/>
            <a:rect l="l" t="t" r="r" b="b"/>
            <a:pathLst>
              <a:path w="12093" h="9918" extrusionOk="0">
                <a:moveTo>
                  <a:pt x="6053" y="701"/>
                </a:moveTo>
                <a:cubicBezTo>
                  <a:pt x="7033" y="701"/>
                  <a:pt x="7830" y="1497"/>
                  <a:pt x="7830" y="2477"/>
                </a:cubicBezTo>
                <a:cubicBezTo>
                  <a:pt x="7830" y="2839"/>
                  <a:pt x="7720" y="3173"/>
                  <a:pt x="7537" y="3457"/>
                </a:cubicBezTo>
                <a:lnTo>
                  <a:pt x="5083" y="998"/>
                </a:lnTo>
                <a:cubicBezTo>
                  <a:pt x="5358" y="811"/>
                  <a:pt x="5692" y="701"/>
                  <a:pt x="6053" y="701"/>
                </a:cubicBezTo>
                <a:close/>
                <a:moveTo>
                  <a:pt x="4575" y="1497"/>
                </a:moveTo>
                <a:lnTo>
                  <a:pt x="7033" y="3952"/>
                </a:lnTo>
                <a:cubicBezTo>
                  <a:pt x="6749" y="4135"/>
                  <a:pt x="6415" y="4245"/>
                  <a:pt x="6053" y="4245"/>
                </a:cubicBezTo>
                <a:cubicBezTo>
                  <a:pt x="5074" y="4245"/>
                  <a:pt x="4277" y="3448"/>
                  <a:pt x="4277" y="2473"/>
                </a:cubicBezTo>
                <a:cubicBezTo>
                  <a:pt x="4282" y="2111"/>
                  <a:pt x="4387" y="1777"/>
                  <a:pt x="4575" y="1497"/>
                </a:cubicBezTo>
                <a:close/>
                <a:moveTo>
                  <a:pt x="11392" y="2825"/>
                </a:moveTo>
                <a:lnTo>
                  <a:pt x="11392" y="3004"/>
                </a:lnTo>
                <a:lnTo>
                  <a:pt x="6053" y="6992"/>
                </a:lnTo>
                <a:lnTo>
                  <a:pt x="715" y="3004"/>
                </a:lnTo>
                <a:lnTo>
                  <a:pt x="715" y="2825"/>
                </a:lnTo>
                <a:lnTo>
                  <a:pt x="3599" y="2825"/>
                </a:lnTo>
                <a:cubicBezTo>
                  <a:pt x="3769" y="4029"/>
                  <a:pt x="4804" y="4950"/>
                  <a:pt x="6053" y="4950"/>
                </a:cubicBezTo>
                <a:cubicBezTo>
                  <a:pt x="7303" y="4950"/>
                  <a:pt x="8338" y="4020"/>
                  <a:pt x="8508" y="2825"/>
                </a:cubicBezTo>
                <a:close/>
                <a:moveTo>
                  <a:pt x="11392" y="3887"/>
                </a:moveTo>
                <a:lnTo>
                  <a:pt x="11392" y="9208"/>
                </a:lnTo>
                <a:lnTo>
                  <a:pt x="715" y="9208"/>
                </a:lnTo>
                <a:lnTo>
                  <a:pt x="715" y="3887"/>
                </a:lnTo>
                <a:lnTo>
                  <a:pt x="6053" y="7880"/>
                </a:lnTo>
                <a:lnTo>
                  <a:pt x="11392" y="3887"/>
                </a:lnTo>
                <a:close/>
                <a:moveTo>
                  <a:pt x="6049" y="0"/>
                </a:moveTo>
                <a:cubicBezTo>
                  <a:pt x="4799" y="0"/>
                  <a:pt x="3764" y="925"/>
                  <a:pt x="3595" y="2120"/>
                </a:cubicBezTo>
                <a:lnTo>
                  <a:pt x="1" y="2120"/>
                </a:lnTo>
                <a:lnTo>
                  <a:pt x="1" y="9917"/>
                </a:lnTo>
                <a:lnTo>
                  <a:pt x="12093" y="9917"/>
                </a:lnTo>
                <a:lnTo>
                  <a:pt x="12093" y="2120"/>
                </a:lnTo>
                <a:lnTo>
                  <a:pt x="8503" y="2120"/>
                </a:lnTo>
                <a:cubicBezTo>
                  <a:pt x="8334" y="921"/>
                  <a:pt x="7294" y="0"/>
                  <a:pt x="6049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noProof="1"/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C0D77654-7F4A-9BC7-8C31-5B73A112066E}"/>
              </a:ext>
            </a:extLst>
          </p:cNvPr>
          <p:cNvSpPr txBox="1"/>
          <p:nvPr/>
        </p:nvSpPr>
        <p:spPr>
          <a:xfrm>
            <a:off x="4523875" y="2139531"/>
            <a:ext cx="462012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Clr>
                <a:srgbClr val="0C0A33"/>
              </a:buClr>
              <a:buSzPts val="1400"/>
              <a:defRPr/>
            </a:pPr>
            <a:r>
              <a:rPr kumimoji="0" lang="en-GB" sz="1800" b="1" i="0" u="none" strike="noStrike" kern="0" cap="none" spc="0" normalizeH="0" baseline="0" noProof="1">
                <a:ln>
                  <a:noFill/>
                </a:ln>
                <a:solidFill>
                  <a:srgbClr val="0C0A33"/>
                </a:solidFill>
                <a:effectLst/>
                <a:uLnTx/>
                <a:uFillTx/>
                <a:latin typeface="Catamaran"/>
                <a:cs typeface="Catamaran"/>
                <a:sym typeface="Catamaran"/>
              </a:rPr>
              <a:t>Source</a:t>
            </a:r>
            <a:r>
              <a:rPr kumimoji="0" lang="en-GB" sz="1800" b="0" i="0" u="none" strike="noStrike" kern="0" cap="none" spc="0" normalizeH="0" baseline="0" noProof="1">
                <a:ln>
                  <a:noFill/>
                </a:ln>
                <a:solidFill>
                  <a:srgbClr val="0C0A33"/>
                </a:solidFill>
                <a:effectLst/>
                <a:uLnTx/>
                <a:uFillTx/>
                <a:latin typeface="Catamaran"/>
                <a:cs typeface="Catamaran"/>
                <a:sym typeface="Catamaran"/>
              </a:rPr>
              <a:t>: Kaggle- Student Depression Dataset</a:t>
            </a:r>
          </a:p>
          <a:p>
            <a:pPr lvl="0">
              <a:buClr>
                <a:srgbClr val="0C0A33"/>
              </a:buClr>
              <a:buSzPts val="1400"/>
              <a:defRPr/>
            </a:pPr>
            <a:r>
              <a:rPr lang="en-GB" sz="1800" b="1" noProof="1">
                <a:solidFill>
                  <a:srgbClr val="0C0A33"/>
                </a:solidFill>
                <a:latin typeface="Catamaran"/>
                <a:cs typeface="Catamaran"/>
                <a:sym typeface="Catamaran"/>
              </a:rPr>
              <a:t>Entries</a:t>
            </a:r>
            <a:r>
              <a:rPr lang="en-GB" sz="1800" noProof="1">
                <a:solidFill>
                  <a:srgbClr val="0C0A33"/>
                </a:solidFill>
                <a:latin typeface="Catamaran"/>
                <a:cs typeface="Catamaran"/>
                <a:sym typeface="Catamaran"/>
              </a:rPr>
              <a:t>: 503</a:t>
            </a:r>
          </a:p>
          <a:p>
            <a:pPr lvl="0">
              <a:buClr>
                <a:srgbClr val="0C0A33"/>
              </a:buClr>
              <a:buSzPts val="1400"/>
              <a:defRPr/>
            </a:pPr>
            <a:r>
              <a:rPr kumimoji="0" lang="en-GB" sz="1800" b="1" i="0" u="none" strike="noStrike" kern="0" cap="none" spc="0" normalizeH="0" baseline="0" noProof="1">
                <a:ln>
                  <a:noFill/>
                </a:ln>
                <a:solidFill>
                  <a:srgbClr val="0C0A33"/>
                </a:solidFill>
                <a:effectLst/>
                <a:uLnTx/>
                <a:uFillTx/>
                <a:latin typeface="Catamaran"/>
                <a:cs typeface="Catamaran"/>
                <a:sym typeface="Catamaran"/>
              </a:rPr>
              <a:t>Features</a:t>
            </a:r>
            <a:r>
              <a:rPr kumimoji="0" lang="en-GB" sz="1800" b="0" i="0" u="none" strike="noStrike" kern="0" cap="none" spc="0" normalizeH="0" baseline="0" noProof="1">
                <a:ln>
                  <a:noFill/>
                </a:ln>
                <a:solidFill>
                  <a:srgbClr val="0C0A33"/>
                </a:solidFill>
                <a:effectLst/>
                <a:uLnTx/>
                <a:uFillTx/>
                <a:latin typeface="Catamaran"/>
                <a:cs typeface="Catamaran"/>
                <a:sym typeface="Catamaran"/>
              </a:rPr>
              <a:t>: 11</a:t>
            </a:r>
          </a:p>
          <a:p>
            <a:pPr lvl="0">
              <a:buClr>
                <a:srgbClr val="0C0A33"/>
              </a:buClr>
              <a:buSzPts val="1400"/>
              <a:defRPr/>
            </a:pPr>
            <a:r>
              <a:rPr lang="en-GB" sz="1800" b="1" noProof="1">
                <a:solidFill>
                  <a:srgbClr val="0C0A33"/>
                </a:solidFill>
                <a:latin typeface="Catamaran"/>
                <a:cs typeface="Catamaran"/>
                <a:sym typeface="Catamaran"/>
              </a:rPr>
              <a:t>Target</a:t>
            </a:r>
            <a:r>
              <a:rPr lang="en-GB" sz="1800" noProof="1">
                <a:solidFill>
                  <a:srgbClr val="0C0A33"/>
                </a:solidFill>
                <a:latin typeface="Catamaran"/>
                <a:cs typeface="Catamaran"/>
                <a:sym typeface="Catamaran"/>
              </a:rPr>
              <a:t>: Depression (Yes / No)</a:t>
            </a:r>
          </a:p>
          <a:p>
            <a:pPr lvl="0">
              <a:buClr>
                <a:srgbClr val="0C0A33"/>
              </a:buClr>
              <a:buSzPts val="1400"/>
              <a:defRPr/>
            </a:pPr>
            <a:r>
              <a:rPr kumimoji="0" lang="en-GB" sz="1800" b="1" i="0" u="none" strike="noStrike" kern="0" cap="none" spc="0" normalizeH="0" baseline="0" noProof="1">
                <a:ln>
                  <a:noFill/>
                </a:ln>
                <a:solidFill>
                  <a:srgbClr val="0C0A33"/>
                </a:solidFill>
                <a:effectLst/>
                <a:uLnTx/>
                <a:uFillTx/>
                <a:latin typeface="Catamaran"/>
                <a:cs typeface="Catamaran"/>
                <a:sym typeface="Catamaran"/>
              </a:rPr>
              <a:t>Methods</a:t>
            </a:r>
            <a:r>
              <a:rPr kumimoji="0" lang="en-GB" sz="1800" b="0" i="0" u="none" strike="noStrike" kern="0" cap="none" spc="0" normalizeH="0" baseline="0" noProof="1">
                <a:ln>
                  <a:noFill/>
                </a:ln>
                <a:solidFill>
                  <a:srgbClr val="0C0A33"/>
                </a:solidFill>
                <a:effectLst/>
                <a:uLnTx/>
                <a:uFillTx/>
                <a:latin typeface="Catamaran"/>
                <a:cs typeface="Catamaran"/>
                <a:sym typeface="Catamaran"/>
              </a:rPr>
              <a:t>: Logistic Regression &amp; Random Forest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4">
          <a:extLst>
            <a:ext uri="{FF2B5EF4-FFF2-40B4-BE49-F238E27FC236}">
              <a16:creationId xmlns:a16="http://schemas.microsoft.com/office/drawing/2014/main" id="{B4D1C5C9-CDA4-E1CC-1F4E-40DC93A2E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37">
            <a:extLst>
              <a:ext uri="{FF2B5EF4-FFF2-40B4-BE49-F238E27FC236}">
                <a16:creationId xmlns:a16="http://schemas.microsoft.com/office/drawing/2014/main" id="{10CC3215-99A7-7ED9-6E46-15D879727A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sz="3600" noProof="1"/>
              <a:t>Preprocessing &amp; EDA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F5904038-1725-A305-B458-9CA61F37B1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421" y="1394876"/>
            <a:ext cx="4045740" cy="885791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B44ED817-AD30-60AE-30AC-D6F334252A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639" y="1146844"/>
            <a:ext cx="3151915" cy="1230695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749D3D2B-4EA1-2E6E-A594-12FD3217C0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421" y="2768239"/>
            <a:ext cx="4045740" cy="667445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DA95299C-60EA-36C8-4CED-18A78CFBCE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7638" y="2448825"/>
            <a:ext cx="3151915" cy="1306274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7AB9237D-3890-E98C-B589-FBA50D6BCCC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0421" y="3998836"/>
            <a:ext cx="4045740" cy="885791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0B64178B-B56D-3B25-0B95-7B55EDE257D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77638" y="3826385"/>
            <a:ext cx="3151916" cy="1230695"/>
          </a:xfrm>
          <a:prstGeom prst="rect">
            <a:avLst/>
          </a:prstGeom>
        </p:spPr>
      </p:pic>
      <p:sp>
        <p:nvSpPr>
          <p:cNvPr id="22" name="Pfeil nach rechts 21">
            <a:extLst>
              <a:ext uri="{FF2B5EF4-FFF2-40B4-BE49-F238E27FC236}">
                <a16:creationId xmlns:a16="http://schemas.microsoft.com/office/drawing/2014/main" id="{5DF39F80-F5D9-3067-FFC8-6F416E3CF6E8}"/>
              </a:ext>
            </a:extLst>
          </p:cNvPr>
          <p:cNvSpPr/>
          <p:nvPr/>
        </p:nvSpPr>
        <p:spPr>
          <a:xfrm>
            <a:off x="4572000" y="1762191"/>
            <a:ext cx="753979" cy="194946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Pfeil nach rechts 22">
            <a:extLst>
              <a:ext uri="{FF2B5EF4-FFF2-40B4-BE49-F238E27FC236}">
                <a16:creationId xmlns:a16="http://schemas.microsoft.com/office/drawing/2014/main" id="{8D105535-8CAB-8CB2-6C39-910F0584AB36}"/>
              </a:ext>
            </a:extLst>
          </p:cNvPr>
          <p:cNvSpPr/>
          <p:nvPr/>
        </p:nvSpPr>
        <p:spPr>
          <a:xfrm>
            <a:off x="4572000" y="3004488"/>
            <a:ext cx="753979" cy="194946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Pfeil nach rechts 23">
            <a:extLst>
              <a:ext uri="{FF2B5EF4-FFF2-40B4-BE49-F238E27FC236}">
                <a16:creationId xmlns:a16="http://schemas.microsoft.com/office/drawing/2014/main" id="{45D0A66C-84AF-804F-11DE-C6FFFB495D7E}"/>
              </a:ext>
            </a:extLst>
          </p:cNvPr>
          <p:cNvSpPr/>
          <p:nvPr/>
        </p:nvSpPr>
        <p:spPr>
          <a:xfrm>
            <a:off x="4572000" y="4344258"/>
            <a:ext cx="753979" cy="194945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151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el 13">
            <a:extLst>
              <a:ext uri="{FF2B5EF4-FFF2-40B4-BE49-F238E27FC236}">
                <a16:creationId xmlns:a16="http://schemas.microsoft.com/office/drawing/2014/main" id="{4D651446-FA31-07B7-C0D4-371CF5D14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noProof="1"/>
              <a:t>Preprocessing &amp; EDA</a:t>
            </a:r>
            <a:endParaRPr lang="en-GB" noProof="1"/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AE35E2D2-A09E-FA00-ED95-7715BF4090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6000"/>
          <a:stretch>
            <a:fillRect/>
          </a:stretch>
        </p:blipFill>
        <p:spPr>
          <a:xfrm>
            <a:off x="2163791" y="1372224"/>
            <a:ext cx="2775283" cy="2255631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A7E6B115-76C6-9790-C107-63D04F5A2D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9073" y="1372223"/>
            <a:ext cx="2897459" cy="2205195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92B99465-5F85-AC01-16BA-8759AFAA42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3790" y="3577419"/>
            <a:ext cx="5672741" cy="1591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248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3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-GB" sz="3600" noProof="1"/>
              <a:t>Modelling &amp; Evaluation</a:t>
            </a: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DE29F233-E43F-4F75-AF3F-7A96DFEDD9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96" y="1259382"/>
            <a:ext cx="4287696" cy="824557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6BFB2EC9-C9CB-136F-D631-C5D283A603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1755" y="1083883"/>
            <a:ext cx="2872245" cy="1119170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50757A85-3CE2-6E42-22AB-08148B052A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963" y="2940449"/>
            <a:ext cx="3994479" cy="824557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C6B4494A-EA1E-B67E-8BF0-09A83BFD24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51755" y="2812871"/>
            <a:ext cx="2872245" cy="1079712"/>
          </a:xfrm>
          <a:prstGeom prst="rect">
            <a:avLst/>
          </a:prstGeom>
        </p:spPr>
      </p:pic>
      <p:sp>
        <p:nvSpPr>
          <p:cNvPr id="24" name="Pfeil nach rechts 23">
            <a:extLst>
              <a:ext uri="{FF2B5EF4-FFF2-40B4-BE49-F238E27FC236}">
                <a16:creationId xmlns:a16="http://schemas.microsoft.com/office/drawing/2014/main" id="{0E3D9E75-C955-4A83-559E-0F3021FB3AD8}"/>
              </a:ext>
            </a:extLst>
          </p:cNvPr>
          <p:cNvSpPr/>
          <p:nvPr/>
        </p:nvSpPr>
        <p:spPr>
          <a:xfrm>
            <a:off x="4572000" y="1545995"/>
            <a:ext cx="753979" cy="194946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Pfeil nach rechts 24">
            <a:extLst>
              <a:ext uri="{FF2B5EF4-FFF2-40B4-BE49-F238E27FC236}">
                <a16:creationId xmlns:a16="http://schemas.microsoft.com/office/drawing/2014/main" id="{1A89DF04-1085-E595-ECA8-80FFAAEDE46E}"/>
              </a:ext>
            </a:extLst>
          </p:cNvPr>
          <p:cNvSpPr/>
          <p:nvPr/>
        </p:nvSpPr>
        <p:spPr>
          <a:xfrm>
            <a:off x="4572000" y="3352727"/>
            <a:ext cx="753979" cy="194946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AEB0D1-20FB-86E9-AFBD-DD7C25EA1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920" y="412368"/>
            <a:ext cx="7704000" cy="572700"/>
          </a:xfrm>
        </p:spPr>
        <p:txBody>
          <a:bodyPr/>
          <a:lstStyle/>
          <a:p>
            <a:pPr lvl="0" algn="l"/>
            <a:r>
              <a:rPr lang="en-GB" sz="3600" noProof="1"/>
              <a:t>Modelling &amp; Evaluation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F220F8A2-0041-80DC-0948-EBA37B47CE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20" y="1256100"/>
            <a:ext cx="4273080" cy="331470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144727BC-9E8A-BFFB-6183-363B6B5CF4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5380" y="1256100"/>
            <a:ext cx="4273080" cy="331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099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E0C54A-2C2B-4A7E-61E0-CCFA24FB7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288415" y="445025"/>
            <a:ext cx="7704000" cy="572700"/>
          </a:xfrm>
        </p:spPr>
        <p:txBody>
          <a:bodyPr/>
          <a:lstStyle/>
          <a:p>
            <a:r>
              <a:rPr lang="en-GB" noProof="1"/>
              <a:t>Model Comparison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50D78F21-49BB-28D6-08FD-F6F9FC5271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200" y="1409701"/>
            <a:ext cx="5043313" cy="1381626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28370B37-18BB-C3CE-1147-E05BA73ED4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1856" y="3542775"/>
            <a:ext cx="5676900" cy="1155700"/>
          </a:xfrm>
          <a:prstGeom prst="rect">
            <a:avLst/>
          </a:prstGeom>
        </p:spPr>
      </p:pic>
      <p:sp>
        <p:nvSpPr>
          <p:cNvPr id="13" name="Rechteckiger Pfeil 12">
            <a:extLst>
              <a:ext uri="{FF2B5EF4-FFF2-40B4-BE49-F238E27FC236}">
                <a16:creationId xmlns:a16="http://schemas.microsoft.com/office/drawing/2014/main" id="{C03A5AE9-861E-DFAB-2E02-9FD4BA09B8A8}"/>
              </a:ext>
            </a:extLst>
          </p:cNvPr>
          <p:cNvSpPr/>
          <p:nvPr/>
        </p:nvSpPr>
        <p:spPr>
          <a:xfrm rot="5400000">
            <a:off x="5570491" y="2333626"/>
            <a:ext cx="1155032" cy="915402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3929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10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50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1" animBg="1"/>
      <p:bldP spid="13" grpId="2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6D223-62EC-4952-EAD9-998DD259F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05EE22-C4DF-4D53-19CE-F4E18F649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59925" y="445025"/>
            <a:ext cx="7704000" cy="572700"/>
          </a:xfrm>
        </p:spPr>
        <p:txBody>
          <a:bodyPr/>
          <a:lstStyle/>
          <a:p>
            <a:r>
              <a:rPr lang="en-GB" noProof="1"/>
              <a:t>ROC Curves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6DC06F7B-A9DB-316A-8544-5DC24272A4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083" y="1912768"/>
            <a:ext cx="4245088" cy="90321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A189055D-5247-8DA1-67F5-1C4B2DE133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9916" y="933482"/>
            <a:ext cx="3886200" cy="3764993"/>
          </a:xfrm>
          <a:prstGeom prst="rect">
            <a:avLst/>
          </a:prstGeom>
        </p:spPr>
      </p:pic>
      <p:sp>
        <p:nvSpPr>
          <p:cNvPr id="6" name="Nach oben gekrümmter Pfeil 5">
            <a:extLst>
              <a:ext uri="{FF2B5EF4-FFF2-40B4-BE49-F238E27FC236}">
                <a16:creationId xmlns:a16="http://schemas.microsoft.com/office/drawing/2014/main" id="{33B6969E-A2D3-A870-238E-89798D6EB627}"/>
              </a:ext>
            </a:extLst>
          </p:cNvPr>
          <p:cNvSpPr/>
          <p:nvPr/>
        </p:nvSpPr>
        <p:spPr>
          <a:xfrm rot="3016035">
            <a:off x="3171755" y="3174421"/>
            <a:ext cx="1006496" cy="999923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5888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9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>
            <a:extLst>
              <a:ext uri="{FF2B5EF4-FFF2-40B4-BE49-F238E27FC236}">
                <a16:creationId xmlns:a16="http://schemas.microsoft.com/office/drawing/2014/main" id="{175A67C7-EF34-D754-054D-0429BFFD34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79" y="1308100"/>
            <a:ext cx="5490133" cy="1520344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9975542E-DC44-21E9-6558-AF2B09AD9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1"/>
              <a:t>Feature Importance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FD15E9F7-C257-3A8D-ED15-8D23FDC98E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0147" y="2835621"/>
            <a:ext cx="3449051" cy="2172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803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40"/>
          <p:cNvSpPr txBox="1">
            <a:spLocks noGrp="1"/>
          </p:cNvSpPr>
          <p:nvPr>
            <p:ph type="subTitle" idx="1"/>
          </p:nvPr>
        </p:nvSpPr>
        <p:spPr>
          <a:xfrm>
            <a:off x="838961" y="1585302"/>
            <a:ext cx="2280600" cy="46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GB" noProof="1"/>
              <a:t>Data Bias</a:t>
            </a:r>
          </a:p>
        </p:txBody>
      </p:sp>
      <p:sp>
        <p:nvSpPr>
          <p:cNvPr id="968" name="Google Shape;968;p40"/>
          <p:cNvSpPr txBox="1">
            <a:spLocks noGrp="1"/>
          </p:cNvSpPr>
          <p:nvPr>
            <p:ph type="subTitle" idx="6"/>
          </p:nvPr>
        </p:nvSpPr>
        <p:spPr>
          <a:xfrm>
            <a:off x="839021" y="3062177"/>
            <a:ext cx="2280600" cy="46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GB" noProof="1"/>
              <a:t>Sensitive Data</a:t>
            </a:r>
          </a:p>
        </p:txBody>
      </p:sp>
      <p:sp>
        <p:nvSpPr>
          <p:cNvPr id="969" name="Google Shape;969;p40"/>
          <p:cNvSpPr txBox="1">
            <a:spLocks noGrp="1"/>
          </p:cNvSpPr>
          <p:nvPr>
            <p:ph type="subTitle" idx="7"/>
          </p:nvPr>
        </p:nvSpPr>
        <p:spPr>
          <a:xfrm>
            <a:off x="6024287" y="1585302"/>
            <a:ext cx="2280600" cy="46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GB" noProof="1"/>
              <a:t>Algorithmic Bias</a:t>
            </a:r>
          </a:p>
        </p:txBody>
      </p:sp>
      <p:sp>
        <p:nvSpPr>
          <p:cNvPr id="970" name="Google Shape;970;p40"/>
          <p:cNvSpPr txBox="1">
            <a:spLocks noGrp="1"/>
          </p:cNvSpPr>
          <p:nvPr>
            <p:ph type="subTitle" idx="8"/>
          </p:nvPr>
        </p:nvSpPr>
        <p:spPr>
          <a:xfrm>
            <a:off x="6024287" y="3062177"/>
            <a:ext cx="2280600" cy="46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GB" noProof="1"/>
              <a:t>False Predictions</a:t>
            </a:r>
          </a:p>
        </p:txBody>
      </p:sp>
      <p:sp>
        <p:nvSpPr>
          <p:cNvPr id="971" name="Google Shape;971;p40"/>
          <p:cNvSpPr txBox="1">
            <a:spLocks noGrp="1"/>
          </p:cNvSpPr>
          <p:nvPr>
            <p:ph type="subTitle" idx="2"/>
          </p:nvPr>
        </p:nvSpPr>
        <p:spPr>
          <a:xfrm>
            <a:off x="839025" y="1902399"/>
            <a:ext cx="2280600" cy="69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en-GB" noProof="1"/>
              <a:t>Only university students 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en-GB" noProof="1"/>
              <a:t>Not generalisable to other populations 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en-GB" noProof="1"/>
              <a:t>(working adults, different cultures, school children)</a:t>
            </a:r>
          </a:p>
        </p:txBody>
      </p:sp>
      <p:sp>
        <p:nvSpPr>
          <p:cNvPr id="972" name="Google Shape;972;p40"/>
          <p:cNvSpPr txBox="1">
            <a:spLocks noGrp="1"/>
          </p:cNvSpPr>
          <p:nvPr>
            <p:ph type="subTitle" idx="3"/>
          </p:nvPr>
        </p:nvSpPr>
        <p:spPr>
          <a:xfrm>
            <a:off x="6024300" y="1902399"/>
            <a:ext cx="2280600" cy="11597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noProof="1"/>
              <a:t>Underrepresented subgroups (age, gender)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noProof="1"/>
              <a:t>Model may perform worse for minority groups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noProof="1"/>
              <a:t> No demographic fairness testing done</a:t>
            </a:r>
          </a:p>
        </p:txBody>
      </p:sp>
      <p:sp>
        <p:nvSpPr>
          <p:cNvPr id="973" name="Google Shape;973;p40"/>
          <p:cNvSpPr txBox="1">
            <a:spLocks noGrp="1"/>
          </p:cNvSpPr>
          <p:nvPr>
            <p:ph type="subTitle" idx="4"/>
          </p:nvPr>
        </p:nvSpPr>
        <p:spPr>
          <a:xfrm>
            <a:off x="839025" y="3379274"/>
            <a:ext cx="2280600" cy="11597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en-GB" noProof="1"/>
              <a:t>Mental health = highly sensitive data 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en-GB" noProof="1"/>
              <a:t>GDPR compliance required 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en-GB" noProof="1"/>
              <a:t>Informed consent mandatory</a:t>
            </a:r>
          </a:p>
        </p:txBody>
      </p:sp>
      <p:sp>
        <p:nvSpPr>
          <p:cNvPr id="974" name="Google Shape;974;p40"/>
          <p:cNvSpPr txBox="1">
            <a:spLocks noGrp="1"/>
          </p:cNvSpPr>
          <p:nvPr>
            <p:ph type="subTitle" idx="5"/>
          </p:nvPr>
        </p:nvSpPr>
        <p:spPr>
          <a:xfrm>
            <a:off x="6024300" y="3379274"/>
            <a:ext cx="2280600" cy="69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b="1" noProof="1"/>
              <a:t>False Negative</a:t>
            </a:r>
            <a:r>
              <a:rPr lang="en-GB" noProof="1"/>
              <a:t> → depressed student goes undetected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b="1" noProof="1"/>
              <a:t>False Positive</a:t>
            </a:r>
            <a:r>
              <a:rPr lang="en-GB" noProof="1"/>
              <a:t> → student flagged incorrectly, wastes resources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GB" noProof="1"/>
          </a:p>
        </p:txBody>
      </p:sp>
      <p:sp>
        <p:nvSpPr>
          <p:cNvPr id="975" name="Google Shape;975;p4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noProof="1"/>
              <a:t>Ethics &amp; Bias</a:t>
            </a:r>
          </a:p>
        </p:txBody>
      </p:sp>
      <p:sp>
        <p:nvSpPr>
          <p:cNvPr id="976" name="Google Shape;976;p40"/>
          <p:cNvSpPr/>
          <p:nvPr/>
        </p:nvSpPr>
        <p:spPr>
          <a:xfrm>
            <a:off x="3475100" y="1676700"/>
            <a:ext cx="873300" cy="873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noProof="1"/>
          </a:p>
        </p:txBody>
      </p:sp>
      <p:sp>
        <p:nvSpPr>
          <p:cNvPr id="977" name="Google Shape;977;p40"/>
          <p:cNvSpPr/>
          <p:nvPr/>
        </p:nvSpPr>
        <p:spPr>
          <a:xfrm>
            <a:off x="4799975" y="1676700"/>
            <a:ext cx="873300" cy="873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noProof="1"/>
          </a:p>
        </p:txBody>
      </p:sp>
      <p:sp>
        <p:nvSpPr>
          <p:cNvPr id="978" name="Google Shape;978;p40"/>
          <p:cNvSpPr/>
          <p:nvPr/>
        </p:nvSpPr>
        <p:spPr>
          <a:xfrm>
            <a:off x="3475100" y="3153575"/>
            <a:ext cx="873300" cy="873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noProof="1"/>
          </a:p>
        </p:txBody>
      </p:sp>
      <p:sp>
        <p:nvSpPr>
          <p:cNvPr id="979" name="Google Shape;979;p40"/>
          <p:cNvSpPr/>
          <p:nvPr/>
        </p:nvSpPr>
        <p:spPr>
          <a:xfrm>
            <a:off x="4799975" y="3153575"/>
            <a:ext cx="873300" cy="873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noProof="1"/>
          </a:p>
        </p:txBody>
      </p:sp>
      <p:cxnSp>
        <p:nvCxnSpPr>
          <p:cNvPr id="980" name="Google Shape;980;p40"/>
          <p:cNvCxnSpPr>
            <a:stCxn id="977" idx="4"/>
            <a:endCxn id="978" idx="0"/>
          </p:cNvCxnSpPr>
          <p:nvPr/>
        </p:nvCxnSpPr>
        <p:spPr>
          <a:xfrm rot="5400000">
            <a:off x="4272425" y="2189400"/>
            <a:ext cx="603600" cy="1324800"/>
          </a:xfrm>
          <a:prstGeom prst="curvedConnector3">
            <a:avLst>
              <a:gd name="adj1" fmla="val 49998"/>
            </a:avLst>
          </a:prstGeom>
          <a:noFill/>
          <a:ln w="9525" cap="flat" cmpd="sng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981" name="Google Shape;981;p40"/>
          <p:cNvCxnSpPr>
            <a:stCxn id="976" idx="0"/>
            <a:endCxn id="977" idx="0"/>
          </p:cNvCxnSpPr>
          <p:nvPr/>
        </p:nvCxnSpPr>
        <p:spPr>
          <a:xfrm rot="-5400000" flipH="1">
            <a:off x="4573850" y="1014600"/>
            <a:ext cx="600" cy="1324800"/>
          </a:xfrm>
          <a:prstGeom prst="curvedConnector3">
            <a:avLst>
              <a:gd name="adj1" fmla="val -39687500"/>
            </a:avLst>
          </a:prstGeom>
          <a:noFill/>
          <a:ln w="9525" cap="flat" cmpd="sng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982" name="Google Shape;982;p40"/>
          <p:cNvCxnSpPr>
            <a:stCxn id="978" idx="4"/>
            <a:endCxn id="979" idx="4"/>
          </p:cNvCxnSpPr>
          <p:nvPr/>
        </p:nvCxnSpPr>
        <p:spPr>
          <a:xfrm rot="-5400000" flipH="1">
            <a:off x="4573850" y="3364775"/>
            <a:ext cx="600" cy="1324800"/>
          </a:xfrm>
          <a:prstGeom prst="curvedConnector3">
            <a:avLst>
              <a:gd name="adj1" fmla="val 39687500"/>
            </a:avLst>
          </a:prstGeom>
          <a:noFill/>
          <a:ln w="9525" cap="flat" cmpd="sng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" name="Textfeld 2">
            <a:extLst>
              <a:ext uri="{FF2B5EF4-FFF2-40B4-BE49-F238E27FC236}">
                <a16:creationId xmlns:a16="http://schemas.microsoft.com/office/drawing/2014/main" id="{EB487DCF-7F90-1E85-3437-E6ED905506B5}"/>
              </a:ext>
            </a:extLst>
          </p:cNvPr>
          <p:cNvSpPr txBox="1"/>
          <p:nvPr/>
        </p:nvSpPr>
        <p:spPr>
          <a:xfrm>
            <a:off x="3623245" y="1890425"/>
            <a:ext cx="5534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noProof="1"/>
              <a:t>📊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DCE99638-6D89-C0E6-11DC-1B87D76B5671}"/>
              </a:ext>
            </a:extLst>
          </p:cNvPr>
          <p:cNvSpPr txBox="1"/>
          <p:nvPr/>
        </p:nvSpPr>
        <p:spPr>
          <a:xfrm>
            <a:off x="5033506" y="1940912"/>
            <a:ext cx="7940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noProof="1"/>
              <a:t>⚖️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94C773F6-E63C-502F-6E3C-563218D4F5C7}"/>
              </a:ext>
            </a:extLst>
          </p:cNvPr>
          <p:cNvSpPr txBox="1"/>
          <p:nvPr/>
        </p:nvSpPr>
        <p:spPr>
          <a:xfrm>
            <a:off x="3596750" y="3387015"/>
            <a:ext cx="1324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noProof="1"/>
              <a:t>🔒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42BDEA9D-2A39-C021-2791-3C82E72302F9}"/>
              </a:ext>
            </a:extLst>
          </p:cNvPr>
          <p:cNvSpPr txBox="1"/>
          <p:nvPr/>
        </p:nvSpPr>
        <p:spPr>
          <a:xfrm>
            <a:off x="4942397" y="3328615"/>
            <a:ext cx="9063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noProof="1"/>
              <a:t>⚠️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1000"/>
                                        <p:tgtEl>
                                          <p:spTgt spid="9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1000"/>
                                        <p:tgtEl>
                                          <p:spTgt spid="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1000"/>
                                        <p:tgtEl>
                                          <p:spTgt spid="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1000"/>
                                        <p:tgtEl>
                                          <p:spTgt spid="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1000"/>
                                        <p:tgtEl>
                                          <p:spTgt spid="9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1000"/>
                                        <p:tgtEl>
                                          <p:spTgt spid="9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1000"/>
                                        <p:tgtEl>
                                          <p:spTgt spid="9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1000"/>
                                        <p:tgtEl>
                                          <p:spTgt spid="9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1000"/>
                                        <p:tgtEl>
                                          <p:spTgt spid="9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1000"/>
                                        <p:tgtEl>
                                          <p:spTgt spid="9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1000"/>
                                        <p:tgtEl>
                                          <p:spTgt spid="9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1000"/>
                                        <p:tgtEl>
                                          <p:spTgt spid="9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1000"/>
                                        <p:tgtEl>
                                          <p:spTgt spid="9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1000"/>
                                        <p:tgtEl>
                                          <p:spTgt spid="9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1000"/>
                                        <p:tgtEl>
                                          <p:spTgt spid="9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7" grpId="0" build="p"/>
      <p:bldP spid="968" grpId="0" build="p"/>
      <p:bldP spid="969" grpId="0" build="p"/>
      <p:bldP spid="970" grpId="0" build="p"/>
      <p:bldP spid="971" grpId="0" uiExpand="1" build="p"/>
      <p:bldP spid="972" grpId="0" uiExpand="1" build="p"/>
      <p:bldP spid="973" grpId="0" uiExpand="1" build="p"/>
      <p:bldP spid="974" grpId="0" build="p"/>
      <p:bldP spid="3" grpId="0"/>
      <p:bldP spid="5" grpId="0"/>
      <p:bldP spid="7" grpId="0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p4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noProof="1"/>
              <a:t>EU AI Act </a:t>
            </a:r>
            <a:r>
              <a:rPr lang="en-GB" sz="2000" noProof="1">
                <a:solidFill>
                  <a:schemeClr val="lt1"/>
                </a:solidFill>
              </a:rPr>
              <a:t>How does this system fit in?</a:t>
            </a:r>
            <a:endParaRPr lang="en-GB" noProof="1">
              <a:solidFill>
                <a:schemeClr val="lt1"/>
              </a:solidFill>
            </a:endParaRPr>
          </a:p>
        </p:txBody>
      </p:sp>
      <p:sp>
        <p:nvSpPr>
          <p:cNvPr id="1101" name="Google Shape;1101;p45"/>
          <p:cNvSpPr txBox="1"/>
          <p:nvPr/>
        </p:nvSpPr>
        <p:spPr>
          <a:xfrm flipH="1">
            <a:off x="3529049" y="1633850"/>
            <a:ext cx="2705391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sz="1200" noProof="1"/>
              <a:t>Mental health prediction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sz="1200" noProof="1"/>
              <a:t>Classified under EU AI Act</a:t>
            </a:r>
            <a:endParaRPr lang="en-GB" sz="1200" noProof="1">
              <a:solidFill>
                <a:schemeClr val="lt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1102" name="Google Shape;1102;p45"/>
          <p:cNvSpPr txBox="1"/>
          <p:nvPr/>
        </p:nvSpPr>
        <p:spPr>
          <a:xfrm>
            <a:off x="3041571" y="1345127"/>
            <a:ext cx="3192870" cy="226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noProof="1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High- Risk AI System</a:t>
            </a:r>
          </a:p>
        </p:txBody>
      </p:sp>
      <p:sp>
        <p:nvSpPr>
          <p:cNvPr id="1103" name="Google Shape;1103;p45"/>
          <p:cNvSpPr txBox="1"/>
          <p:nvPr/>
        </p:nvSpPr>
        <p:spPr>
          <a:xfrm flipH="1">
            <a:off x="803525" y="4079550"/>
            <a:ext cx="2469064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200" noProof="1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Counsellor/doctor reviews output </a:t>
            </a:r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200" noProof="1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No fully automated decisions</a:t>
            </a:r>
          </a:p>
        </p:txBody>
      </p:sp>
      <p:sp>
        <p:nvSpPr>
          <p:cNvPr id="1104" name="Google Shape;1104;p45"/>
          <p:cNvSpPr txBox="1"/>
          <p:nvPr/>
        </p:nvSpPr>
        <p:spPr>
          <a:xfrm>
            <a:off x="803525" y="3758450"/>
            <a:ext cx="2085900" cy="3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/>
            <a:r>
              <a:rPr lang="en-GB" noProof="1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Human Oversight</a:t>
            </a:r>
          </a:p>
        </p:txBody>
      </p:sp>
      <p:sp>
        <p:nvSpPr>
          <p:cNvPr id="1106" name="Google Shape;1106;p45"/>
          <p:cNvSpPr txBox="1"/>
          <p:nvPr/>
        </p:nvSpPr>
        <p:spPr>
          <a:xfrm>
            <a:off x="6254625" y="3758450"/>
            <a:ext cx="2085900" cy="3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GB" noProof="1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Accountability</a:t>
            </a:r>
          </a:p>
        </p:txBody>
      </p:sp>
      <p:sp>
        <p:nvSpPr>
          <p:cNvPr id="1107" name="Google Shape;1107;p45"/>
          <p:cNvSpPr txBox="1"/>
          <p:nvPr/>
        </p:nvSpPr>
        <p:spPr>
          <a:xfrm flipH="1">
            <a:off x="803525" y="2575106"/>
            <a:ext cx="2235046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200" noProof="1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Annex III: health &amp; education Strict requirements apply</a:t>
            </a:r>
          </a:p>
        </p:txBody>
      </p:sp>
      <p:sp>
        <p:nvSpPr>
          <p:cNvPr id="1108" name="Google Shape;1108;p45"/>
          <p:cNvSpPr txBox="1"/>
          <p:nvPr/>
        </p:nvSpPr>
        <p:spPr>
          <a:xfrm>
            <a:off x="803525" y="2250550"/>
            <a:ext cx="2085900" cy="3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/>
            <a:r>
              <a:rPr lang="en-GB" noProof="1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High-Risk Category</a:t>
            </a:r>
          </a:p>
        </p:txBody>
      </p:sp>
      <p:sp>
        <p:nvSpPr>
          <p:cNvPr id="1109" name="Google Shape;1109;p45"/>
          <p:cNvSpPr txBox="1"/>
          <p:nvPr/>
        </p:nvSpPr>
        <p:spPr>
          <a:xfrm flipH="1">
            <a:off x="6254625" y="2575106"/>
            <a:ext cx="2584574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200" noProof="1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Decisions must be explainable 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200" noProof="1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Results must be documented</a:t>
            </a:r>
          </a:p>
        </p:txBody>
      </p:sp>
      <p:sp>
        <p:nvSpPr>
          <p:cNvPr id="1110" name="Google Shape;1110;p45"/>
          <p:cNvSpPr txBox="1"/>
          <p:nvPr/>
        </p:nvSpPr>
        <p:spPr>
          <a:xfrm>
            <a:off x="6254625" y="2250550"/>
            <a:ext cx="2085900" cy="3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GB" noProof="1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Transparency</a:t>
            </a:r>
          </a:p>
        </p:txBody>
      </p:sp>
      <p:sp>
        <p:nvSpPr>
          <p:cNvPr id="1111" name="Google Shape;1111;p45"/>
          <p:cNvSpPr txBox="1"/>
          <p:nvPr/>
        </p:nvSpPr>
        <p:spPr>
          <a:xfrm flipH="1">
            <a:off x="3529050" y="4177492"/>
            <a:ext cx="2294197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200" noProof="1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Screening tool only</a:t>
            </a:r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200" noProof="1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 Never sole basis for diagnosis</a:t>
            </a:r>
          </a:p>
        </p:txBody>
      </p:sp>
      <p:sp>
        <p:nvSpPr>
          <p:cNvPr id="1112" name="Google Shape;1112;p45"/>
          <p:cNvSpPr txBox="1"/>
          <p:nvPr/>
        </p:nvSpPr>
        <p:spPr>
          <a:xfrm>
            <a:off x="3529087" y="3758450"/>
            <a:ext cx="2085900" cy="3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GB" noProof="1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No Autonomous Decisions </a:t>
            </a:r>
          </a:p>
        </p:txBody>
      </p:sp>
      <p:cxnSp>
        <p:nvCxnSpPr>
          <p:cNvPr id="1113" name="Google Shape;1113;p45"/>
          <p:cNvCxnSpPr>
            <a:cxnSpLocks/>
            <a:stCxn id="1108" idx="3"/>
            <a:endCxn id="1101" idx="2"/>
          </p:cNvCxnSpPr>
          <p:nvPr/>
        </p:nvCxnSpPr>
        <p:spPr>
          <a:xfrm flipV="1">
            <a:off x="2889425" y="2127650"/>
            <a:ext cx="1992319" cy="316100"/>
          </a:xfrm>
          <a:prstGeom prst="curvedConnector2">
            <a:avLst/>
          </a:prstGeom>
          <a:noFill/>
          <a:ln w="9525" cap="flat" cmpd="sng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114" name="Google Shape;1114;p45"/>
          <p:cNvCxnSpPr>
            <a:cxnSpLocks/>
            <a:stCxn id="1104" idx="3"/>
            <a:endCxn id="1101" idx="2"/>
          </p:cNvCxnSpPr>
          <p:nvPr/>
        </p:nvCxnSpPr>
        <p:spPr>
          <a:xfrm flipV="1">
            <a:off x="2889425" y="2127650"/>
            <a:ext cx="1992319" cy="1824000"/>
          </a:xfrm>
          <a:prstGeom prst="curvedConnector2">
            <a:avLst/>
          </a:prstGeom>
          <a:noFill/>
          <a:ln w="9525" cap="flat" cmpd="sng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115" name="Google Shape;1115;p45"/>
          <p:cNvCxnSpPr>
            <a:cxnSpLocks/>
            <a:endCxn id="1101" idx="2"/>
          </p:cNvCxnSpPr>
          <p:nvPr/>
        </p:nvCxnSpPr>
        <p:spPr>
          <a:xfrm rot="5400000" flipH="1" flipV="1">
            <a:off x="4159872" y="2539178"/>
            <a:ext cx="1133400" cy="310344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116" name="Google Shape;1116;p45"/>
          <p:cNvCxnSpPr>
            <a:cxnSpLocks/>
            <a:stCxn id="1106" idx="1"/>
            <a:endCxn id="1101" idx="2"/>
          </p:cNvCxnSpPr>
          <p:nvPr/>
        </p:nvCxnSpPr>
        <p:spPr>
          <a:xfrm rot="10800000">
            <a:off x="4881745" y="2127650"/>
            <a:ext cx="1372881" cy="1824000"/>
          </a:xfrm>
          <a:prstGeom prst="curvedConnector2">
            <a:avLst/>
          </a:prstGeom>
          <a:noFill/>
          <a:ln w="9525" cap="flat" cmpd="sng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117" name="Google Shape;1117;p45"/>
          <p:cNvCxnSpPr>
            <a:cxnSpLocks/>
            <a:stCxn id="1110" idx="1"/>
            <a:endCxn id="1101" idx="2"/>
          </p:cNvCxnSpPr>
          <p:nvPr/>
        </p:nvCxnSpPr>
        <p:spPr>
          <a:xfrm rot="10800000">
            <a:off x="4881745" y="2127650"/>
            <a:ext cx="1372881" cy="316100"/>
          </a:xfrm>
          <a:prstGeom prst="curvedConnector2">
            <a:avLst/>
          </a:prstGeom>
          <a:noFill/>
          <a:ln w="9525" cap="flat" cmpd="sng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" name="Textfeld 2">
            <a:extLst>
              <a:ext uri="{FF2B5EF4-FFF2-40B4-BE49-F238E27FC236}">
                <a16:creationId xmlns:a16="http://schemas.microsoft.com/office/drawing/2014/main" id="{5C783AF1-045F-24D2-4B65-C451202A4E72}"/>
              </a:ext>
            </a:extLst>
          </p:cNvPr>
          <p:cNvSpPr txBox="1"/>
          <p:nvPr/>
        </p:nvSpPr>
        <p:spPr>
          <a:xfrm>
            <a:off x="1846475" y="1875258"/>
            <a:ext cx="5319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noProof="1"/>
              <a:t>🔴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049B4C1-504C-3CC8-9017-59BF8FF99DC7}"/>
              </a:ext>
            </a:extLst>
          </p:cNvPr>
          <p:cNvSpPr txBox="1"/>
          <p:nvPr/>
        </p:nvSpPr>
        <p:spPr>
          <a:xfrm>
            <a:off x="6765557" y="1952202"/>
            <a:ext cx="69462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noProof="1"/>
              <a:t>📋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47CF12A1-1701-508A-E482-E9F15E72900F}"/>
              </a:ext>
            </a:extLst>
          </p:cNvPr>
          <p:cNvSpPr txBox="1"/>
          <p:nvPr/>
        </p:nvSpPr>
        <p:spPr>
          <a:xfrm>
            <a:off x="1670012" y="3463415"/>
            <a:ext cx="5797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noProof="1"/>
              <a:t>👁️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BD8E014A-4A25-0872-3799-FFDCF7614D01}"/>
              </a:ext>
            </a:extLst>
          </p:cNvPr>
          <p:cNvSpPr txBox="1"/>
          <p:nvPr/>
        </p:nvSpPr>
        <p:spPr>
          <a:xfrm>
            <a:off x="4392157" y="3426882"/>
            <a:ext cx="4869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noProof="1"/>
              <a:t>🚫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F22BF9EB-4C9E-A31D-7794-4FF5B4B35BD2}"/>
              </a:ext>
            </a:extLst>
          </p:cNvPr>
          <p:cNvSpPr txBox="1"/>
          <p:nvPr/>
        </p:nvSpPr>
        <p:spPr>
          <a:xfrm>
            <a:off x="6905532" y="3484917"/>
            <a:ext cx="71675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noProof="1"/>
              <a:t>⚖️</a:t>
            </a:r>
          </a:p>
        </p:txBody>
      </p:sp>
      <p:sp>
        <p:nvSpPr>
          <p:cNvPr id="12" name="Google Shape;1111;p45">
            <a:extLst>
              <a:ext uri="{FF2B5EF4-FFF2-40B4-BE49-F238E27FC236}">
                <a16:creationId xmlns:a16="http://schemas.microsoft.com/office/drawing/2014/main" id="{70920376-AA16-0170-00FA-197B8DFBA564}"/>
              </a:ext>
            </a:extLst>
          </p:cNvPr>
          <p:cNvSpPr txBox="1"/>
          <p:nvPr/>
        </p:nvSpPr>
        <p:spPr>
          <a:xfrm flipH="1">
            <a:off x="6254624" y="4183714"/>
            <a:ext cx="2584575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200" noProof="1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Developer &amp; deployer responsible </a:t>
            </a:r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200" noProof="1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Legal liability applies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4" name="Google Shape;1444;p54"/>
          <p:cNvGrpSpPr/>
          <p:nvPr/>
        </p:nvGrpSpPr>
        <p:grpSpPr>
          <a:xfrm rot="-5400000">
            <a:off x="6318203" y="1996084"/>
            <a:ext cx="3323435" cy="3307768"/>
            <a:chOff x="-155468" y="2394529"/>
            <a:chExt cx="2858377" cy="2845147"/>
          </a:xfrm>
        </p:grpSpPr>
        <p:sp>
          <p:nvSpPr>
            <p:cNvPr id="1445" name="Google Shape;1445;p54"/>
            <p:cNvSpPr/>
            <p:nvPr/>
          </p:nvSpPr>
          <p:spPr>
            <a:xfrm flipH="1">
              <a:off x="-72276" y="2570497"/>
              <a:ext cx="2576832" cy="2630496"/>
            </a:xfrm>
            <a:custGeom>
              <a:avLst/>
              <a:gdLst/>
              <a:ahLst/>
              <a:cxnLst/>
              <a:rect l="l" t="t" r="r" b="b"/>
              <a:pathLst>
                <a:path w="54212" h="55341" extrusionOk="0">
                  <a:moveTo>
                    <a:pt x="33890" y="0"/>
                  </a:moveTo>
                  <a:cubicBezTo>
                    <a:pt x="31725" y="0"/>
                    <a:pt x="29471" y="1622"/>
                    <a:pt x="28400" y="3499"/>
                  </a:cubicBezTo>
                  <a:cubicBezTo>
                    <a:pt x="27090" y="2632"/>
                    <a:pt x="25520" y="2184"/>
                    <a:pt x="23952" y="2184"/>
                  </a:cubicBezTo>
                  <a:cubicBezTo>
                    <a:pt x="23034" y="2184"/>
                    <a:pt x="22116" y="2338"/>
                    <a:pt x="21252" y="2650"/>
                  </a:cubicBezTo>
                  <a:cubicBezTo>
                    <a:pt x="20153" y="3048"/>
                    <a:pt x="19153" y="3700"/>
                    <a:pt x="18327" y="4526"/>
                  </a:cubicBezTo>
                  <a:cubicBezTo>
                    <a:pt x="17458" y="5395"/>
                    <a:pt x="16310" y="7705"/>
                    <a:pt x="16310" y="7705"/>
                  </a:cubicBezTo>
                  <a:cubicBezTo>
                    <a:pt x="16310" y="7705"/>
                    <a:pt x="14032" y="8109"/>
                    <a:pt x="13075" y="8573"/>
                  </a:cubicBezTo>
                  <a:cubicBezTo>
                    <a:pt x="11897" y="9143"/>
                    <a:pt x="10906" y="10117"/>
                    <a:pt x="10311" y="11275"/>
                  </a:cubicBezTo>
                  <a:cubicBezTo>
                    <a:pt x="9215" y="13414"/>
                    <a:pt x="9343" y="16037"/>
                    <a:pt x="10235" y="18265"/>
                  </a:cubicBezTo>
                  <a:cubicBezTo>
                    <a:pt x="7454" y="18495"/>
                    <a:pt x="4881" y="20420"/>
                    <a:pt x="3877" y="23029"/>
                  </a:cubicBezTo>
                  <a:cubicBezTo>
                    <a:pt x="2874" y="25636"/>
                    <a:pt x="3489" y="28791"/>
                    <a:pt x="5401" y="30828"/>
                  </a:cubicBezTo>
                  <a:cubicBezTo>
                    <a:pt x="3433" y="32177"/>
                    <a:pt x="2285" y="34636"/>
                    <a:pt x="2515" y="37015"/>
                  </a:cubicBezTo>
                  <a:cubicBezTo>
                    <a:pt x="2742" y="39391"/>
                    <a:pt x="4341" y="41589"/>
                    <a:pt x="6530" y="42536"/>
                  </a:cubicBezTo>
                  <a:cubicBezTo>
                    <a:pt x="5003" y="43070"/>
                    <a:pt x="4197" y="44685"/>
                    <a:pt x="3798" y="46252"/>
                  </a:cubicBezTo>
                  <a:cubicBezTo>
                    <a:pt x="3403" y="47818"/>
                    <a:pt x="3601" y="49483"/>
                    <a:pt x="4002" y="51046"/>
                  </a:cubicBezTo>
                  <a:cubicBezTo>
                    <a:pt x="2920" y="51053"/>
                    <a:pt x="1840" y="51530"/>
                    <a:pt x="1110" y="52336"/>
                  </a:cubicBezTo>
                  <a:cubicBezTo>
                    <a:pt x="376" y="53139"/>
                    <a:pt x="1" y="54258"/>
                    <a:pt x="96" y="55340"/>
                  </a:cubicBezTo>
                  <a:lnTo>
                    <a:pt x="96" y="55337"/>
                  </a:lnTo>
                  <a:lnTo>
                    <a:pt x="54212" y="55337"/>
                  </a:lnTo>
                  <a:lnTo>
                    <a:pt x="54212" y="4792"/>
                  </a:lnTo>
                  <a:cubicBezTo>
                    <a:pt x="53786" y="4586"/>
                    <a:pt x="53315" y="4490"/>
                    <a:pt x="52837" y="4490"/>
                  </a:cubicBezTo>
                  <a:cubicBezTo>
                    <a:pt x="51617" y="4490"/>
                    <a:pt x="50351" y="5115"/>
                    <a:pt x="49667" y="6115"/>
                  </a:cubicBezTo>
                  <a:cubicBezTo>
                    <a:pt x="49088" y="4180"/>
                    <a:pt x="47462" y="2598"/>
                    <a:pt x="45511" y="2068"/>
                  </a:cubicBezTo>
                  <a:cubicBezTo>
                    <a:pt x="45048" y="1941"/>
                    <a:pt x="44539" y="1880"/>
                    <a:pt x="44013" y="1880"/>
                  </a:cubicBezTo>
                  <a:cubicBezTo>
                    <a:pt x="42330" y="1880"/>
                    <a:pt x="40468" y="2499"/>
                    <a:pt x="39338" y="3542"/>
                  </a:cubicBezTo>
                  <a:cubicBezTo>
                    <a:pt x="38413" y="1525"/>
                    <a:pt x="36300" y="103"/>
                    <a:pt x="34079" y="5"/>
                  </a:cubicBezTo>
                  <a:cubicBezTo>
                    <a:pt x="34016" y="2"/>
                    <a:pt x="33953" y="0"/>
                    <a:pt x="338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446" name="Google Shape;1446;p54"/>
            <p:cNvSpPr/>
            <p:nvPr/>
          </p:nvSpPr>
          <p:spPr>
            <a:xfrm flipH="1">
              <a:off x="-72426" y="3194939"/>
              <a:ext cx="1965041" cy="2006062"/>
            </a:xfrm>
            <a:custGeom>
              <a:avLst/>
              <a:gdLst/>
              <a:ahLst/>
              <a:cxnLst/>
              <a:rect l="l" t="t" r="r" b="b"/>
              <a:pathLst>
                <a:path w="41341" h="42204" extrusionOk="0">
                  <a:moveTo>
                    <a:pt x="25839" y="0"/>
                  </a:moveTo>
                  <a:cubicBezTo>
                    <a:pt x="24189" y="0"/>
                    <a:pt x="22477" y="1236"/>
                    <a:pt x="21659" y="2663"/>
                  </a:cubicBezTo>
                  <a:cubicBezTo>
                    <a:pt x="20656" y="2004"/>
                    <a:pt x="19458" y="1663"/>
                    <a:pt x="18261" y="1663"/>
                  </a:cubicBezTo>
                  <a:cubicBezTo>
                    <a:pt x="17562" y="1663"/>
                    <a:pt x="16863" y="1780"/>
                    <a:pt x="16203" y="2018"/>
                  </a:cubicBezTo>
                  <a:cubicBezTo>
                    <a:pt x="15364" y="2324"/>
                    <a:pt x="14604" y="2821"/>
                    <a:pt x="13976" y="3449"/>
                  </a:cubicBezTo>
                  <a:cubicBezTo>
                    <a:pt x="13314" y="4117"/>
                    <a:pt x="12436" y="5878"/>
                    <a:pt x="12436" y="5878"/>
                  </a:cubicBezTo>
                  <a:cubicBezTo>
                    <a:pt x="12436" y="5878"/>
                    <a:pt x="10698" y="6187"/>
                    <a:pt x="9968" y="6539"/>
                  </a:cubicBezTo>
                  <a:cubicBezTo>
                    <a:pt x="9072" y="6977"/>
                    <a:pt x="8316" y="7717"/>
                    <a:pt x="7862" y="8599"/>
                  </a:cubicBezTo>
                  <a:cubicBezTo>
                    <a:pt x="7029" y="10231"/>
                    <a:pt x="7128" y="12232"/>
                    <a:pt x="7806" y="13930"/>
                  </a:cubicBezTo>
                  <a:cubicBezTo>
                    <a:pt x="5683" y="14108"/>
                    <a:pt x="3722" y="15575"/>
                    <a:pt x="2955" y="17563"/>
                  </a:cubicBezTo>
                  <a:cubicBezTo>
                    <a:pt x="2192" y="19551"/>
                    <a:pt x="2666" y="21956"/>
                    <a:pt x="4120" y="23506"/>
                  </a:cubicBezTo>
                  <a:cubicBezTo>
                    <a:pt x="2619" y="24536"/>
                    <a:pt x="1741" y="26412"/>
                    <a:pt x="1919" y="28225"/>
                  </a:cubicBezTo>
                  <a:cubicBezTo>
                    <a:pt x="2096" y="30038"/>
                    <a:pt x="3314" y="31713"/>
                    <a:pt x="4985" y="32437"/>
                  </a:cubicBezTo>
                  <a:cubicBezTo>
                    <a:pt x="3821" y="32845"/>
                    <a:pt x="3202" y="34079"/>
                    <a:pt x="2899" y="35270"/>
                  </a:cubicBezTo>
                  <a:cubicBezTo>
                    <a:pt x="2593" y="36468"/>
                    <a:pt x="2748" y="37735"/>
                    <a:pt x="3054" y="38929"/>
                  </a:cubicBezTo>
                  <a:cubicBezTo>
                    <a:pt x="2225" y="38933"/>
                    <a:pt x="1405" y="39298"/>
                    <a:pt x="846" y="39910"/>
                  </a:cubicBezTo>
                  <a:cubicBezTo>
                    <a:pt x="286" y="40522"/>
                    <a:pt x="0" y="41374"/>
                    <a:pt x="72" y="42203"/>
                  </a:cubicBezTo>
                  <a:lnTo>
                    <a:pt x="72" y="42200"/>
                  </a:lnTo>
                  <a:lnTo>
                    <a:pt x="41341" y="42200"/>
                  </a:lnTo>
                  <a:lnTo>
                    <a:pt x="41341" y="3660"/>
                  </a:lnTo>
                  <a:cubicBezTo>
                    <a:pt x="41017" y="3501"/>
                    <a:pt x="40658" y="3428"/>
                    <a:pt x="40294" y="3428"/>
                  </a:cubicBezTo>
                  <a:cubicBezTo>
                    <a:pt x="39364" y="3428"/>
                    <a:pt x="38399" y="3906"/>
                    <a:pt x="37879" y="4667"/>
                  </a:cubicBezTo>
                  <a:cubicBezTo>
                    <a:pt x="37438" y="3189"/>
                    <a:pt x="36194" y="1985"/>
                    <a:pt x="34710" y="1577"/>
                  </a:cubicBezTo>
                  <a:cubicBezTo>
                    <a:pt x="34357" y="1480"/>
                    <a:pt x="33969" y="1434"/>
                    <a:pt x="33567" y="1434"/>
                  </a:cubicBezTo>
                  <a:cubicBezTo>
                    <a:pt x="32284" y="1434"/>
                    <a:pt x="30864" y="1905"/>
                    <a:pt x="30001" y="2702"/>
                  </a:cubicBezTo>
                  <a:cubicBezTo>
                    <a:pt x="29294" y="1162"/>
                    <a:pt x="27685" y="76"/>
                    <a:pt x="25990" y="4"/>
                  </a:cubicBezTo>
                  <a:cubicBezTo>
                    <a:pt x="25940" y="2"/>
                    <a:pt x="25889" y="0"/>
                    <a:pt x="2583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447" name="Google Shape;1447;p54"/>
            <p:cNvSpPr/>
            <p:nvPr/>
          </p:nvSpPr>
          <p:spPr>
            <a:xfrm flipH="1">
              <a:off x="-155468" y="2394529"/>
              <a:ext cx="2858377" cy="2845147"/>
            </a:xfrm>
            <a:custGeom>
              <a:avLst/>
              <a:gdLst/>
              <a:ahLst/>
              <a:cxnLst/>
              <a:rect l="l" t="t" r="r" b="b"/>
              <a:pathLst>
                <a:path w="55689" h="57440" fill="none" extrusionOk="0">
                  <a:moveTo>
                    <a:pt x="99" y="57439"/>
                  </a:moveTo>
                  <a:cubicBezTo>
                    <a:pt x="0" y="56314"/>
                    <a:pt x="388" y="55159"/>
                    <a:pt x="1142" y="54323"/>
                  </a:cubicBezTo>
                  <a:cubicBezTo>
                    <a:pt x="1892" y="53491"/>
                    <a:pt x="3001" y="52991"/>
                    <a:pt x="4113" y="52987"/>
                  </a:cubicBezTo>
                  <a:cubicBezTo>
                    <a:pt x="3699" y="51368"/>
                    <a:pt x="3498" y="49644"/>
                    <a:pt x="3906" y="48022"/>
                  </a:cubicBezTo>
                  <a:cubicBezTo>
                    <a:pt x="4311" y="46403"/>
                    <a:pt x="5143" y="44724"/>
                    <a:pt x="6710" y="44172"/>
                  </a:cubicBezTo>
                  <a:cubicBezTo>
                    <a:pt x="4459" y="43191"/>
                    <a:pt x="2817" y="40914"/>
                    <a:pt x="2583" y="38452"/>
                  </a:cubicBezTo>
                  <a:cubicBezTo>
                    <a:pt x="2350" y="35988"/>
                    <a:pt x="3524" y="33441"/>
                    <a:pt x="5551" y="32039"/>
                  </a:cubicBezTo>
                  <a:cubicBezTo>
                    <a:pt x="3587" y="29929"/>
                    <a:pt x="2952" y="26662"/>
                    <a:pt x="3982" y="23960"/>
                  </a:cubicBezTo>
                  <a:cubicBezTo>
                    <a:pt x="5012" y="21262"/>
                    <a:pt x="7658" y="19261"/>
                    <a:pt x="10514" y="19027"/>
                  </a:cubicBezTo>
                  <a:cubicBezTo>
                    <a:pt x="9596" y="16717"/>
                    <a:pt x="9467" y="14003"/>
                    <a:pt x="10590" y="11788"/>
                  </a:cubicBezTo>
                  <a:cubicBezTo>
                    <a:pt x="11202" y="10584"/>
                    <a:pt x="12222" y="9580"/>
                    <a:pt x="13426" y="8988"/>
                  </a:cubicBezTo>
                  <a:cubicBezTo>
                    <a:pt x="14410" y="8507"/>
                    <a:pt x="16019" y="8761"/>
                    <a:pt x="16753" y="8086"/>
                  </a:cubicBezTo>
                  <a:cubicBezTo>
                    <a:pt x="17592" y="7316"/>
                    <a:pt x="17931" y="5694"/>
                    <a:pt x="18823" y="4792"/>
                  </a:cubicBezTo>
                  <a:cubicBezTo>
                    <a:pt x="19672" y="3936"/>
                    <a:pt x="20698" y="3262"/>
                    <a:pt x="21827" y="2847"/>
                  </a:cubicBezTo>
                  <a:cubicBezTo>
                    <a:pt x="24229" y="1965"/>
                    <a:pt x="27036" y="2304"/>
                    <a:pt x="29172" y="3723"/>
                  </a:cubicBezTo>
                  <a:cubicBezTo>
                    <a:pt x="30307" y="1722"/>
                    <a:pt x="32726" y="1"/>
                    <a:pt x="35006" y="103"/>
                  </a:cubicBezTo>
                  <a:cubicBezTo>
                    <a:pt x="37284" y="205"/>
                    <a:pt x="39452" y="1679"/>
                    <a:pt x="40406" y="3769"/>
                  </a:cubicBezTo>
                  <a:cubicBezTo>
                    <a:pt x="41933" y="2347"/>
                    <a:pt x="44750" y="1689"/>
                    <a:pt x="46751" y="2238"/>
                  </a:cubicBezTo>
                  <a:cubicBezTo>
                    <a:pt x="48748" y="2788"/>
                    <a:pt x="50420" y="4430"/>
                    <a:pt x="51019" y="6434"/>
                  </a:cubicBezTo>
                  <a:cubicBezTo>
                    <a:pt x="51993" y="4993"/>
                    <a:pt x="54132" y="4302"/>
                    <a:pt x="55688" y="5068"/>
                  </a:cubicBezTo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dash"/>
              <a:miter lim="329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</p:grpSp>
      <p:sp>
        <p:nvSpPr>
          <p:cNvPr id="1448" name="Google Shape;1448;p54"/>
          <p:cNvSpPr txBox="1">
            <a:spLocks noGrp="1"/>
          </p:cNvSpPr>
          <p:nvPr>
            <p:ph type="title"/>
          </p:nvPr>
        </p:nvSpPr>
        <p:spPr>
          <a:xfrm>
            <a:off x="720000" y="191616"/>
            <a:ext cx="3852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noProof="1"/>
              <a:t>Conclusion </a:t>
            </a:r>
            <a:endParaRPr lang="en-GB" sz="4800" noProof="1">
              <a:solidFill>
                <a:schemeClr val="lt1"/>
              </a:solidFill>
            </a:endParaRPr>
          </a:p>
        </p:txBody>
      </p:sp>
      <p:sp>
        <p:nvSpPr>
          <p:cNvPr id="1449" name="Google Shape;1449;p54"/>
          <p:cNvSpPr txBox="1">
            <a:spLocks noGrp="1"/>
          </p:cNvSpPr>
          <p:nvPr>
            <p:ph type="title" idx="2"/>
          </p:nvPr>
        </p:nvSpPr>
        <p:spPr>
          <a:xfrm>
            <a:off x="216021" y="1079350"/>
            <a:ext cx="5043939" cy="69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GB" sz="1600" noProof="1"/>
              <a:t>"Can lifestyle and academic factors predict depression in university students?"</a:t>
            </a:r>
          </a:p>
        </p:txBody>
      </p:sp>
      <p:sp>
        <p:nvSpPr>
          <p:cNvPr id="1450" name="Google Shape;1450;p54"/>
          <p:cNvSpPr txBox="1">
            <a:spLocks noGrp="1"/>
          </p:cNvSpPr>
          <p:nvPr>
            <p:ph type="subTitle" idx="1"/>
          </p:nvPr>
        </p:nvSpPr>
        <p:spPr>
          <a:xfrm flipH="1">
            <a:off x="525941" y="1718139"/>
            <a:ext cx="3754200" cy="4340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GB" sz="1800" b="1" noProof="1">
                <a:solidFill>
                  <a:schemeClr val="accent3">
                    <a:lumMod val="50000"/>
                  </a:schemeClr>
                </a:solidFill>
              </a:rPr>
              <a:t>➝ Yes, they can!</a:t>
            </a:r>
          </a:p>
        </p:txBody>
      </p:sp>
      <p:sp>
        <p:nvSpPr>
          <p:cNvPr id="1452" name="Google Shape;1452;p54"/>
          <p:cNvSpPr txBox="1">
            <a:spLocks noGrp="1"/>
          </p:cNvSpPr>
          <p:nvPr>
            <p:ph type="subTitle" idx="4"/>
          </p:nvPr>
        </p:nvSpPr>
        <p:spPr>
          <a:xfrm flipH="1">
            <a:off x="714460" y="2377439"/>
            <a:ext cx="5123160" cy="187523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sz="1600" noProof="1"/>
              <a:t>Academic Pressure, Financial Stress &amp; Sleep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sz="1600" noProof="1"/>
              <a:t>Duration are the </a:t>
            </a:r>
            <a:r>
              <a:rPr lang="en-GB" sz="1600" b="1" noProof="1"/>
              <a:t>strongest predictors</a:t>
            </a:r>
            <a:r>
              <a:rPr lang="en-GB" sz="1600" noProof="1"/>
              <a:t>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sz="1600" noProof="1"/>
              <a:t>Logistic Regression: </a:t>
            </a:r>
            <a:r>
              <a:rPr lang="en-GB" sz="1600" b="1" noProof="1"/>
              <a:t>98% accuracy, ROC-AUC 0.9965</a:t>
            </a:r>
            <a:r>
              <a:rPr lang="en-GB" sz="1600" noProof="1"/>
              <a:t> → best overall model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sz="1600" noProof="1"/>
              <a:t> Random Forest: slightly lower but strong, only </a:t>
            </a:r>
            <a:r>
              <a:rPr lang="en-GB" sz="1600" b="1" noProof="1"/>
              <a:t>1 False Negative</a:t>
            </a:r>
            <a:r>
              <a:rPr lang="en-GB" sz="1600" noProof="1"/>
              <a:t>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sz="1600" noProof="1"/>
              <a:t>Early ML-based detection could enable </a:t>
            </a:r>
            <a:r>
              <a:rPr lang="en-GB" sz="1600" b="1" noProof="1"/>
              <a:t>targeted student support programmes</a:t>
            </a:r>
            <a:r>
              <a:rPr lang="en-GB" sz="1600" noProof="1"/>
              <a:t>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sz="1600" noProof="1"/>
              <a:t>Ethical deployment requires human oversight &amp; data protection</a:t>
            </a:r>
          </a:p>
        </p:txBody>
      </p:sp>
      <p:sp>
        <p:nvSpPr>
          <p:cNvPr id="1453" name="Google Shape;1453;p54"/>
          <p:cNvSpPr/>
          <p:nvPr/>
        </p:nvSpPr>
        <p:spPr>
          <a:xfrm rot="9034210" flipH="1">
            <a:off x="6565512" y="781222"/>
            <a:ext cx="649950" cy="723409"/>
          </a:xfrm>
          <a:custGeom>
            <a:avLst/>
            <a:gdLst/>
            <a:ahLst/>
            <a:cxnLst/>
            <a:rect l="l" t="t" r="r" b="b"/>
            <a:pathLst>
              <a:path w="5299" h="5442" extrusionOk="0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noProof="1"/>
          </a:p>
        </p:txBody>
      </p:sp>
      <p:sp>
        <p:nvSpPr>
          <p:cNvPr id="1454" name="Google Shape;1454;p54"/>
          <p:cNvSpPr/>
          <p:nvPr/>
        </p:nvSpPr>
        <p:spPr>
          <a:xfrm rot="-6684342" flipH="1">
            <a:off x="7571958" y="243171"/>
            <a:ext cx="459854" cy="511825"/>
          </a:xfrm>
          <a:custGeom>
            <a:avLst/>
            <a:gdLst/>
            <a:ahLst/>
            <a:cxnLst/>
            <a:rect l="l" t="t" r="r" b="b"/>
            <a:pathLst>
              <a:path w="5299" h="5442" extrusionOk="0">
                <a:moveTo>
                  <a:pt x="3667" y="440"/>
                </a:moveTo>
                <a:cubicBezTo>
                  <a:pt x="3778" y="440"/>
                  <a:pt x="3891" y="451"/>
                  <a:pt x="3998" y="486"/>
                </a:cubicBezTo>
                <a:cubicBezTo>
                  <a:pt x="3916" y="529"/>
                  <a:pt x="3834" y="588"/>
                  <a:pt x="3761" y="644"/>
                </a:cubicBezTo>
                <a:cubicBezTo>
                  <a:pt x="3732" y="578"/>
                  <a:pt x="3682" y="509"/>
                  <a:pt x="3623" y="440"/>
                </a:cubicBezTo>
                <a:cubicBezTo>
                  <a:pt x="3638" y="440"/>
                  <a:pt x="3652" y="440"/>
                  <a:pt x="3667" y="440"/>
                </a:cubicBezTo>
                <a:close/>
                <a:moveTo>
                  <a:pt x="2791" y="95"/>
                </a:moveTo>
                <a:cubicBezTo>
                  <a:pt x="2883" y="95"/>
                  <a:pt x="2965" y="108"/>
                  <a:pt x="3051" y="127"/>
                </a:cubicBezTo>
                <a:cubicBezTo>
                  <a:pt x="3153" y="154"/>
                  <a:pt x="3297" y="249"/>
                  <a:pt x="3419" y="361"/>
                </a:cubicBezTo>
                <a:cubicBezTo>
                  <a:pt x="3255" y="394"/>
                  <a:pt x="3093" y="450"/>
                  <a:pt x="2952" y="539"/>
                </a:cubicBezTo>
                <a:cubicBezTo>
                  <a:pt x="2856" y="509"/>
                  <a:pt x="2761" y="483"/>
                  <a:pt x="2662" y="466"/>
                </a:cubicBezTo>
                <a:cubicBezTo>
                  <a:pt x="2568" y="450"/>
                  <a:pt x="2478" y="442"/>
                  <a:pt x="2394" y="442"/>
                </a:cubicBezTo>
                <a:cubicBezTo>
                  <a:pt x="2173" y="442"/>
                  <a:pt x="1989" y="497"/>
                  <a:pt x="1856" y="605"/>
                </a:cubicBezTo>
                <a:cubicBezTo>
                  <a:pt x="1685" y="743"/>
                  <a:pt x="1596" y="963"/>
                  <a:pt x="1530" y="1154"/>
                </a:cubicBezTo>
                <a:cubicBezTo>
                  <a:pt x="1530" y="1161"/>
                  <a:pt x="1527" y="1164"/>
                  <a:pt x="1527" y="1167"/>
                </a:cubicBezTo>
                <a:cubicBezTo>
                  <a:pt x="1524" y="937"/>
                  <a:pt x="1576" y="743"/>
                  <a:pt x="1678" y="591"/>
                </a:cubicBezTo>
                <a:cubicBezTo>
                  <a:pt x="1820" y="391"/>
                  <a:pt x="2063" y="243"/>
                  <a:pt x="2399" y="151"/>
                </a:cubicBezTo>
                <a:cubicBezTo>
                  <a:pt x="2544" y="114"/>
                  <a:pt x="2672" y="95"/>
                  <a:pt x="2791" y="95"/>
                </a:cubicBezTo>
                <a:close/>
                <a:moveTo>
                  <a:pt x="2383" y="539"/>
                </a:moveTo>
                <a:cubicBezTo>
                  <a:pt x="2478" y="539"/>
                  <a:pt x="2567" y="552"/>
                  <a:pt x="2649" y="559"/>
                </a:cubicBezTo>
                <a:cubicBezTo>
                  <a:pt x="2715" y="572"/>
                  <a:pt x="2781" y="588"/>
                  <a:pt x="2847" y="605"/>
                </a:cubicBezTo>
                <a:cubicBezTo>
                  <a:pt x="2662" y="736"/>
                  <a:pt x="2514" y="914"/>
                  <a:pt x="2432" y="1121"/>
                </a:cubicBezTo>
                <a:cubicBezTo>
                  <a:pt x="2429" y="1131"/>
                  <a:pt x="2429" y="1138"/>
                  <a:pt x="2422" y="1148"/>
                </a:cubicBezTo>
                <a:cubicBezTo>
                  <a:pt x="2334" y="1133"/>
                  <a:pt x="2245" y="1126"/>
                  <a:pt x="2154" y="1126"/>
                </a:cubicBezTo>
                <a:cubicBezTo>
                  <a:pt x="2038" y="1126"/>
                  <a:pt x="1920" y="1138"/>
                  <a:pt x="1803" y="1164"/>
                </a:cubicBezTo>
                <a:cubicBezTo>
                  <a:pt x="1738" y="1181"/>
                  <a:pt x="1672" y="1197"/>
                  <a:pt x="1609" y="1217"/>
                </a:cubicBezTo>
                <a:cubicBezTo>
                  <a:pt x="1613" y="1204"/>
                  <a:pt x="1619" y="1197"/>
                  <a:pt x="1622" y="1184"/>
                </a:cubicBezTo>
                <a:cubicBezTo>
                  <a:pt x="1678" y="1003"/>
                  <a:pt x="1761" y="802"/>
                  <a:pt x="1915" y="677"/>
                </a:cubicBezTo>
                <a:cubicBezTo>
                  <a:pt x="2047" y="572"/>
                  <a:pt x="2218" y="539"/>
                  <a:pt x="2383" y="539"/>
                </a:cubicBezTo>
                <a:close/>
                <a:moveTo>
                  <a:pt x="2481" y="1263"/>
                </a:moveTo>
                <a:cubicBezTo>
                  <a:pt x="2656" y="1302"/>
                  <a:pt x="2820" y="1378"/>
                  <a:pt x="2958" y="1480"/>
                </a:cubicBezTo>
                <a:cubicBezTo>
                  <a:pt x="2985" y="1496"/>
                  <a:pt x="3008" y="1513"/>
                  <a:pt x="3028" y="1533"/>
                </a:cubicBezTo>
                <a:lnTo>
                  <a:pt x="2462" y="1378"/>
                </a:lnTo>
                <a:cubicBezTo>
                  <a:pt x="2465" y="1335"/>
                  <a:pt x="2471" y="1299"/>
                  <a:pt x="2481" y="1263"/>
                </a:cubicBezTo>
                <a:close/>
                <a:moveTo>
                  <a:pt x="2958" y="644"/>
                </a:moveTo>
                <a:cubicBezTo>
                  <a:pt x="3445" y="805"/>
                  <a:pt x="3880" y="1131"/>
                  <a:pt x="4169" y="1556"/>
                </a:cubicBezTo>
                <a:cubicBezTo>
                  <a:pt x="4067" y="1483"/>
                  <a:pt x="3947" y="1433"/>
                  <a:pt x="3811" y="1433"/>
                </a:cubicBezTo>
                <a:cubicBezTo>
                  <a:pt x="3799" y="1433"/>
                  <a:pt x="3787" y="1433"/>
                  <a:pt x="3775" y="1434"/>
                </a:cubicBezTo>
                <a:cubicBezTo>
                  <a:pt x="3620" y="1450"/>
                  <a:pt x="3485" y="1533"/>
                  <a:pt x="3366" y="1628"/>
                </a:cubicBezTo>
                <a:cubicBezTo>
                  <a:pt x="3317" y="1615"/>
                  <a:pt x="3271" y="1598"/>
                  <a:pt x="3222" y="1589"/>
                </a:cubicBezTo>
                <a:cubicBezTo>
                  <a:pt x="3159" y="1516"/>
                  <a:pt x="3090" y="1457"/>
                  <a:pt x="3011" y="1401"/>
                </a:cubicBezTo>
                <a:cubicBezTo>
                  <a:pt x="2863" y="1292"/>
                  <a:pt x="2695" y="1217"/>
                  <a:pt x="2511" y="1171"/>
                </a:cubicBezTo>
                <a:cubicBezTo>
                  <a:pt x="2514" y="1167"/>
                  <a:pt x="2514" y="1167"/>
                  <a:pt x="2514" y="1164"/>
                </a:cubicBezTo>
                <a:cubicBezTo>
                  <a:pt x="2600" y="950"/>
                  <a:pt x="2761" y="772"/>
                  <a:pt x="2958" y="644"/>
                </a:cubicBezTo>
                <a:close/>
                <a:moveTo>
                  <a:pt x="3722" y="1619"/>
                </a:moveTo>
                <a:cubicBezTo>
                  <a:pt x="3752" y="1619"/>
                  <a:pt x="3784" y="1625"/>
                  <a:pt x="3817" y="1638"/>
                </a:cubicBezTo>
                <a:cubicBezTo>
                  <a:pt x="3929" y="1687"/>
                  <a:pt x="3995" y="1812"/>
                  <a:pt x="4041" y="1921"/>
                </a:cubicBezTo>
                <a:cubicBezTo>
                  <a:pt x="4044" y="1921"/>
                  <a:pt x="4044" y="1924"/>
                  <a:pt x="4044" y="1924"/>
                </a:cubicBezTo>
                <a:cubicBezTo>
                  <a:pt x="3890" y="1822"/>
                  <a:pt x="3715" y="1746"/>
                  <a:pt x="3538" y="1687"/>
                </a:cubicBezTo>
                <a:cubicBezTo>
                  <a:pt x="3564" y="1671"/>
                  <a:pt x="3584" y="1658"/>
                  <a:pt x="3610" y="1644"/>
                </a:cubicBezTo>
                <a:cubicBezTo>
                  <a:pt x="3639" y="1631"/>
                  <a:pt x="3678" y="1619"/>
                  <a:pt x="3722" y="1619"/>
                </a:cubicBezTo>
                <a:close/>
                <a:moveTo>
                  <a:pt x="1547" y="628"/>
                </a:moveTo>
                <a:lnTo>
                  <a:pt x="1547" y="628"/>
                </a:lnTo>
                <a:cubicBezTo>
                  <a:pt x="1455" y="809"/>
                  <a:pt x="1415" y="1032"/>
                  <a:pt x="1438" y="1286"/>
                </a:cubicBezTo>
                <a:cubicBezTo>
                  <a:pt x="1155" y="1414"/>
                  <a:pt x="931" y="1621"/>
                  <a:pt x="787" y="1875"/>
                </a:cubicBezTo>
                <a:cubicBezTo>
                  <a:pt x="750" y="1941"/>
                  <a:pt x="721" y="2003"/>
                  <a:pt x="698" y="2069"/>
                </a:cubicBezTo>
                <a:cubicBezTo>
                  <a:pt x="563" y="1898"/>
                  <a:pt x="490" y="1691"/>
                  <a:pt x="494" y="1480"/>
                </a:cubicBezTo>
                <a:cubicBezTo>
                  <a:pt x="507" y="1062"/>
                  <a:pt x="1102" y="710"/>
                  <a:pt x="1547" y="628"/>
                </a:cubicBezTo>
                <a:close/>
                <a:moveTo>
                  <a:pt x="2448" y="1467"/>
                </a:moveTo>
                <a:lnTo>
                  <a:pt x="3041" y="1631"/>
                </a:lnTo>
                <a:cubicBezTo>
                  <a:pt x="3083" y="1644"/>
                  <a:pt x="3126" y="1658"/>
                  <a:pt x="3169" y="1668"/>
                </a:cubicBezTo>
                <a:cubicBezTo>
                  <a:pt x="3189" y="1691"/>
                  <a:pt x="3209" y="1714"/>
                  <a:pt x="3232" y="1740"/>
                </a:cubicBezTo>
                <a:cubicBezTo>
                  <a:pt x="3067" y="1881"/>
                  <a:pt x="2912" y="2039"/>
                  <a:pt x="2771" y="2204"/>
                </a:cubicBezTo>
                <a:cubicBezTo>
                  <a:pt x="2738" y="2201"/>
                  <a:pt x="2708" y="2197"/>
                  <a:pt x="2675" y="2197"/>
                </a:cubicBezTo>
                <a:cubicBezTo>
                  <a:pt x="2643" y="2155"/>
                  <a:pt x="2613" y="2105"/>
                  <a:pt x="2583" y="2053"/>
                </a:cubicBezTo>
                <a:cubicBezTo>
                  <a:pt x="2485" y="1865"/>
                  <a:pt x="2442" y="1661"/>
                  <a:pt x="2448" y="1467"/>
                </a:cubicBezTo>
                <a:close/>
                <a:moveTo>
                  <a:pt x="2154" y="1227"/>
                </a:moveTo>
                <a:cubicBezTo>
                  <a:pt x="2236" y="1227"/>
                  <a:pt x="2318" y="1234"/>
                  <a:pt x="2396" y="1246"/>
                </a:cubicBezTo>
                <a:cubicBezTo>
                  <a:pt x="2383" y="1279"/>
                  <a:pt x="2373" y="1315"/>
                  <a:pt x="2369" y="1352"/>
                </a:cubicBezTo>
                <a:lnTo>
                  <a:pt x="2175" y="1299"/>
                </a:lnTo>
                <a:cubicBezTo>
                  <a:pt x="2154" y="1295"/>
                  <a:pt x="2129" y="1288"/>
                  <a:pt x="2101" y="1288"/>
                </a:cubicBezTo>
                <a:cubicBezTo>
                  <a:pt x="2086" y="1288"/>
                  <a:pt x="2070" y="1290"/>
                  <a:pt x="2053" y="1296"/>
                </a:cubicBezTo>
                <a:cubicBezTo>
                  <a:pt x="1984" y="1325"/>
                  <a:pt x="1961" y="1408"/>
                  <a:pt x="1955" y="1444"/>
                </a:cubicBezTo>
                <a:cubicBezTo>
                  <a:pt x="1886" y="1730"/>
                  <a:pt x="1823" y="2043"/>
                  <a:pt x="1846" y="2336"/>
                </a:cubicBezTo>
                <a:cubicBezTo>
                  <a:pt x="1754" y="2135"/>
                  <a:pt x="1675" y="1924"/>
                  <a:pt x="1613" y="1707"/>
                </a:cubicBezTo>
                <a:cubicBezTo>
                  <a:pt x="1586" y="1605"/>
                  <a:pt x="1560" y="1506"/>
                  <a:pt x="1547" y="1411"/>
                </a:cubicBezTo>
                <a:lnTo>
                  <a:pt x="1573" y="1335"/>
                </a:lnTo>
                <a:cubicBezTo>
                  <a:pt x="1655" y="1309"/>
                  <a:pt x="1738" y="1279"/>
                  <a:pt x="1823" y="1263"/>
                </a:cubicBezTo>
                <a:cubicBezTo>
                  <a:pt x="1934" y="1238"/>
                  <a:pt x="2045" y="1227"/>
                  <a:pt x="2154" y="1227"/>
                </a:cubicBezTo>
                <a:close/>
                <a:moveTo>
                  <a:pt x="3505" y="447"/>
                </a:moveTo>
                <a:cubicBezTo>
                  <a:pt x="3600" y="545"/>
                  <a:pt x="3672" y="654"/>
                  <a:pt x="3686" y="730"/>
                </a:cubicBezTo>
                <a:lnTo>
                  <a:pt x="3699" y="809"/>
                </a:lnTo>
                <a:lnTo>
                  <a:pt x="3761" y="759"/>
                </a:lnTo>
                <a:cubicBezTo>
                  <a:pt x="3893" y="654"/>
                  <a:pt x="4011" y="575"/>
                  <a:pt x="4123" y="526"/>
                </a:cubicBezTo>
                <a:cubicBezTo>
                  <a:pt x="4311" y="605"/>
                  <a:pt x="4472" y="723"/>
                  <a:pt x="4587" y="871"/>
                </a:cubicBezTo>
                <a:cubicBezTo>
                  <a:pt x="4841" y="1200"/>
                  <a:pt x="4883" y="1704"/>
                  <a:pt x="4712" y="2352"/>
                </a:cubicBezTo>
                <a:cubicBezTo>
                  <a:pt x="4647" y="2155"/>
                  <a:pt x="4551" y="1960"/>
                  <a:pt x="4419" y="1796"/>
                </a:cubicBezTo>
                <a:cubicBezTo>
                  <a:pt x="4383" y="1723"/>
                  <a:pt x="4341" y="1648"/>
                  <a:pt x="4298" y="1575"/>
                </a:cubicBezTo>
                <a:cubicBezTo>
                  <a:pt x="4011" y="1121"/>
                  <a:pt x="3570" y="769"/>
                  <a:pt x="3070" y="582"/>
                </a:cubicBezTo>
                <a:cubicBezTo>
                  <a:pt x="3205" y="512"/>
                  <a:pt x="3353" y="466"/>
                  <a:pt x="3505" y="447"/>
                </a:cubicBezTo>
                <a:close/>
                <a:moveTo>
                  <a:pt x="4382" y="470"/>
                </a:moveTo>
                <a:cubicBezTo>
                  <a:pt x="4504" y="470"/>
                  <a:pt x="4618" y="517"/>
                  <a:pt x="4729" y="608"/>
                </a:cubicBezTo>
                <a:cubicBezTo>
                  <a:pt x="5051" y="871"/>
                  <a:pt x="5209" y="1342"/>
                  <a:pt x="5111" y="1776"/>
                </a:cubicBezTo>
                <a:cubicBezTo>
                  <a:pt x="5061" y="1993"/>
                  <a:pt x="4953" y="2204"/>
                  <a:pt x="4801" y="2382"/>
                </a:cubicBezTo>
                <a:cubicBezTo>
                  <a:pt x="4982" y="1697"/>
                  <a:pt x="4936" y="1171"/>
                  <a:pt x="4663" y="815"/>
                </a:cubicBezTo>
                <a:cubicBezTo>
                  <a:pt x="4558" y="677"/>
                  <a:pt x="4419" y="568"/>
                  <a:pt x="4255" y="486"/>
                </a:cubicBezTo>
                <a:cubicBezTo>
                  <a:pt x="4298" y="475"/>
                  <a:pt x="4340" y="470"/>
                  <a:pt x="4382" y="470"/>
                </a:cubicBezTo>
                <a:close/>
                <a:moveTo>
                  <a:pt x="3811" y="1532"/>
                </a:moveTo>
                <a:cubicBezTo>
                  <a:pt x="4041" y="1532"/>
                  <a:pt x="4238" y="1726"/>
                  <a:pt x="4334" y="1845"/>
                </a:cubicBezTo>
                <a:lnTo>
                  <a:pt x="4337" y="1852"/>
                </a:lnTo>
                <a:cubicBezTo>
                  <a:pt x="4423" y="2033"/>
                  <a:pt x="4485" y="2220"/>
                  <a:pt x="4525" y="2418"/>
                </a:cubicBezTo>
                <a:cubicBezTo>
                  <a:pt x="4436" y="2270"/>
                  <a:pt x="4321" y="2138"/>
                  <a:pt x="4186" y="2026"/>
                </a:cubicBezTo>
                <a:cubicBezTo>
                  <a:pt x="4173" y="1977"/>
                  <a:pt x="4153" y="1927"/>
                  <a:pt x="4130" y="1888"/>
                </a:cubicBezTo>
                <a:cubicBezTo>
                  <a:pt x="4077" y="1763"/>
                  <a:pt x="3998" y="1615"/>
                  <a:pt x="3857" y="1556"/>
                </a:cubicBezTo>
                <a:cubicBezTo>
                  <a:pt x="3834" y="1546"/>
                  <a:pt x="3814" y="1539"/>
                  <a:pt x="3794" y="1533"/>
                </a:cubicBezTo>
                <a:cubicBezTo>
                  <a:pt x="3800" y="1532"/>
                  <a:pt x="3806" y="1532"/>
                  <a:pt x="3811" y="1532"/>
                </a:cubicBezTo>
                <a:close/>
                <a:moveTo>
                  <a:pt x="1455" y="1394"/>
                </a:moveTo>
                <a:lnTo>
                  <a:pt x="1455" y="1404"/>
                </a:lnTo>
                <a:cubicBezTo>
                  <a:pt x="1349" y="1740"/>
                  <a:pt x="1267" y="2079"/>
                  <a:pt x="1208" y="2428"/>
                </a:cubicBezTo>
                <a:cubicBezTo>
                  <a:pt x="1043" y="2378"/>
                  <a:pt x="889" y="2283"/>
                  <a:pt x="770" y="2155"/>
                </a:cubicBezTo>
                <a:cubicBezTo>
                  <a:pt x="796" y="2082"/>
                  <a:pt x="826" y="2003"/>
                  <a:pt x="872" y="1927"/>
                </a:cubicBezTo>
                <a:cubicBezTo>
                  <a:pt x="1000" y="1700"/>
                  <a:pt x="1208" y="1516"/>
                  <a:pt x="1455" y="1394"/>
                </a:cubicBezTo>
                <a:close/>
                <a:moveTo>
                  <a:pt x="740" y="2266"/>
                </a:moveTo>
                <a:cubicBezTo>
                  <a:pt x="816" y="2336"/>
                  <a:pt x="898" y="2398"/>
                  <a:pt x="987" y="2438"/>
                </a:cubicBezTo>
                <a:cubicBezTo>
                  <a:pt x="902" y="2451"/>
                  <a:pt x="819" y="2477"/>
                  <a:pt x="737" y="2513"/>
                </a:cubicBezTo>
                <a:cubicBezTo>
                  <a:pt x="724" y="2434"/>
                  <a:pt x="724" y="2352"/>
                  <a:pt x="740" y="2266"/>
                </a:cubicBezTo>
                <a:close/>
                <a:moveTo>
                  <a:pt x="2807" y="2312"/>
                </a:moveTo>
                <a:cubicBezTo>
                  <a:pt x="2837" y="2319"/>
                  <a:pt x="2870" y="2332"/>
                  <a:pt x="2896" y="2345"/>
                </a:cubicBezTo>
                <a:cubicBezTo>
                  <a:pt x="2995" y="2385"/>
                  <a:pt x="3074" y="2451"/>
                  <a:pt x="3123" y="2533"/>
                </a:cubicBezTo>
                <a:cubicBezTo>
                  <a:pt x="3001" y="2493"/>
                  <a:pt x="2889" y="2421"/>
                  <a:pt x="2791" y="2329"/>
                </a:cubicBezTo>
                <a:cubicBezTo>
                  <a:pt x="2797" y="2322"/>
                  <a:pt x="2800" y="2316"/>
                  <a:pt x="2807" y="2312"/>
                </a:cubicBezTo>
                <a:close/>
                <a:moveTo>
                  <a:pt x="4607" y="2339"/>
                </a:moveTo>
                <a:cubicBezTo>
                  <a:pt x="4633" y="2401"/>
                  <a:pt x="4650" y="2464"/>
                  <a:pt x="4663" y="2526"/>
                </a:cubicBezTo>
                <a:lnTo>
                  <a:pt x="4647" y="2543"/>
                </a:lnTo>
                <a:cubicBezTo>
                  <a:pt x="4637" y="2470"/>
                  <a:pt x="4624" y="2405"/>
                  <a:pt x="4607" y="2339"/>
                </a:cubicBezTo>
                <a:close/>
                <a:moveTo>
                  <a:pt x="2103" y="1381"/>
                </a:moveTo>
                <a:cubicBezTo>
                  <a:pt x="2116" y="1381"/>
                  <a:pt x="2136" y="1385"/>
                  <a:pt x="2149" y="1394"/>
                </a:cubicBezTo>
                <a:lnTo>
                  <a:pt x="2356" y="1450"/>
                </a:lnTo>
                <a:cubicBezTo>
                  <a:pt x="2340" y="1671"/>
                  <a:pt x="2389" y="1901"/>
                  <a:pt x="2501" y="2105"/>
                </a:cubicBezTo>
                <a:cubicBezTo>
                  <a:pt x="2521" y="2141"/>
                  <a:pt x="2544" y="2174"/>
                  <a:pt x="2564" y="2207"/>
                </a:cubicBezTo>
                <a:cubicBezTo>
                  <a:pt x="2504" y="2217"/>
                  <a:pt x="2448" y="2234"/>
                  <a:pt x="2396" y="2257"/>
                </a:cubicBezTo>
                <a:cubicBezTo>
                  <a:pt x="2225" y="2336"/>
                  <a:pt x="2096" y="2480"/>
                  <a:pt x="2017" y="2661"/>
                </a:cubicBezTo>
                <a:cubicBezTo>
                  <a:pt x="1869" y="2306"/>
                  <a:pt x="1951" y="1868"/>
                  <a:pt x="2044" y="1467"/>
                </a:cubicBezTo>
                <a:cubicBezTo>
                  <a:pt x="2053" y="1431"/>
                  <a:pt x="2067" y="1394"/>
                  <a:pt x="2086" y="1385"/>
                </a:cubicBezTo>
                <a:cubicBezTo>
                  <a:pt x="2090" y="1381"/>
                  <a:pt x="2100" y="1381"/>
                  <a:pt x="2103" y="1381"/>
                </a:cubicBezTo>
                <a:close/>
                <a:moveTo>
                  <a:pt x="3373" y="1957"/>
                </a:moveTo>
                <a:lnTo>
                  <a:pt x="3373" y="1957"/>
                </a:lnTo>
                <a:cubicBezTo>
                  <a:pt x="3505" y="2187"/>
                  <a:pt x="3580" y="2461"/>
                  <a:pt x="3584" y="2734"/>
                </a:cubicBezTo>
                <a:cubicBezTo>
                  <a:pt x="3528" y="2635"/>
                  <a:pt x="3482" y="2543"/>
                  <a:pt x="3449" y="2454"/>
                </a:cubicBezTo>
                <a:cubicBezTo>
                  <a:pt x="3399" y="2312"/>
                  <a:pt x="3347" y="2132"/>
                  <a:pt x="3373" y="1957"/>
                </a:cubicBezTo>
                <a:close/>
                <a:moveTo>
                  <a:pt x="4568" y="2727"/>
                </a:moveTo>
                <a:cubicBezTo>
                  <a:pt x="4568" y="2747"/>
                  <a:pt x="4571" y="2773"/>
                  <a:pt x="4571" y="2793"/>
                </a:cubicBezTo>
                <a:cubicBezTo>
                  <a:pt x="4551" y="2783"/>
                  <a:pt x="4525" y="2776"/>
                  <a:pt x="4502" y="2773"/>
                </a:cubicBezTo>
                <a:cubicBezTo>
                  <a:pt x="4525" y="2757"/>
                  <a:pt x="4548" y="2740"/>
                  <a:pt x="4568" y="2727"/>
                </a:cubicBezTo>
                <a:close/>
                <a:moveTo>
                  <a:pt x="4235" y="2197"/>
                </a:moveTo>
                <a:lnTo>
                  <a:pt x="4235" y="2197"/>
                </a:lnTo>
                <a:cubicBezTo>
                  <a:pt x="4360" y="2322"/>
                  <a:pt x="4466" y="2470"/>
                  <a:pt x="4538" y="2632"/>
                </a:cubicBezTo>
                <a:cubicBezTo>
                  <a:pt x="4472" y="2681"/>
                  <a:pt x="4400" y="2727"/>
                  <a:pt x="4324" y="2767"/>
                </a:cubicBezTo>
                <a:lnTo>
                  <a:pt x="4189" y="2839"/>
                </a:lnTo>
                <a:cubicBezTo>
                  <a:pt x="4271" y="2661"/>
                  <a:pt x="4288" y="2438"/>
                  <a:pt x="4235" y="2197"/>
                </a:cubicBezTo>
                <a:close/>
                <a:moveTo>
                  <a:pt x="4699" y="2740"/>
                </a:moveTo>
                <a:cubicBezTo>
                  <a:pt x="4706" y="2780"/>
                  <a:pt x="4706" y="2816"/>
                  <a:pt x="4712" y="2859"/>
                </a:cubicBezTo>
                <a:cubicBezTo>
                  <a:pt x="4706" y="2829"/>
                  <a:pt x="4699" y="2806"/>
                  <a:pt x="4689" y="2776"/>
                </a:cubicBezTo>
                <a:cubicBezTo>
                  <a:pt x="4693" y="2763"/>
                  <a:pt x="4699" y="2750"/>
                  <a:pt x="4699" y="2740"/>
                </a:cubicBezTo>
                <a:close/>
                <a:moveTo>
                  <a:pt x="2639" y="2289"/>
                </a:moveTo>
                <a:cubicBezTo>
                  <a:pt x="2646" y="2306"/>
                  <a:pt x="2659" y="2319"/>
                  <a:pt x="2672" y="2332"/>
                </a:cubicBezTo>
                <a:cubicBezTo>
                  <a:pt x="2629" y="2378"/>
                  <a:pt x="2593" y="2428"/>
                  <a:pt x="2557" y="2477"/>
                </a:cubicBezTo>
                <a:cubicBezTo>
                  <a:pt x="2448" y="2619"/>
                  <a:pt x="2360" y="2757"/>
                  <a:pt x="2287" y="2888"/>
                </a:cubicBezTo>
                <a:cubicBezTo>
                  <a:pt x="2234" y="2875"/>
                  <a:pt x="2185" y="2862"/>
                  <a:pt x="2132" y="2849"/>
                </a:cubicBezTo>
                <a:cubicBezTo>
                  <a:pt x="2113" y="2826"/>
                  <a:pt x="2096" y="2796"/>
                  <a:pt x="2086" y="2763"/>
                </a:cubicBezTo>
                <a:cubicBezTo>
                  <a:pt x="2149" y="2576"/>
                  <a:pt x="2281" y="2415"/>
                  <a:pt x="2445" y="2336"/>
                </a:cubicBezTo>
                <a:cubicBezTo>
                  <a:pt x="2501" y="2312"/>
                  <a:pt x="2567" y="2296"/>
                  <a:pt x="2639" y="2289"/>
                </a:cubicBezTo>
                <a:close/>
                <a:moveTo>
                  <a:pt x="1484" y="1605"/>
                </a:moveTo>
                <a:cubicBezTo>
                  <a:pt x="1494" y="1644"/>
                  <a:pt x="1507" y="1691"/>
                  <a:pt x="1517" y="1730"/>
                </a:cubicBezTo>
                <a:cubicBezTo>
                  <a:pt x="1616" y="2082"/>
                  <a:pt x="1757" y="2415"/>
                  <a:pt x="1942" y="2727"/>
                </a:cubicBezTo>
                <a:cubicBezTo>
                  <a:pt x="1951" y="2744"/>
                  <a:pt x="1961" y="2763"/>
                  <a:pt x="1971" y="2780"/>
                </a:cubicBezTo>
                <a:cubicBezTo>
                  <a:pt x="1968" y="2793"/>
                  <a:pt x="1968" y="2806"/>
                  <a:pt x="1961" y="2816"/>
                </a:cubicBezTo>
                <a:cubicBezTo>
                  <a:pt x="1911" y="2812"/>
                  <a:pt x="1860" y="2809"/>
                  <a:pt x="1809" y="2809"/>
                </a:cubicBezTo>
                <a:cubicBezTo>
                  <a:pt x="1737" y="2809"/>
                  <a:pt x="1664" y="2814"/>
                  <a:pt x="1593" y="2826"/>
                </a:cubicBezTo>
                <a:cubicBezTo>
                  <a:pt x="1468" y="2846"/>
                  <a:pt x="1333" y="2898"/>
                  <a:pt x="1218" y="2977"/>
                </a:cubicBezTo>
                <a:cubicBezTo>
                  <a:pt x="1218" y="2971"/>
                  <a:pt x="1221" y="2957"/>
                  <a:pt x="1221" y="2944"/>
                </a:cubicBezTo>
                <a:cubicBezTo>
                  <a:pt x="1237" y="2809"/>
                  <a:pt x="1260" y="2674"/>
                  <a:pt x="1280" y="2536"/>
                </a:cubicBezTo>
                <a:cubicBezTo>
                  <a:pt x="1283" y="2543"/>
                  <a:pt x="1290" y="2543"/>
                  <a:pt x="1293" y="2543"/>
                </a:cubicBezTo>
                <a:lnTo>
                  <a:pt x="1310" y="2447"/>
                </a:lnTo>
                <a:cubicBezTo>
                  <a:pt x="1300" y="2444"/>
                  <a:pt x="1297" y="2444"/>
                  <a:pt x="1293" y="2444"/>
                </a:cubicBezTo>
                <a:cubicBezTo>
                  <a:pt x="1343" y="2158"/>
                  <a:pt x="1409" y="1878"/>
                  <a:pt x="1484" y="1605"/>
                </a:cubicBezTo>
                <a:close/>
                <a:moveTo>
                  <a:pt x="1124" y="2527"/>
                </a:moveTo>
                <a:cubicBezTo>
                  <a:pt x="1146" y="2527"/>
                  <a:pt x="1169" y="2528"/>
                  <a:pt x="1191" y="2530"/>
                </a:cubicBezTo>
                <a:cubicBezTo>
                  <a:pt x="1168" y="2665"/>
                  <a:pt x="1149" y="2806"/>
                  <a:pt x="1132" y="2941"/>
                </a:cubicBezTo>
                <a:cubicBezTo>
                  <a:pt x="1129" y="2964"/>
                  <a:pt x="1129" y="2987"/>
                  <a:pt x="1126" y="3010"/>
                </a:cubicBezTo>
                <a:cubicBezTo>
                  <a:pt x="971" y="2931"/>
                  <a:pt x="849" y="2826"/>
                  <a:pt x="783" y="2668"/>
                </a:cubicBezTo>
                <a:cubicBezTo>
                  <a:pt x="773" y="2648"/>
                  <a:pt x="767" y="2632"/>
                  <a:pt x="764" y="2612"/>
                </a:cubicBezTo>
                <a:cubicBezTo>
                  <a:pt x="877" y="2556"/>
                  <a:pt x="1001" y="2527"/>
                  <a:pt x="1124" y="2527"/>
                </a:cubicBezTo>
                <a:close/>
                <a:moveTo>
                  <a:pt x="3465" y="1760"/>
                </a:moveTo>
                <a:cubicBezTo>
                  <a:pt x="3663" y="1825"/>
                  <a:pt x="3850" y="1908"/>
                  <a:pt x="4025" y="2023"/>
                </a:cubicBezTo>
                <a:cubicBezTo>
                  <a:pt x="4054" y="2043"/>
                  <a:pt x="4081" y="2066"/>
                  <a:pt x="4107" y="2085"/>
                </a:cubicBezTo>
                <a:cubicBezTo>
                  <a:pt x="4176" y="2312"/>
                  <a:pt x="4229" y="2648"/>
                  <a:pt x="4041" y="2898"/>
                </a:cubicBezTo>
                <a:cubicBezTo>
                  <a:pt x="3982" y="2974"/>
                  <a:pt x="3906" y="3036"/>
                  <a:pt x="3814" y="3079"/>
                </a:cubicBezTo>
                <a:cubicBezTo>
                  <a:pt x="3768" y="3013"/>
                  <a:pt x="3719" y="2948"/>
                  <a:pt x="3679" y="2882"/>
                </a:cubicBezTo>
                <a:cubicBezTo>
                  <a:pt x="3679" y="2859"/>
                  <a:pt x="3682" y="2832"/>
                  <a:pt x="3682" y="2813"/>
                </a:cubicBezTo>
                <a:cubicBezTo>
                  <a:pt x="3686" y="2464"/>
                  <a:pt x="3594" y="2122"/>
                  <a:pt x="3416" y="1839"/>
                </a:cubicBezTo>
                <a:cubicBezTo>
                  <a:pt x="3429" y="1809"/>
                  <a:pt x="3445" y="1786"/>
                  <a:pt x="3465" y="1760"/>
                </a:cubicBezTo>
                <a:close/>
                <a:moveTo>
                  <a:pt x="3666" y="3030"/>
                </a:moveTo>
                <a:cubicBezTo>
                  <a:pt x="3686" y="3059"/>
                  <a:pt x="3705" y="3089"/>
                  <a:pt x="3732" y="3119"/>
                </a:cubicBezTo>
                <a:cubicBezTo>
                  <a:pt x="3702" y="3125"/>
                  <a:pt x="3679" y="3135"/>
                  <a:pt x="3649" y="3142"/>
                </a:cubicBezTo>
                <a:cubicBezTo>
                  <a:pt x="3653" y="3106"/>
                  <a:pt x="3663" y="3069"/>
                  <a:pt x="3666" y="3030"/>
                </a:cubicBezTo>
                <a:close/>
                <a:moveTo>
                  <a:pt x="3291" y="1822"/>
                </a:moveTo>
                <a:cubicBezTo>
                  <a:pt x="3294" y="1829"/>
                  <a:pt x="3304" y="1839"/>
                  <a:pt x="3307" y="1845"/>
                </a:cubicBezTo>
                <a:cubicBezTo>
                  <a:pt x="3232" y="2069"/>
                  <a:pt x="3297" y="2306"/>
                  <a:pt x="3363" y="2487"/>
                </a:cubicBezTo>
                <a:cubicBezTo>
                  <a:pt x="3413" y="2612"/>
                  <a:pt x="3488" y="2760"/>
                  <a:pt x="3584" y="2908"/>
                </a:cubicBezTo>
                <a:cubicBezTo>
                  <a:pt x="3577" y="2994"/>
                  <a:pt x="3564" y="3076"/>
                  <a:pt x="3547" y="3161"/>
                </a:cubicBezTo>
                <a:cubicBezTo>
                  <a:pt x="3501" y="3170"/>
                  <a:pt x="3452" y="3173"/>
                  <a:pt x="3401" y="3173"/>
                </a:cubicBezTo>
                <a:cubicBezTo>
                  <a:pt x="3376" y="3173"/>
                  <a:pt x="3350" y="3172"/>
                  <a:pt x="3324" y="3171"/>
                </a:cubicBezTo>
                <a:cubicBezTo>
                  <a:pt x="3090" y="3155"/>
                  <a:pt x="2856" y="3076"/>
                  <a:pt x="2633" y="2997"/>
                </a:cubicBezTo>
                <a:lnTo>
                  <a:pt x="2524" y="2961"/>
                </a:lnTo>
                <a:cubicBezTo>
                  <a:pt x="2475" y="2944"/>
                  <a:pt x="2429" y="2931"/>
                  <a:pt x="2379" y="2915"/>
                </a:cubicBezTo>
                <a:cubicBezTo>
                  <a:pt x="2445" y="2793"/>
                  <a:pt x="2527" y="2668"/>
                  <a:pt x="2629" y="2536"/>
                </a:cubicBezTo>
                <a:cubicBezTo>
                  <a:pt x="2662" y="2493"/>
                  <a:pt x="2695" y="2447"/>
                  <a:pt x="2731" y="2401"/>
                </a:cubicBezTo>
                <a:cubicBezTo>
                  <a:pt x="2866" y="2530"/>
                  <a:pt x="3028" y="2615"/>
                  <a:pt x="3202" y="2651"/>
                </a:cubicBezTo>
                <a:lnTo>
                  <a:pt x="3278" y="2668"/>
                </a:lnTo>
                <a:lnTo>
                  <a:pt x="3255" y="2592"/>
                </a:lnTo>
                <a:cubicBezTo>
                  <a:pt x="3209" y="2447"/>
                  <a:pt x="3093" y="2329"/>
                  <a:pt x="2939" y="2257"/>
                </a:cubicBezTo>
                <a:lnTo>
                  <a:pt x="2876" y="2234"/>
                </a:lnTo>
                <a:cubicBezTo>
                  <a:pt x="3008" y="2089"/>
                  <a:pt x="3143" y="1951"/>
                  <a:pt x="3291" y="1822"/>
                </a:cubicBezTo>
                <a:close/>
                <a:moveTo>
                  <a:pt x="1810" y="2908"/>
                </a:moveTo>
                <a:cubicBezTo>
                  <a:pt x="1857" y="2908"/>
                  <a:pt x="1904" y="2911"/>
                  <a:pt x="1951" y="2915"/>
                </a:cubicBezTo>
                <a:cubicBezTo>
                  <a:pt x="1942" y="2974"/>
                  <a:pt x="1942" y="3036"/>
                  <a:pt x="1948" y="3096"/>
                </a:cubicBezTo>
                <a:cubicBezTo>
                  <a:pt x="1951" y="3142"/>
                  <a:pt x="1958" y="3185"/>
                  <a:pt x="1968" y="3227"/>
                </a:cubicBezTo>
                <a:cubicBezTo>
                  <a:pt x="1938" y="3224"/>
                  <a:pt x="1915" y="3221"/>
                  <a:pt x="1889" y="3217"/>
                </a:cubicBezTo>
                <a:cubicBezTo>
                  <a:pt x="1678" y="3178"/>
                  <a:pt x="1458" y="3142"/>
                  <a:pt x="1264" y="3069"/>
                </a:cubicBezTo>
                <a:cubicBezTo>
                  <a:pt x="1366" y="2994"/>
                  <a:pt x="1491" y="2944"/>
                  <a:pt x="1613" y="2925"/>
                </a:cubicBezTo>
                <a:cubicBezTo>
                  <a:pt x="1678" y="2913"/>
                  <a:pt x="1744" y="2908"/>
                  <a:pt x="1810" y="2908"/>
                </a:cubicBezTo>
                <a:close/>
                <a:moveTo>
                  <a:pt x="2047" y="2928"/>
                </a:moveTo>
                <a:cubicBezTo>
                  <a:pt x="2113" y="2941"/>
                  <a:pt x="2179" y="2957"/>
                  <a:pt x="2244" y="2974"/>
                </a:cubicBezTo>
                <a:cubicBezTo>
                  <a:pt x="2195" y="3073"/>
                  <a:pt x="2155" y="3168"/>
                  <a:pt x="2129" y="3260"/>
                </a:cubicBezTo>
                <a:lnTo>
                  <a:pt x="2067" y="3250"/>
                </a:lnTo>
                <a:cubicBezTo>
                  <a:pt x="2053" y="3194"/>
                  <a:pt x="2047" y="3142"/>
                  <a:pt x="2040" y="3089"/>
                </a:cubicBezTo>
                <a:cubicBezTo>
                  <a:pt x="2037" y="3036"/>
                  <a:pt x="2040" y="2980"/>
                  <a:pt x="2047" y="2928"/>
                </a:cubicBezTo>
                <a:close/>
                <a:moveTo>
                  <a:pt x="2100" y="3352"/>
                </a:moveTo>
                <a:cubicBezTo>
                  <a:pt x="2103" y="3356"/>
                  <a:pt x="2103" y="3356"/>
                  <a:pt x="2100" y="3356"/>
                </a:cubicBezTo>
                <a:lnTo>
                  <a:pt x="2100" y="3352"/>
                </a:lnTo>
                <a:close/>
                <a:moveTo>
                  <a:pt x="4650" y="3204"/>
                </a:moveTo>
                <a:cubicBezTo>
                  <a:pt x="4640" y="3339"/>
                  <a:pt x="4610" y="3474"/>
                  <a:pt x="4564" y="3599"/>
                </a:cubicBezTo>
                <a:cubicBezTo>
                  <a:pt x="4571" y="3573"/>
                  <a:pt x="4574" y="3550"/>
                  <a:pt x="4584" y="3523"/>
                </a:cubicBezTo>
                <a:cubicBezTo>
                  <a:pt x="4610" y="3418"/>
                  <a:pt x="4637" y="3310"/>
                  <a:pt x="4650" y="3204"/>
                </a:cubicBezTo>
                <a:close/>
                <a:moveTo>
                  <a:pt x="2330" y="3000"/>
                </a:moveTo>
                <a:lnTo>
                  <a:pt x="2491" y="3050"/>
                </a:lnTo>
                <a:lnTo>
                  <a:pt x="2600" y="3089"/>
                </a:lnTo>
                <a:cubicBezTo>
                  <a:pt x="2830" y="3165"/>
                  <a:pt x="3070" y="3247"/>
                  <a:pt x="3317" y="3263"/>
                </a:cubicBezTo>
                <a:cubicBezTo>
                  <a:pt x="3348" y="3266"/>
                  <a:pt x="3379" y="3268"/>
                  <a:pt x="3409" y="3268"/>
                </a:cubicBezTo>
                <a:cubicBezTo>
                  <a:pt x="3445" y="3268"/>
                  <a:pt x="3482" y="3266"/>
                  <a:pt x="3518" y="3260"/>
                </a:cubicBezTo>
                <a:lnTo>
                  <a:pt x="3518" y="3260"/>
                </a:lnTo>
                <a:cubicBezTo>
                  <a:pt x="3478" y="3421"/>
                  <a:pt x="3413" y="3579"/>
                  <a:pt x="3330" y="3731"/>
                </a:cubicBezTo>
                <a:cubicBezTo>
                  <a:pt x="3258" y="3678"/>
                  <a:pt x="3182" y="3635"/>
                  <a:pt x="3106" y="3599"/>
                </a:cubicBezTo>
                <a:cubicBezTo>
                  <a:pt x="2823" y="3458"/>
                  <a:pt x="2527" y="3356"/>
                  <a:pt x="2218" y="3283"/>
                </a:cubicBezTo>
                <a:cubicBezTo>
                  <a:pt x="2248" y="3188"/>
                  <a:pt x="2287" y="3096"/>
                  <a:pt x="2330" y="3000"/>
                </a:cubicBezTo>
                <a:close/>
                <a:moveTo>
                  <a:pt x="4398" y="2853"/>
                </a:moveTo>
                <a:cubicBezTo>
                  <a:pt x="4460" y="2853"/>
                  <a:pt x="4514" y="2867"/>
                  <a:pt x="4564" y="2888"/>
                </a:cubicBezTo>
                <a:cubicBezTo>
                  <a:pt x="4489" y="3155"/>
                  <a:pt x="4433" y="3425"/>
                  <a:pt x="4433" y="3698"/>
                </a:cubicBezTo>
                <a:cubicBezTo>
                  <a:pt x="4419" y="3727"/>
                  <a:pt x="4410" y="3751"/>
                  <a:pt x="4400" y="3777"/>
                </a:cubicBezTo>
                <a:cubicBezTo>
                  <a:pt x="4235" y="3602"/>
                  <a:pt x="4041" y="3385"/>
                  <a:pt x="3870" y="3158"/>
                </a:cubicBezTo>
                <a:cubicBezTo>
                  <a:pt x="3972" y="3106"/>
                  <a:pt x="4054" y="3040"/>
                  <a:pt x="4113" y="2954"/>
                </a:cubicBezTo>
                <a:cubicBezTo>
                  <a:pt x="4136" y="2928"/>
                  <a:pt x="4153" y="2898"/>
                  <a:pt x="4169" y="2872"/>
                </a:cubicBezTo>
                <a:lnTo>
                  <a:pt x="4350" y="2855"/>
                </a:lnTo>
                <a:cubicBezTo>
                  <a:pt x="4367" y="2853"/>
                  <a:pt x="4383" y="2853"/>
                  <a:pt x="4398" y="2853"/>
                </a:cubicBezTo>
                <a:close/>
                <a:moveTo>
                  <a:pt x="2195" y="3369"/>
                </a:moveTo>
                <a:cubicBezTo>
                  <a:pt x="2494" y="3438"/>
                  <a:pt x="2787" y="3546"/>
                  <a:pt x="3067" y="3681"/>
                </a:cubicBezTo>
                <a:cubicBezTo>
                  <a:pt x="3133" y="3714"/>
                  <a:pt x="3209" y="3760"/>
                  <a:pt x="3284" y="3813"/>
                </a:cubicBezTo>
                <a:cubicBezTo>
                  <a:pt x="3205" y="3948"/>
                  <a:pt x="3110" y="4073"/>
                  <a:pt x="3004" y="4191"/>
                </a:cubicBezTo>
                <a:lnTo>
                  <a:pt x="3001" y="4195"/>
                </a:lnTo>
                <a:cubicBezTo>
                  <a:pt x="2804" y="4126"/>
                  <a:pt x="2623" y="4017"/>
                  <a:pt x="2475" y="3885"/>
                </a:cubicBezTo>
                <a:cubicBezTo>
                  <a:pt x="2346" y="3770"/>
                  <a:pt x="2244" y="3639"/>
                  <a:pt x="2169" y="3504"/>
                </a:cubicBezTo>
                <a:cubicBezTo>
                  <a:pt x="2172" y="3481"/>
                  <a:pt x="2179" y="3458"/>
                  <a:pt x="2182" y="3431"/>
                </a:cubicBezTo>
                <a:lnTo>
                  <a:pt x="2195" y="3369"/>
                </a:lnTo>
                <a:close/>
                <a:moveTo>
                  <a:pt x="3781" y="3201"/>
                </a:moveTo>
                <a:cubicBezTo>
                  <a:pt x="3965" y="3448"/>
                  <a:pt x="4176" y="3685"/>
                  <a:pt x="4354" y="3869"/>
                </a:cubicBezTo>
                <a:cubicBezTo>
                  <a:pt x="4327" y="3925"/>
                  <a:pt x="4301" y="3974"/>
                  <a:pt x="4271" y="4024"/>
                </a:cubicBezTo>
                <a:cubicBezTo>
                  <a:pt x="4090" y="4178"/>
                  <a:pt x="3867" y="4261"/>
                  <a:pt x="3636" y="4280"/>
                </a:cubicBezTo>
                <a:cubicBezTo>
                  <a:pt x="3643" y="4274"/>
                  <a:pt x="3643" y="4261"/>
                  <a:pt x="3643" y="4247"/>
                </a:cubicBezTo>
                <a:cubicBezTo>
                  <a:pt x="3649" y="4060"/>
                  <a:pt x="3547" y="3912"/>
                  <a:pt x="3406" y="3793"/>
                </a:cubicBezTo>
                <a:cubicBezTo>
                  <a:pt x="3505" y="3616"/>
                  <a:pt x="3577" y="3431"/>
                  <a:pt x="3620" y="3250"/>
                </a:cubicBezTo>
                <a:cubicBezTo>
                  <a:pt x="3676" y="3237"/>
                  <a:pt x="3732" y="3221"/>
                  <a:pt x="3781" y="3201"/>
                </a:cubicBezTo>
                <a:close/>
                <a:moveTo>
                  <a:pt x="3357" y="3876"/>
                </a:moveTo>
                <a:cubicBezTo>
                  <a:pt x="3465" y="3968"/>
                  <a:pt x="3551" y="4093"/>
                  <a:pt x="3541" y="4241"/>
                </a:cubicBezTo>
                <a:cubicBezTo>
                  <a:pt x="3541" y="4257"/>
                  <a:pt x="3541" y="4270"/>
                  <a:pt x="3538" y="4287"/>
                </a:cubicBezTo>
                <a:cubicBezTo>
                  <a:pt x="3527" y="4287"/>
                  <a:pt x="3517" y="4287"/>
                  <a:pt x="3507" y="4287"/>
                </a:cubicBezTo>
                <a:cubicBezTo>
                  <a:pt x="3374" y="4287"/>
                  <a:pt x="3231" y="4267"/>
                  <a:pt x="3100" y="4228"/>
                </a:cubicBezTo>
                <a:cubicBezTo>
                  <a:pt x="3199" y="4116"/>
                  <a:pt x="3284" y="3997"/>
                  <a:pt x="3357" y="3876"/>
                </a:cubicBezTo>
                <a:close/>
                <a:moveTo>
                  <a:pt x="2152" y="3662"/>
                </a:moveTo>
                <a:lnTo>
                  <a:pt x="2152" y="3662"/>
                </a:lnTo>
                <a:cubicBezTo>
                  <a:pt x="2221" y="3767"/>
                  <a:pt x="2307" y="3866"/>
                  <a:pt x="2412" y="3958"/>
                </a:cubicBezTo>
                <a:cubicBezTo>
                  <a:pt x="2557" y="4089"/>
                  <a:pt x="2738" y="4195"/>
                  <a:pt x="2929" y="4270"/>
                </a:cubicBezTo>
                <a:cubicBezTo>
                  <a:pt x="2820" y="4376"/>
                  <a:pt x="2698" y="4471"/>
                  <a:pt x="2577" y="4553"/>
                </a:cubicBezTo>
                <a:cubicBezTo>
                  <a:pt x="2498" y="4504"/>
                  <a:pt x="2429" y="4442"/>
                  <a:pt x="2369" y="4372"/>
                </a:cubicBezTo>
                <a:cubicBezTo>
                  <a:pt x="2221" y="4188"/>
                  <a:pt x="2146" y="3932"/>
                  <a:pt x="2152" y="3662"/>
                </a:cubicBezTo>
                <a:close/>
                <a:moveTo>
                  <a:pt x="4110" y="4244"/>
                </a:moveTo>
                <a:lnTo>
                  <a:pt x="4110" y="4244"/>
                </a:lnTo>
                <a:cubicBezTo>
                  <a:pt x="3979" y="4395"/>
                  <a:pt x="3827" y="4521"/>
                  <a:pt x="3653" y="4603"/>
                </a:cubicBezTo>
                <a:cubicBezTo>
                  <a:pt x="3649" y="4603"/>
                  <a:pt x="3646" y="4606"/>
                  <a:pt x="3643" y="4606"/>
                </a:cubicBezTo>
                <a:cubicBezTo>
                  <a:pt x="3597" y="4600"/>
                  <a:pt x="3551" y="4583"/>
                  <a:pt x="3505" y="4567"/>
                </a:cubicBezTo>
                <a:cubicBezTo>
                  <a:pt x="3561" y="4504"/>
                  <a:pt x="3594" y="4442"/>
                  <a:pt x="3617" y="4376"/>
                </a:cubicBezTo>
                <a:cubicBezTo>
                  <a:pt x="3791" y="4369"/>
                  <a:pt x="3959" y="4323"/>
                  <a:pt x="4110" y="4244"/>
                </a:cubicBezTo>
                <a:close/>
                <a:moveTo>
                  <a:pt x="4804" y="3089"/>
                </a:moveTo>
                <a:cubicBezTo>
                  <a:pt x="4900" y="3217"/>
                  <a:pt x="4962" y="3382"/>
                  <a:pt x="4966" y="3537"/>
                </a:cubicBezTo>
                <a:cubicBezTo>
                  <a:pt x="4979" y="3912"/>
                  <a:pt x="4772" y="4293"/>
                  <a:pt x="4452" y="4488"/>
                </a:cubicBezTo>
                <a:cubicBezTo>
                  <a:pt x="4287" y="4588"/>
                  <a:pt x="4091" y="4637"/>
                  <a:pt x="3896" y="4637"/>
                </a:cubicBezTo>
                <a:cubicBezTo>
                  <a:pt x="3862" y="4637"/>
                  <a:pt x="3828" y="4635"/>
                  <a:pt x="3794" y="4632"/>
                </a:cubicBezTo>
                <a:cubicBezTo>
                  <a:pt x="4011" y="4504"/>
                  <a:pt x="4199" y="4313"/>
                  <a:pt x="4344" y="4076"/>
                </a:cubicBezTo>
                <a:cubicBezTo>
                  <a:pt x="4350" y="4076"/>
                  <a:pt x="4354" y="4073"/>
                  <a:pt x="4357" y="4066"/>
                </a:cubicBezTo>
                <a:cubicBezTo>
                  <a:pt x="4390" y="4040"/>
                  <a:pt x="4423" y="4007"/>
                  <a:pt x="4452" y="3968"/>
                </a:cubicBezTo>
                <a:lnTo>
                  <a:pt x="4469" y="4073"/>
                </a:lnTo>
                <a:lnTo>
                  <a:pt x="4535" y="3964"/>
                </a:lnTo>
                <a:cubicBezTo>
                  <a:pt x="4699" y="3701"/>
                  <a:pt x="4788" y="3398"/>
                  <a:pt x="4804" y="3089"/>
                </a:cubicBezTo>
                <a:close/>
                <a:moveTo>
                  <a:pt x="3416" y="4655"/>
                </a:moveTo>
                <a:cubicBezTo>
                  <a:pt x="3422" y="4665"/>
                  <a:pt x="3429" y="4672"/>
                  <a:pt x="3429" y="4682"/>
                </a:cubicBezTo>
                <a:cubicBezTo>
                  <a:pt x="3413" y="4685"/>
                  <a:pt x="3389" y="4688"/>
                  <a:pt x="3370" y="4692"/>
                </a:cubicBezTo>
                <a:cubicBezTo>
                  <a:pt x="3386" y="4682"/>
                  <a:pt x="3403" y="4669"/>
                  <a:pt x="3416" y="4655"/>
                </a:cubicBezTo>
                <a:close/>
                <a:moveTo>
                  <a:pt x="3034" y="4310"/>
                </a:moveTo>
                <a:cubicBezTo>
                  <a:pt x="3189" y="4356"/>
                  <a:pt x="3353" y="4386"/>
                  <a:pt x="3518" y="4386"/>
                </a:cubicBezTo>
                <a:cubicBezTo>
                  <a:pt x="3495" y="4435"/>
                  <a:pt x="3462" y="4478"/>
                  <a:pt x="3419" y="4527"/>
                </a:cubicBezTo>
                <a:cubicBezTo>
                  <a:pt x="3416" y="4527"/>
                  <a:pt x="3413" y="4524"/>
                  <a:pt x="3406" y="4524"/>
                </a:cubicBezTo>
                <a:cubicBezTo>
                  <a:pt x="3399" y="4517"/>
                  <a:pt x="3386" y="4507"/>
                  <a:pt x="3373" y="4504"/>
                </a:cubicBezTo>
                <a:lnTo>
                  <a:pt x="3330" y="4586"/>
                </a:lnTo>
                <a:cubicBezTo>
                  <a:pt x="3334" y="4586"/>
                  <a:pt x="3340" y="4590"/>
                  <a:pt x="3347" y="4593"/>
                </a:cubicBezTo>
                <a:cubicBezTo>
                  <a:pt x="3301" y="4632"/>
                  <a:pt x="3248" y="4672"/>
                  <a:pt x="3185" y="4715"/>
                </a:cubicBezTo>
                <a:cubicBezTo>
                  <a:pt x="3172" y="4715"/>
                  <a:pt x="3158" y="4715"/>
                  <a:pt x="3144" y="4715"/>
                </a:cubicBezTo>
                <a:cubicBezTo>
                  <a:pt x="2977" y="4715"/>
                  <a:pt x="2815" y="4679"/>
                  <a:pt x="2672" y="4606"/>
                </a:cubicBezTo>
                <a:cubicBezTo>
                  <a:pt x="2797" y="4521"/>
                  <a:pt x="2919" y="4419"/>
                  <a:pt x="3034" y="4310"/>
                </a:cubicBezTo>
                <a:close/>
                <a:moveTo>
                  <a:pt x="1201" y="3145"/>
                </a:moveTo>
                <a:lnTo>
                  <a:pt x="1201" y="3145"/>
                </a:lnTo>
                <a:cubicBezTo>
                  <a:pt x="1412" y="3227"/>
                  <a:pt x="1649" y="3270"/>
                  <a:pt x="1869" y="3310"/>
                </a:cubicBezTo>
                <a:cubicBezTo>
                  <a:pt x="1905" y="3319"/>
                  <a:pt x="1948" y="3323"/>
                  <a:pt x="1984" y="3333"/>
                </a:cubicBezTo>
                <a:lnTo>
                  <a:pt x="1988" y="3333"/>
                </a:lnTo>
                <a:cubicBezTo>
                  <a:pt x="2007" y="3392"/>
                  <a:pt x="2034" y="3458"/>
                  <a:pt x="2067" y="3520"/>
                </a:cubicBezTo>
                <a:cubicBezTo>
                  <a:pt x="2024" y="3866"/>
                  <a:pt x="2106" y="4198"/>
                  <a:pt x="2297" y="4435"/>
                </a:cubicBezTo>
                <a:cubicBezTo>
                  <a:pt x="2350" y="4504"/>
                  <a:pt x="2415" y="4560"/>
                  <a:pt x="2485" y="4609"/>
                </a:cubicBezTo>
                <a:cubicBezTo>
                  <a:pt x="2267" y="4738"/>
                  <a:pt x="2034" y="4823"/>
                  <a:pt x="1794" y="4863"/>
                </a:cubicBezTo>
                <a:cubicBezTo>
                  <a:pt x="1573" y="4715"/>
                  <a:pt x="1392" y="4474"/>
                  <a:pt x="1293" y="4188"/>
                </a:cubicBezTo>
                <a:cubicBezTo>
                  <a:pt x="1175" y="3846"/>
                  <a:pt x="1175" y="3481"/>
                  <a:pt x="1201" y="3145"/>
                </a:cubicBezTo>
                <a:close/>
                <a:moveTo>
                  <a:pt x="675" y="2651"/>
                </a:moveTo>
                <a:cubicBezTo>
                  <a:pt x="681" y="2668"/>
                  <a:pt x="688" y="2684"/>
                  <a:pt x="701" y="2694"/>
                </a:cubicBezTo>
                <a:cubicBezTo>
                  <a:pt x="780" y="2878"/>
                  <a:pt x="918" y="3004"/>
                  <a:pt x="1093" y="3089"/>
                </a:cubicBezTo>
                <a:cubicBezTo>
                  <a:pt x="1000" y="3185"/>
                  <a:pt x="935" y="3303"/>
                  <a:pt x="915" y="3441"/>
                </a:cubicBezTo>
                <a:cubicBezTo>
                  <a:pt x="885" y="3635"/>
                  <a:pt x="948" y="3826"/>
                  <a:pt x="1004" y="3991"/>
                </a:cubicBezTo>
                <a:cubicBezTo>
                  <a:pt x="1116" y="4313"/>
                  <a:pt x="1231" y="4623"/>
                  <a:pt x="1409" y="4873"/>
                </a:cubicBezTo>
                <a:cubicBezTo>
                  <a:pt x="1376" y="4873"/>
                  <a:pt x="1346" y="4869"/>
                  <a:pt x="1316" y="4866"/>
                </a:cubicBezTo>
                <a:cubicBezTo>
                  <a:pt x="668" y="4774"/>
                  <a:pt x="138" y="4231"/>
                  <a:pt x="112" y="3632"/>
                </a:cubicBezTo>
                <a:cubicBezTo>
                  <a:pt x="99" y="3323"/>
                  <a:pt x="250" y="2994"/>
                  <a:pt x="510" y="2773"/>
                </a:cubicBezTo>
                <a:cubicBezTo>
                  <a:pt x="566" y="2727"/>
                  <a:pt x="619" y="2684"/>
                  <a:pt x="675" y="2651"/>
                </a:cubicBezTo>
                <a:close/>
                <a:moveTo>
                  <a:pt x="1099" y="3224"/>
                </a:moveTo>
                <a:lnTo>
                  <a:pt x="1099" y="3224"/>
                </a:lnTo>
                <a:cubicBezTo>
                  <a:pt x="1079" y="3546"/>
                  <a:pt x="1093" y="3885"/>
                  <a:pt x="1201" y="4214"/>
                </a:cubicBezTo>
                <a:cubicBezTo>
                  <a:pt x="1297" y="4491"/>
                  <a:pt x="1458" y="4718"/>
                  <a:pt x="1655" y="4879"/>
                </a:cubicBezTo>
                <a:cubicBezTo>
                  <a:pt x="1609" y="4883"/>
                  <a:pt x="1563" y="4883"/>
                  <a:pt x="1524" y="4883"/>
                </a:cubicBezTo>
                <a:cubicBezTo>
                  <a:pt x="1330" y="4636"/>
                  <a:pt x="1208" y="4307"/>
                  <a:pt x="1086" y="3961"/>
                </a:cubicBezTo>
                <a:cubicBezTo>
                  <a:pt x="1033" y="3803"/>
                  <a:pt x="974" y="3629"/>
                  <a:pt x="1000" y="3458"/>
                </a:cubicBezTo>
                <a:cubicBezTo>
                  <a:pt x="1014" y="3372"/>
                  <a:pt x="1050" y="3293"/>
                  <a:pt x="1099" y="3224"/>
                </a:cubicBezTo>
                <a:close/>
                <a:moveTo>
                  <a:pt x="2577" y="4669"/>
                </a:moveTo>
                <a:cubicBezTo>
                  <a:pt x="2715" y="4748"/>
                  <a:pt x="2873" y="4790"/>
                  <a:pt x="3037" y="4807"/>
                </a:cubicBezTo>
                <a:cubicBezTo>
                  <a:pt x="2784" y="4951"/>
                  <a:pt x="2542" y="5024"/>
                  <a:pt x="2321" y="5024"/>
                </a:cubicBezTo>
                <a:cubicBezTo>
                  <a:pt x="2255" y="5024"/>
                  <a:pt x="2191" y="5017"/>
                  <a:pt x="2129" y="5004"/>
                </a:cubicBezTo>
                <a:cubicBezTo>
                  <a:pt x="2057" y="4988"/>
                  <a:pt x="1988" y="4968"/>
                  <a:pt x="1922" y="4935"/>
                </a:cubicBezTo>
                <a:cubicBezTo>
                  <a:pt x="2149" y="4886"/>
                  <a:pt x="2369" y="4790"/>
                  <a:pt x="2577" y="4669"/>
                </a:cubicBezTo>
                <a:close/>
                <a:moveTo>
                  <a:pt x="3459" y="4771"/>
                </a:moveTo>
                <a:lnTo>
                  <a:pt x="3459" y="4771"/>
                </a:lnTo>
                <a:cubicBezTo>
                  <a:pt x="3485" y="4883"/>
                  <a:pt x="3455" y="5011"/>
                  <a:pt x="3383" y="5096"/>
                </a:cubicBezTo>
                <a:cubicBezTo>
                  <a:pt x="3271" y="5231"/>
                  <a:pt x="3087" y="5307"/>
                  <a:pt x="2800" y="5333"/>
                </a:cubicBezTo>
                <a:cubicBezTo>
                  <a:pt x="2718" y="5342"/>
                  <a:pt x="2639" y="5346"/>
                  <a:pt x="2563" y="5346"/>
                </a:cubicBezTo>
                <a:cubicBezTo>
                  <a:pt x="2266" y="5346"/>
                  <a:pt x="2015" y="5281"/>
                  <a:pt x="1813" y="5152"/>
                </a:cubicBezTo>
                <a:cubicBezTo>
                  <a:pt x="1738" y="5103"/>
                  <a:pt x="1668" y="5044"/>
                  <a:pt x="1606" y="4978"/>
                </a:cubicBezTo>
                <a:cubicBezTo>
                  <a:pt x="1659" y="4971"/>
                  <a:pt x="1718" y="4968"/>
                  <a:pt x="1767" y="4961"/>
                </a:cubicBezTo>
                <a:cubicBezTo>
                  <a:pt x="1872" y="5027"/>
                  <a:pt x="1984" y="5070"/>
                  <a:pt x="2103" y="5096"/>
                </a:cubicBezTo>
                <a:cubicBezTo>
                  <a:pt x="2172" y="5111"/>
                  <a:pt x="2242" y="5118"/>
                  <a:pt x="2314" y="5118"/>
                </a:cubicBezTo>
                <a:cubicBezTo>
                  <a:pt x="2591" y="5118"/>
                  <a:pt x="2893" y="5013"/>
                  <a:pt x="3209" y="4807"/>
                </a:cubicBezTo>
                <a:cubicBezTo>
                  <a:pt x="3291" y="4804"/>
                  <a:pt x="3376" y="4790"/>
                  <a:pt x="3459" y="4771"/>
                </a:cubicBezTo>
                <a:close/>
                <a:moveTo>
                  <a:pt x="2777" y="1"/>
                </a:moveTo>
                <a:cubicBezTo>
                  <a:pt x="2653" y="1"/>
                  <a:pt x="2516" y="21"/>
                  <a:pt x="2366" y="62"/>
                </a:cubicBezTo>
                <a:cubicBezTo>
                  <a:pt x="2017" y="151"/>
                  <a:pt x="1757" y="308"/>
                  <a:pt x="1606" y="522"/>
                </a:cubicBezTo>
                <a:cubicBezTo>
                  <a:pt x="1116" y="578"/>
                  <a:pt x="408" y="970"/>
                  <a:pt x="395" y="1477"/>
                </a:cubicBezTo>
                <a:cubicBezTo>
                  <a:pt x="392" y="1740"/>
                  <a:pt x="490" y="1990"/>
                  <a:pt x="658" y="2184"/>
                </a:cubicBezTo>
                <a:cubicBezTo>
                  <a:pt x="629" y="2312"/>
                  <a:pt x="622" y="2438"/>
                  <a:pt x="645" y="2559"/>
                </a:cubicBezTo>
                <a:cubicBezTo>
                  <a:pt x="576" y="2595"/>
                  <a:pt x="510" y="2645"/>
                  <a:pt x="444" y="2698"/>
                </a:cubicBezTo>
                <a:cubicBezTo>
                  <a:pt x="161" y="2941"/>
                  <a:pt x="0" y="3290"/>
                  <a:pt x="13" y="3635"/>
                </a:cubicBezTo>
                <a:cubicBezTo>
                  <a:pt x="43" y="4280"/>
                  <a:pt x="606" y="4863"/>
                  <a:pt x="1300" y="4961"/>
                </a:cubicBezTo>
                <a:cubicBezTo>
                  <a:pt x="1359" y="4968"/>
                  <a:pt x="1415" y="4978"/>
                  <a:pt x="1478" y="4978"/>
                </a:cubicBezTo>
                <a:cubicBezTo>
                  <a:pt x="1560" y="5077"/>
                  <a:pt x="1655" y="5162"/>
                  <a:pt x="1767" y="5231"/>
                </a:cubicBezTo>
                <a:cubicBezTo>
                  <a:pt x="1984" y="5373"/>
                  <a:pt x="2254" y="5442"/>
                  <a:pt x="2573" y="5442"/>
                </a:cubicBezTo>
                <a:cubicBezTo>
                  <a:pt x="2646" y="5442"/>
                  <a:pt x="2728" y="5439"/>
                  <a:pt x="2804" y="5429"/>
                </a:cubicBezTo>
                <a:cubicBezTo>
                  <a:pt x="3110" y="5399"/>
                  <a:pt x="3317" y="5314"/>
                  <a:pt x="3449" y="5159"/>
                </a:cubicBezTo>
                <a:cubicBezTo>
                  <a:pt x="3538" y="5050"/>
                  <a:pt x="3580" y="4889"/>
                  <a:pt x="3547" y="4748"/>
                </a:cubicBezTo>
                <a:lnTo>
                  <a:pt x="3547" y="4741"/>
                </a:lnTo>
                <a:cubicBezTo>
                  <a:pt x="3580" y="4731"/>
                  <a:pt x="3613" y="4718"/>
                  <a:pt x="3643" y="4705"/>
                </a:cubicBezTo>
                <a:cubicBezTo>
                  <a:pt x="3726" y="4724"/>
                  <a:pt x="3811" y="4733"/>
                  <a:pt x="3896" y="4733"/>
                </a:cubicBezTo>
                <a:cubicBezTo>
                  <a:pt x="4104" y="4733"/>
                  <a:pt x="4312" y="4677"/>
                  <a:pt x="4492" y="4570"/>
                </a:cubicBezTo>
                <a:cubicBezTo>
                  <a:pt x="4847" y="4356"/>
                  <a:pt x="5068" y="3951"/>
                  <a:pt x="5051" y="3537"/>
                </a:cubicBezTo>
                <a:cubicBezTo>
                  <a:pt x="5045" y="3319"/>
                  <a:pt x="4949" y="3102"/>
                  <a:pt x="4801" y="2948"/>
                </a:cubicBezTo>
                <a:cubicBezTo>
                  <a:pt x="4801" y="2816"/>
                  <a:pt x="4788" y="2684"/>
                  <a:pt x="4762" y="2559"/>
                </a:cubicBezTo>
                <a:cubicBezTo>
                  <a:pt x="4979" y="2345"/>
                  <a:pt x="5134" y="2082"/>
                  <a:pt x="5196" y="1796"/>
                </a:cubicBezTo>
                <a:cubicBezTo>
                  <a:pt x="5298" y="1325"/>
                  <a:pt x="5134" y="819"/>
                  <a:pt x="4781" y="536"/>
                </a:cubicBezTo>
                <a:cubicBezTo>
                  <a:pt x="4639" y="419"/>
                  <a:pt x="4499" y="372"/>
                  <a:pt x="4364" y="372"/>
                </a:cubicBezTo>
                <a:cubicBezTo>
                  <a:pt x="4277" y="372"/>
                  <a:pt x="4192" y="392"/>
                  <a:pt x="4110" y="424"/>
                </a:cubicBezTo>
                <a:cubicBezTo>
                  <a:pt x="4081" y="414"/>
                  <a:pt x="4048" y="404"/>
                  <a:pt x="4021" y="394"/>
                </a:cubicBezTo>
                <a:cubicBezTo>
                  <a:pt x="3904" y="358"/>
                  <a:pt x="3784" y="341"/>
                  <a:pt x="3664" y="341"/>
                </a:cubicBezTo>
                <a:cubicBezTo>
                  <a:pt x="3620" y="341"/>
                  <a:pt x="3575" y="344"/>
                  <a:pt x="3531" y="348"/>
                </a:cubicBezTo>
                <a:cubicBezTo>
                  <a:pt x="3376" y="206"/>
                  <a:pt x="3192" y="78"/>
                  <a:pt x="3067" y="42"/>
                </a:cubicBezTo>
                <a:cubicBezTo>
                  <a:pt x="2978" y="15"/>
                  <a:pt x="2882" y="1"/>
                  <a:pt x="277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noProof="1"/>
          </a:p>
        </p:txBody>
      </p:sp>
      <p:grpSp>
        <p:nvGrpSpPr>
          <p:cNvPr id="1455" name="Google Shape;1455;p54"/>
          <p:cNvGrpSpPr/>
          <p:nvPr/>
        </p:nvGrpSpPr>
        <p:grpSpPr>
          <a:xfrm>
            <a:off x="5950601" y="1617635"/>
            <a:ext cx="3058215" cy="2963634"/>
            <a:chOff x="4870825" y="1445750"/>
            <a:chExt cx="3594932" cy="3751693"/>
          </a:xfrm>
        </p:grpSpPr>
        <p:grpSp>
          <p:nvGrpSpPr>
            <p:cNvPr id="1456" name="Google Shape;1456;p54"/>
            <p:cNvGrpSpPr/>
            <p:nvPr/>
          </p:nvGrpSpPr>
          <p:grpSpPr>
            <a:xfrm>
              <a:off x="4870825" y="1445750"/>
              <a:ext cx="3594932" cy="3751693"/>
              <a:chOff x="4870825" y="1435050"/>
              <a:chExt cx="3594932" cy="3751693"/>
            </a:xfrm>
          </p:grpSpPr>
          <p:sp>
            <p:nvSpPr>
              <p:cNvPr id="1457" name="Google Shape;1457;p54"/>
              <p:cNvSpPr/>
              <p:nvPr/>
            </p:nvSpPr>
            <p:spPr>
              <a:xfrm>
                <a:off x="4915311" y="1801794"/>
                <a:ext cx="3550445" cy="1834500"/>
              </a:xfrm>
              <a:custGeom>
                <a:avLst/>
                <a:gdLst/>
                <a:ahLst/>
                <a:cxnLst/>
                <a:rect l="l" t="t" r="r" b="b"/>
                <a:pathLst>
                  <a:path w="46449" h="24000" extrusionOk="0">
                    <a:moveTo>
                      <a:pt x="35777" y="0"/>
                    </a:moveTo>
                    <a:cubicBezTo>
                      <a:pt x="29158" y="0"/>
                      <a:pt x="27611" y="12163"/>
                      <a:pt x="22134" y="14881"/>
                    </a:cubicBezTo>
                    <a:cubicBezTo>
                      <a:pt x="16109" y="17872"/>
                      <a:pt x="1034" y="15045"/>
                      <a:pt x="1" y="23999"/>
                    </a:cubicBezTo>
                    <a:lnTo>
                      <a:pt x="8692" y="22877"/>
                    </a:lnTo>
                    <a:cubicBezTo>
                      <a:pt x="10149" y="22895"/>
                      <a:pt x="15287" y="23938"/>
                      <a:pt x="21064" y="23938"/>
                    </a:cubicBezTo>
                    <a:cubicBezTo>
                      <a:pt x="26953" y="23938"/>
                      <a:pt x="33505" y="22854"/>
                      <a:pt x="37498" y="18497"/>
                    </a:cubicBezTo>
                    <a:cubicBezTo>
                      <a:pt x="41628" y="13983"/>
                      <a:pt x="46449" y="3331"/>
                      <a:pt x="37939" y="392"/>
                    </a:cubicBezTo>
                    <a:cubicBezTo>
                      <a:pt x="37161" y="124"/>
                      <a:pt x="36444" y="0"/>
                      <a:pt x="3577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GB" noProof="1"/>
              </a:p>
            </p:txBody>
          </p:sp>
          <p:sp>
            <p:nvSpPr>
              <p:cNvPr id="1458" name="Google Shape;1458;p54"/>
              <p:cNvSpPr/>
              <p:nvPr/>
            </p:nvSpPr>
            <p:spPr>
              <a:xfrm>
                <a:off x="7376044" y="2181074"/>
                <a:ext cx="170150" cy="266155"/>
              </a:xfrm>
              <a:custGeom>
                <a:avLst/>
                <a:gdLst/>
                <a:ahLst/>
                <a:cxnLst/>
                <a:rect l="l" t="t" r="r" b="b"/>
                <a:pathLst>
                  <a:path w="2226" h="3482" extrusionOk="0">
                    <a:moveTo>
                      <a:pt x="366" y="1"/>
                    </a:moveTo>
                    <a:cubicBezTo>
                      <a:pt x="254" y="392"/>
                      <a:pt x="103" y="866"/>
                      <a:pt x="57" y="1268"/>
                    </a:cubicBezTo>
                    <a:cubicBezTo>
                      <a:pt x="11" y="1682"/>
                      <a:pt x="1" y="2107"/>
                      <a:pt x="119" y="2505"/>
                    </a:cubicBezTo>
                    <a:cubicBezTo>
                      <a:pt x="238" y="2906"/>
                      <a:pt x="514" y="3275"/>
                      <a:pt x="899" y="3426"/>
                    </a:cubicBezTo>
                    <a:cubicBezTo>
                      <a:pt x="992" y="3464"/>
                      <a:pt x="1103" y="3482"/>
                      <a:pt x="1222" y="3482"/>
                    </a:cubicBezTo>
                    <a:cubicBezTo>
                      <a:pt x="1600" y="3482"/>
                      <a:pt x="2055" y="3304"/>
                      <a:pt x="2225" y="3038"/>
                    </a:cubicBezTo>
                    <a:cubicBezTo>
                      <a:pt x="1557" y="2054"/>
                      <a:pt x="939" y="1041"/>
                      <a:pt x="36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GB" noProof="1"/>
              </a:p>
            </p:txBody>
          </p:sp>
          <p:sp>
            <p:nvSpPr>
              <p:cNvPr id="1459" name="Google Shape;1459;p54"/>
              <p:cNvSpPr/>
              <p:nvPr/>
            </p:nvSpPr>
            <p:spPr>
              <a:xfrm>
                <a:off x="7632107" y="2433163"/>
                <a:ext cx="282284" cy="138428"/>
              </a:xfrm>
              <a:custGeom>
                <a:avLst/>
                <a:gdLst/>
                <a:ahLst/>
                <a:cxnLst/>
                <a:rect l="l" t="t" r="r" b="b"/>
                <a:pathLst>
                  <a:path w="3693" h="1811" extrusionOk="0">
                    <a:moveTo>
                      <a:pt x="3693" y="0"/>
                    </a:moveTo>
                    <a:lnTo>
                      <a:pt x="3693" y="0"/>
                    </a:lnTo>
                    <a:cubicBezTo>
                      <a:pt x="2515" y="171"/>
                      <a:pt x="1330" y="286"/>
                      <a:pt x="145" y="342"/>
                    </a:cubicBezTo>
                    <a:cubicBezTo>
                      <a:pt x="1" y="734"/>
                      <a:pt x="277" y="1428"/>
                      <a:pt x="632" y="1642"/>
                    </a:cubicBezTo>
                    <a:cubicBezTo>
                      <a:pt x="824" y="1758"/>
                      <a:pt x="1048" y="1811"/>
                      <a:pt x="1275" y="1811"/>
                    </a:cubicBezTo>
                    <a:cubicBezTo>
                      <a:pt x="1465" y="1811"/>
                      <a:pt x="1658" y="1774"/>
                      <a:pt x="1837" y="1708"/>
                    </a:cubicBezTo>
                    <a:cubicBezTo>
                      <a:pt x="2228" y="1563"/>
                      <a:pt x="2564" y="1300"/>
                      <a:pt x="2864" y="1014"/>
                    </a:cubicBezTo>
                    <a:cubicBezTo>
                      <a:pt x="3160" y="734"/>
                      <a:pt x="3446" y="326"/>
                      <a:pt x="3693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GB" noProof="1"/>
              </a:p>
            </p:txBody>
          </p:sp>
          <p:sp>
            <p:nvSpPr>
              <p:cNvPr id="1460" name="Google Shape;1460;p54"/>
              <p:cNvSpPr/>
              <p:nvPr/>
            </p:nvSpPr>
            <p:spPr>
              <a:xfrm>
                <a:off x="7259095" y="2320953"/>
                <a:ext cx="647043" cy="494321"/>
              </a:xfrm>
              <a:custGeom>
                <a:avLst/>
                <a:gdLst/>
                <a:ahLst/>
                <a:cxnLst/>
                <a:rect l="l" t="t" r="r" b="b"/>
                <a:pathLst>
                  <a:path w="8465" h="6467" extrusionOk="0">
                    <a:moveTo>
                      <a:pt x="241" y="0"/>
                    </a:moveTo>
                    <a:lnTo>
                      <a:pt x="241" y="0"/>
                    </a:lnTo>
                    <a:cubicBezTo>
                      <a:pt x="1" y="1208"/>
                      <a:pt x="10" y="2459"/>
                      <a:pt x="264" y="3663"/>
                    </a:cubicBezTo>
                    <a:cubicBezTo>
                      <a:pt x="269" y="3663"/>
                      <a:pt x="274" y="3663"/>
                      <a:pt x="280" y="3663"/>
                    </a:cubicBezTo>
                    <a:cubicBezTo>
                      <a:pt x="1206" y="3663"/>
                      <a:pt x="2134" y="3952"/>
                      <a:pt x="2916" y="4466"/>
                    </a:cubicBezTo>
                    <a:cubicBezTo>
                      <a:pt x="3676" y="4966"/>
                      <a:pt x="4295" y="5667"/>
                      <a:pt x="4733" y="6467"/>
                    </a:cubicBezTo>
                    <a:cubicBezTo>
                      <a:pt x="5256" y="6266"/>
                      <a:pt x="5753" y="5996"/>
                      <a:pt x="6213" y="5677"/>
                    </a:cubicBezTo>
                    <a:cubicBezTo>
                      <a:pt x="7016" y="5127"/>
                      <a:pt x="7819" y="4268"/>
                      <a:pt x="8464" y="3538"/>
                    </a:cubicBezTo>
                    <a:lnTo>
                      <a:pt x="8464" y="3538"/>
                    </a:lnTo>
                    <a:cubicBezTo>
                      <a:pt x="7296" y="4285"/>
                      <a:pt x="5858" y="4591"/>
                      <a:pt x="4466" y="4591"/>
                    </a:cubicBezTo>
                    <a:lnTo>
                      <a:pt x="4117" y="3350"/>
                    </a:lnTo>
                    <a:lnTo>
                      <a:pt x="2900" y="3795"/>
                    </a:lnTo>
                    <a:lnTo>
                      <a:pt x="2571" y="2646"/>
                    </a:lnTo>
                    <a:lnTo>
                      <a:pt x="1649" y="3028"/>
                    </a:lnTo>
                    <a:cubicBezTo>
                      <a:pt x="1021" y="2106"/>
                      <a:pt x="488" y="1086"/>
                      <a:pt x="24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GB" noProof="1"/>
              </a:p>
            </p:txBody>
          </p:sp>
          <p:sp>
            <p:nvSpPr>
              <p:cNvPr id="1461" name="Google Shape;1461;p54"/>
              <p:cNvSpPr/>
              <p:nvPr/>
            </p:nvSpPr>
            <p:spPr>
              <a:xfrm>
                <a:off x="7279198" y="2600865"/>
                <a:ext cx="341446" cy="239555"/>
              </a:xfrm>
              <a:custGeom>
                <a:avLst/>
                <a:gdLst/>
                <a:ahLst/>
                <a:cxnLst/>
                <a:rect l="l" t="t" r="r" b="b"/>
                <a:pathLst>
                  <a:path w="4467" h="3134" extrusionOk="0">
                    <a:moveTo>
                      <a:pt x="1" y="1"/>
                    </a:moveTo>
                    <a:cubicBezTo>
                      <a:pt x="90" y="425"/>
                      <a:pt x="205" y="840"/>
                      <a:pt x="356" y="1248"/>
                    </a:cubicBezTo>
                    <a:lnTo>
                      <a:pt x="1534" y="1001"/>
                    </a:lnTo>
                    <a:lnTo>
                      <a:pt x="1837" y="2383"/>
                    </a:lnTo>
                    <a:lnTo>
                      <a:pt x="2936" y="1939"/>
                    </a:lnTo>
                    <a:lnTo>
                      <a:pt x="3282" y="3134"/>
                    </a:lnTo>
                    <a:cubicBezTo>
                      <a:pt x="3690" y="3068"/>
                      <a:pt x="4085" y="2953"/>
                      <a:pt x="4466" y="2805"/>
                    </a:cubicBezTo>
                    <a:cubicBezTo>
                      <a:pt x="4032" y="2005"/>
                      <a:pt x="3413" y="1304"/>
                      <a:pt x="2653" y="804"/>
                    </a:cubicBezTo>
                    <a:cubicBezTo>
                      <a:pt x="1870" y="287"/>
                      <a:pt x="932" y="1"/>
                      <a:pt x="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GB" noProof="1"/>
              </a:p>
            </p:txBody>
          </p:sp>
          <p:sp>
            <p:nvSpPr>
              <p:cNvPr id="1462" name="Google Shape;1462;p54"/>
              <p:cNvSpPr/>
              <p:nvPr/>
            </p:nvSpPr>
            <p:spPr>
              <a:xfrm>
                <a:off x="5978778" y="2971890"/>
                <a:ext cx="537356" cy="281901"/>
              </a:xfrm>
              <a:custGeom>
                <a:avLst/>
                <a:gdLst/>
                <a:ahLst/>
                <a:cxnLst/>
                <a:rect l="l" t="t" r="r" b="b"/>
                <a:pathLst>
                  <a:path w="7030" h="3688" extrusionOk="0">
                    <a:moveTo>
                      <a:pt x="6543" y="1"/>
                    </a:moveTo>
                    <a:cubicBezTo>
                      <a:pt x="5707" y="849"/>
                      <a:pt x="3459" y="2976"/>
                      <a:pt x="1978" y="2976"/>
                    </a:cubicBezTo>
                    <a:cubicBezTo>
                      <a:pt x="1903" y="2976"/>
                      <a:pt x="1829" y="2970"/>
                      <a:pt x="1758" y="2959"/>
                    </a:cubicBezTo>
                    <a:cubicBezTo>
                      <a:pt x="455" y="2745"/>
                      <a:pt x="425" y="1445"/>
                      <a:pt x="508" y="725"/>
                    </a:cubicBezTo>
                    <a:lnTo>
                      <a:pt x="508" y="725"/>
                    </a:lnTo>
                    <a:cubicBezTo>
                      <a:pt x="393" y="813"/>
                      <a:pt x="261" y="912"/>
                      <a:pt x="119" y="1008"/>
                    </a:cubicBezTo>
                    <a:cubicBezTo>
                      <a:pt x="1" y="1715"/>
                      <a:pt x="8" y="3048"/>
                      <a:pt x="1541" y="3601"/>
                    </a:cubicBezTo>
                    <a:cubicBezTo>
                      <a:pt x="1709" y="3660"/>
                      <a:pt x="1885" y="3688"/>
                      <a:pt x="2068" y="3688"/>
                    </a:cubicBezTo>
                    <a:cubicBezTo>
                      <a:pt x="3837" y="3688"/>
                      <a:pt x="6225" y="1129"/>
                      <a:pt x="7030" y="205"/>
                    </a:cubicBezTo>
                    <a:cubicBezTo>
                      <a:pt x="6849" y="132"/>
                      <a:pt x="6684" y="66"/>
                      <a:pt x="654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GB" noProof="1"/>
              </a:p>
            </p:txBody>
          </p:sp>
          <p:sp>
            <p:nvSpPr>
              <p:cNvPr id="1463" name="Google Shape;1463;p54"/>
              <p:cNvSpPr/>
              <p:nvPr/>
            </p:nvSpPr>
            <p:spPr>
              <a:xfrm>
                <a:off x="6011034" y="2677837"/>
                <a:ext cx="467874" cy="521533"/>
              </a:xfrm>
              <a:custGeom>
                <a:avLst/>
                <a:gdLst/>
                <a:ahLst/>
                <a:cxnLst/>
                <a:rect l="l" t="t" r="r" b="b"/>
                <a:pathLst>
                  <a:path w="6121" h="6823" extrusionOk="0">
                    <a:moveTo>
                      <a:pt x="902" y="1"/>
                    </a:moveTo>
                    <a:cubicBezTo>
                      <a:pt x="902" y="1"/>
                      <a:pt x="1066" y="3186"/>
                      <a:pt x="507" y="4134"/>
                    </a:cubicBezTo>
                    <a:cubicBezTo>
                      <a:pt x="425" y="4272"/>
                      <a:pt x="280" y="4420"/>
                      <a:pt x="92" y="4575"/>
                    </a:cubicBezTo>
                    <a:cubicBezTo>
                      <a:pt x="0" y="5286"/>
                      <a:pt x="33" y="6592"/>
                      <a:pt x="1340" y="6806"/>
                    </a:cubicBezTo>
                    <a:cubicBezTo>
                      <a:pt x="1411" y="6817"/>
                      <a:pt x="1484" y="6823"/>
                      <a:pt x="1559" y="6823"/>
                    </a:cubicBezTo>
                    <a:cubicBezTo>
                      <a:pt x="3037" y="6823"/>
                      <a:pt x="5285" y="4699"/>
                      <a:pt x="6121" y="3848"/>
                    </a:cubicBezTo>
                    <a:cubicBezTo>
                      <a:pt x="5759" y="3686"/>
                      <a:pt x="5529" y="3565"/>
                      <a:pt x="5492" y="3476"/>
                    </a:cubicBezTo>
                    <a:cubicBezTo>
                      <a:pt x="5262" y="2949"/>
                      <a:pt x="4772" y="34"/>
                      <a:pt x="4772" y="34"/>
                    </a:cubicBezTo>
                    <a:lnTo>
                      <a:pt x="902" y="1"/>
                    </a:lnTo>
                    <a:close/>
                  </a:path>
                </a:pathLst>
              </a:custGeom>
              <a:solidFill>
                <a:srgbClr val="FF95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GB" noProof="1"/>
              </a:p>
            </p:txBody>
          </p:sp>
          <p:sp>
            <p:nvSpPr>
              <p:cNvPr id="1464" name="Google Shape;1464;p54"/>
              <p:cNvSpPr/>
              <p:nvPr/>
            </p:nvSpPr>
            <p:spPr>
              <a:xfrm>
                <a:off x="5445554" y="2987483"/>
                <a:ext cx="1703486" cy="2199260"/>
              </a:xfrm>
              <a:custGeom>
                <a:avLst/>
                <a:gdLst/>
                <a:ahLst/>
                <a:cxnLst/>
                <a:rect l="l" t="t" r="r" b="b"/>
                <a:pathLst>
                  <a:path w="22286" h="28772" extrusionOk="0">
                    <a:moveTo>
                      <a:pt x="14006" y="1"/>
                    </a:moveTo>
                    <a:cubicBezTo>
                      <a:pt x="13201" y="925"/>
                      <a:pt x="10813" y="3484"/>
                      <a:pt x="9044" y="3484"/>
                    </a:cubicBezTo>
                    <a:cubicBezTo>
                      <a:pt x="8861" y="3484"/>
                      <a:pt x="8685" y="3456"/>
                      <a:pt x="8517" y="3397"/>
                    </a:cubicBezTo>
                    <a:cubicBezTo>
                      <a:pt x="6984" y="2844"/>
                      <a:pt x="6977" y="1514"/>
                      <a:pt x="7095" y="804"/>
                    </a:cubicBezTo>
                    <a:lnTo>
                      <a:pt x="7095" y="804"/>
                    </a:lnTo>
                    <a:cubicBezTo>
                      <a:pt x="5796" y="1672"/>
                      <a:pt x="3407" y="2729"/>
                      <a:pt x="2294" y="3686"/>
                    </a:cubicBezTo>
                    <a:cubicBezTo>
                      <a:pt x="850" y="4933"/>
                      <a:pt x="1" y="14545"/>
                      <a:pt x="1" y="14545"/>
                    </a:cubicBezTo>
                    <a:lnTo>
                      <a:pt x="4463" y="13729"/>
                    </a:lnTo>
                    <a:lnTo>
                      <a:pt x="2689" y="28771"/>
                    </a:lnTo>
                    <a:lnTo>
                      <a:pt x="22048" y="28771"/>
                    </a:lnTo>
                    <a:cubicBezTo>
                      <a:pt x="22048" y="28771"/>
                      <a:pt x="20281" y="17793"/>
                      <a:pt x="20215" y="16645"/>
                    </a:cubicBezTo>
                    <a:cubicBezTo>
                      <a:pt x="20146" y="15493"/>
                      <a:pt x="20229" y="12864"/>
                      <a:pt x="20229" y="12864"/>
                    </a:cubicBezTo>
                    <a:lnTo>
                      <a:pt x="22285" y="13048"/>
                    </a:lnTo>
                    <a:cubicBezTo>
                      <a:pt x="22285" y="13048"/>
                      <a:pt x="21976" y="6872"/>
                      <a:pt x="21120" y="4344"/>
                    </a:cubicBezTo>
                    <a:cubicBezTo>
                      <a:pt x="20469" y="2409"/>
                      <a:pt x="16102" y="853"/>
                      <a:pt x="140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GB" noProof="1"/>
              </a:p>
            </p:txBody>
          </p:sp>
          <p:sp>
            <p:nvSpPr>
              <p:cNvPr id="1465" name="Google Shape;1465;p54"/>
              <p:cNvSpPr/>
              <p:nvPr/>
            </p:nvSpPr>
            <p:spPr>
              <a:xfrm>
                <a:off x="5477505" y="1435050"/>
                <a:ext cx="1392538" cy="911670"/>
              </a:xfrm>
              <a:custGeom>
                <a:avLst/>
                <a:gdLst/>
                <a:ahLst/>
                <a:cxnLst/>
                <a:rect l="l" t="t" r="r" b="b"/>
                <a:pathLst>
                  <a:path w="18218" h="11927" extrusionOk="0">
                    <a:moveTo>
                      <a:pt x="8569" y="1"/>
                    </a:moveTo>
                    <a:cubicBezTo>
                      <a:pt x="7682" y="1"/>
                      <a:pt x="6680" y="582"/>
                      <a:pt x="6246" y="1353"/>
                    </a:cubicBezTo>
                    <a:cubicBezTo>
                      <a:pt x="5878" y="1081"/>
                      <a:pt x="5422" y="948"/>
                      <a:pt x="4964" y="948"/>
                    </a:cubicBezTo>
                    <a:cubicBezTo>
                      <a:pt x="4592" y="948"/>
                      <a:pt x="4217" y="1036"/>
                      <a:pt x="3887" y="1208"/>
                    </a:cubicBezTo>
                    <a:cubicBezTo>
                      <a:pt x="3153" y="1597"/>
                      <a:pt x="2571" y="2554"/>
                      <a:pt x="2462" y="3377"/>
                    </a:cubicBezTo>
                    <a:cubicBezTo>
                      <a:pt x="1745" y="3469"/>
                      <a:pt x="1119" y="4012"/>
                      <a:pt x="869" y="4687"/>
                    </a:cubicBezTo>
                    <a:cubicBezTo>
                      <a:pt x="613" y="5361"/>
                      <a:pt x="669" y="6190"/>
                      <a:pt x="1031" y="6816"/>
                    </a:cubicBezTo>
                    <a:cubicBezTo>
                      <a:pt x="524" y="6957"/>
                      <a:pt x="159" y="7451"/>
                      <a:pt x="80" y="7971"/>
                    </a:cubicBezTo>
                    <a:cubicBezTo>
                      <a:pt x="1" y="8494"/>
                      <a:pt x="175" y="9030"/>
                      <a:pt x="455" y="9478"/>
                    </a:cubicBezTo>
                    <a:cubicBezTo>
                      <a:pt x="593" y="9698"/>
                      <a:pt x="777" y="9919"/>
                      <a:pt x="1034" y="9968"/>
                    </a:cubicBezTo>
                    <a:cubicBezTo>
                      <a:pt x="840" y="10379"/>
                      <a:pt x="971" y="10893"/>
                      <a:pt x="1268" y="11238"/>
                    </a:cubicBezTo>
                    <a:cubicBezTo>
                      <a:pt x="1564" y="11584"/>
                      <a:pt x="1992" y="11788"/>
                      <a:pt x="2429" y="11926"/>
                    </a:cubicBezTo>
                    <a:lnTo>
                      <a:pt x="15454" y="11390"/>
                    </a:lnTo>
                    <a:cubicBezTo>
                      <a:pt x="15737" y="11570"/>
                      <a:pt x="16076" y="11665"/>
                      <a:pt x="16413" y="11665"/>
                    </a:cubicBezTo>
                    <a:cubicBezTo>
                      <a:pt x="16624" y="11665"/>
                      <a:pt x="16834" y="11628"/>
                      <a:pt x="17030" y="11551"/>
                    </a:cubicBezTo>
                    <a:cubicBezTo>
                      <a:pt x="17540" y="11350"/>
                      <a:pt x="17938" y="10870"/>
                      <a:pt x="18020" y="10327"/>
                    </a:cubicBezTo>
                    <a:cubicBezTo>
                      <a:pt x="18103" y="9787"/>
                      <a:pt x="17856" y="9201"/>
                      <a:pt x="17395" y="8902"/>
                    </a:cubicBezTo>
                    <a:cubicBezTo>
                      <a:pt x="17905" y="8543"/>
                      <a:pt x="18218" y="7918"/>
                      <a:pt x="18198" y="7293"/>
                    </a:cubicBezTo>
                    <a:cubicBezTo>
                      <a:pt x="18172" y="6671"/>
                      <a:pt x="17879" y="6009"/>
                      <a:pt x="17343" y="5684"/>
                    </a:cubicBezTo>
                    <a:cubicBezTo>
                      <a:pt x="17695" y="4927"/>
                      <a:pt x="17632" y="3989"/>
                      <a:pt x="17175" y="3291"/>
                    </a:cubicBezTo>
                    <a:cubicBezTo>
                      <a:pt x="16729" y="2608"/>
                      <a:pt x="15837" y="2185"/>
                      <a:pt x="15018" y="2185"/>
                    </a:cubicBezTo>
                    <a:cubicBezTo>
                      <a:pt x="14997" y="2185"/>
                      <a:pt x="14975" y="2185"/>
                      <a:pt x="14954" y="2186"/>
                    </a:cubicBezTo>
                    <a:cubicBezTo>
                      <a:pt x="14690" y="1383"/>
                      <a:pt x="13973" y="748"/>
                      <a:pt x="13147" y="583"/>
                    </a:cubicBezTo>
                    <a:cubicBezTo>
                      <a:pt x="12979" y="550"/>
                      <a:pt x="12803" y="533"/>
                      <a:pt x="12626" y="533"/>
                    </a:cubicBezTo>
                    <a:cubicBezTo>
                      <a:pt x="11930" y="533"/>
                      <a:pt x="11202" y="789"/>
                      <a:pt x="10764" y="1300"/>
                    </a:cubicBezTo>
                    <a:cubicBezTo>
                      <a:pt x="10337" y="517"/>
                      <a:pt x="9465" y="4"/>
                      <a:pt x="8576" y="1"/>
                    </a:cubicBezTo>
                    <a:cubicBezTo>
                      <a:pt x="8574" y="1"/>
                      <a:pt x="8571" y="1"/>
                      <a:pt x="856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GB" noProof="1"/>
              </a:p>
            </p:txBody>
          </p:sp>
          <p:sp>
            <p:nvSpPr>
              <p:cNvPr id="1466" name="Google Shape;1466;p54"/>
              <p:cNvSpPr/>
              <p:nvPr/>
            </p:nvSpPr>
            <p:spPr>
              <a:xfrm>
                <a:off x="6526371" y="2266378"/>
                <a:ext cx="222968" cy="282207"/>
              </a:xfrm>
              <a:custGeom>
                <a:avLst/>
                <a:gdLst/>
                <a:ahLst/>
                <a:cxnLst/>
                <a:rect l="l" t="t" r="r" b="b"/>
                <a:pathLst>
                  <a:path w="2917" h="3692" extrusionOk="0">
                    <a:moveTo>
                      <a:pt x="1709" y="0"/>
                    </a:moveTo>
                    <a:cubicBezTo>
                      <a:pt x="1649" y="0"/>
                      <a:pt x="1588" y="7"/>
                      <a:pt x="1524" y="20"/>
                    </a:cubicBezTo>
                    <a:cubicBezTo>
                      <a:pt x="1100" y="106"/>
                      <a:pt x="735" y="461"/>
                      <a:pt x="488" y="876"/>
                    </a:cubicBezTo>
                    <a:cubicBezTo>
                      <a:pt x="132" y="1478"/>
                      <a:pt x="1" y="2245"/>
                      <a:pt x="208" y="2886"/>
                    </a:cubicBezTo>
                    <a:cubicBezTo>
                      <a:pt x="294" y="3166"/>
                      <a:pt x="448" y="3419"/>
                      <a:pt x="672" y="3561"/>
                    </a:cubicBezTo>
                    <a:cubicBezTo>
                      <a:pt x="811" y="3651"/>
                      <a:pt x="973" y="3692"/>
                      <a:pt x="1138" y="3692"/>
                    </a:cubicBezTo>
                    <a:cubicBezTo>
                      <a:pt x="1262" y="3692"/>
                      <a:pt x="1388" y="3669"/>
                      <a:pt x="1508" y="3627"/>
                    </a:cubicBezTo>
                    <a:cubicBezTo>
                      <a:pt x="1788" y="3528"/>
                      <a:pt x="2041" y="3324"/>
                      <a:pt x="2252" y="3080"/>
                    </a:cubicBezTo>
                    <a:cubicBezTo>
                      <a:pt x="2561" y="2722"/>
                      <a:pt x="2785" y="2254"/>
                      <a:pt x="2834" y="1767"/>
                    </a:cubicBezTo>
                    <a:cubicBezTo>
                      <a:pt x="2916" y="970"/>
                      <a:pt x="2449" y="0"/>
                      <a:pt x="1709" y="0"/>
                    </a:cubicBezTo>
                    <a:close/>
                  </a:path>
                </a:pathLst>
              </a:custGeom>
              <a:solidFill>
                <a:srgbClr val="FF95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GB" noProof="1"/>
              </a:p>
            </p:txBody>
          </p:sp>
          <p:sp>
            <p:nvSpPr>
              <p:cNvPr id="1467" name="Google Shape;1467;p54"/>
              <p:cNvSpPr/>
              <p:nvPr/>
            </p:nvSpPr>
            <p:spPr>
              <a:xfrm>
                <a:off x="6564896" y="2318202"/>
                <a:ext cx="178634" cy="193158"/>
              </a:xfrm>
              <a:custGeom>
                <a:avLst/>
                <a:gdLst/>
                <a:ahLst/>
                <a:cxnLst/>
                <a:rect l="l" t="t" r="r" b="b"/>
                <a:pathLst>
                  <a:path w="2337" h="2527" extrusionOk="0">
                    <a:moveTo>
                      <a:pt x="1313" y="1"/>
                    </a:moveTo>
                    <a:cubicBezTo>
                      <a:pt x="1264" y="1"/>
                      <a:pt x="1216" y="6"/>
                      <a:pt x="1168" y="17"/>
                    </a:cubicBezTo>
                    <a:cubicBezTo>
                      <a:pt x="892" y="79"/>
                      <a:pt x="658" y="290"/>
                      <a:pt x="497" y="537"/>
                    </a:cubicBezTo>
                    <a:cubicBezTo>
                      <a:pt x="336" y="783"/>
                      <a:pt x="237" y="1066"/>
                      <a:pt x="138" y="1349"/>
                    </a:cubicBezTo>
                    <a:cubicBezTo>
                      <a:pt x="316" y="1461"/>
                      <a:pt x="477" y="1599"/>
                      <a:pt x="609" y="1771"/>
                    </a:cubicBezTo>
                    <a:cubicBezTo>
                      <a:pt x="629" y="1797"/>
                      <a:pt x="652" y="1827"/>
                      <a:pt x="658" y="1863"/>
                    </a:cubicBezTo>
                    <a:cubicBezTo>
                      <a:pt x="665" y="1929"/>
                      <a:pt x="616" y="1988"/>
                      <a:pt x="566" y="2027"/>
                    </a:cubicBezTo>
                    <a:cubicBezTo>
                      <a:pt x="402" y="2165"/>
                      <a:pt x="204" y="2254"/>
                      <a:pt x="0" y="2284"/>
                    </a:cubicBezTo>
                    <a:cubicBezTo>
                      <a:pt x="0" y="2284"/>
                      <a:pt x="235" y="2527"/>
                      <a:pt x="603" y="2527"/>
                    </a:cubicBezTo>
                    <a:cubicBezTo>
                      <a:pt x="859" y="2527"/>
                      <a:pt x="1179" y="2409"/>
                      <a:pt x="1530" y="2011"/>
                    </a:cubicBezTo>
                    <a:cubicBezTo>
                      <a:pt x="2337" y="1096"/>
                      <a:pt x="1892" y="339"/>
                      <a:pt x="1892" y="339"/>
                    </a:cubicBezTo>
                    <a:cubicBezTo>
                      <a:pt x="1784" y="121"/>
                      <a:pt x="1547" y="1"/>
                      <a:pt x="1313" y="1"/>
                    </a:cubicBezTo>
                    <a:close/>
                  </a:path>
                </a:pathLst>
              </a:custGeom>
              <a:solidFill>
                <a:srgbClr val="FF95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GB" noProof="1"/>
              </a:p>
            </p:txBody>
          </p:sp>
          <p:sp>
            <p:nvSpPr>
              <p:cNvPr id="1468" name="Google Shape;1468;p54"/>
              <p:cNvSpPr/>
              <p:nvPr/>
            </p:nvSpPr>
            <p:spPr>
              <a:xfrm>
                <a:off x="6564590" y="2316061"/>
                <a:ext cx="144467" cy="176724"/>
              </a:xfrm>
              <a:custGeom>
                <a:avLst/>
                <a:gdLst/>
                <a:ahLst/>
                <a:cxnLst/>
                <a:rect l="l" t="t" r="r" b="b"/>
                <a:pathLst>
                  <a:path w="1890" h="2312" extrusionOk="0">
                    <a:moveTo>
                      <a:pt x="1293" y="1"/>
                    </a:moveTo>
                    <a:cubicBezTo>
                      <a:pt x="1205" y="1"/>
                      <a:pt x="1116" y="17"/>
                      <a:pt x="1034" y="48"/>
                    </a:cubicBezTo>
                    <a:cubicBezTo>
                      <a:pt x="982" y="71"/>
                      <a:pt x="932" y="94"/>
                      <a:pt x="883" y="124"/>
                    </a:cubicBezTo>
                    <a:cubicBezTo>
                      <a:pt x="837" y="153"/>
                      <a:pt x="787" y="186"/>
                      <a:pt x="748" y="222"/>
                    </a:cubicBezTo>
                    <a:cubicBezTo>
                      <a:pt x="702" y="259"/>
                      <a:pt x="662" y="295"/>
                      <a:pt x="623" y="338"/>
                    </a:cubicBezTo>
                    <a:cubicBezTo>
                      <a:pt x="587" y="377"/>
                      <a:pt x="551" y="420"/>
                      <a:pt x="518" y="466"/>
                    </a:cubicBezTo>
                    <a:cubicBezTo>
                      <a:pt x="452" y="555"/>
                      <a:pt x="393" y="650"/>
                      <a:pt x="343" y="749"/>
                    </a:cubicBezTo>
                    <a:cubicBezTo>
                      <a:pt x="245" y="946"/>
                      <a:pt x="175" y="1157"/>
                      <a:pt x="106" y="1361"/>
                    </a:cubicBezTo>
                    <a:lnTo>
                      <a:pt x="93" y="1391"/>
                    </a:lnTo>
                    <a:lnTo>
                      <a:pt x="123" y="1407"/>
                    </a:lnTo>
                    <a:cubicBezTo>
                      <a:pt x="235" y="1473"/>
                      <a:pt x="330" y="1552"/>
                      <a:pt x="425" y="1637"/>
                    </a:cubicBezTo>
                    <a:cubicBezTo>
                      <a:pt x="472" y="1683"/>
                      <a:pt x="518" y="1726"/>
                      <a:pt x="557" y="1776"/>
                    </a:cubicBezTo>
                    <a:cubicBezTo>
                      <a:pt x="577" y="1802"/>
                      <a:pt x="603" y="1825"/>
                      <a:pt x="616" y="1851"/>
                    </a:cubicBezTo>
                    <a:cubicBezTo>
                      <a:pt x="633" y="1874"/>
                      <a:pt x="636" y="1901"/>
                      <a:pt x="633" y="1924"/>
                    </a:cubicBezTo>
                    <a:cubicBezTo>
                      <a:pt x="623" y="1950"/>
                      <a:pt x="613" y="1973"/>
                      <a:pt x="590" y="1999"/>
                    </a:cubicBezTo>
                    <a:cubicBezTo>
                      <a:pt x="570" y="2022"/>
                      <a:pt x="547" y="2045"/>
                      <a:pt x="521" y="2065"/>
                    </a:cubicBezTo>
                    <a:cubicBezTo>
                      <a:pt x="472" y="2105"/>
                      <a:pt x="422" y="2144"/>
                      <a:pt x="366" y="2177"/>
                    </a:cubicBezTo>
                    <a:cubicBezTo>
                      <a:pt x="254" y="2243"/>
                      <a:pt x="129" y="2286"/>
                      <a:pt x="1" y="2312"/>
                    </a:cubicBezTo>
                    <a:cubicBezTo>
                      <a:pt x="133" y="2299"/>
                      <a:pt x="261" y="2263"/>
                      <a:pt x="379" y="2203"/>
                    </a:cubicBezTo>
                    <a:cubicBezTo>
                      <a:pt x="439" y="2177"/>
                      <a:pt x="495" y="2144"/>
                      <a:pt x="551" y="2101"/>
                    </a:cubicBezTo>
                    <a:cubicBezTo>
                      <a:pt x="574" y="2082"/>
                      <a:pt x="603" y="2062"/>
                      <a:pt x="626" y="2036"/>
                    </a:cubicBezTo>
                    <a:cubicBezTo>
                      <a:pt x="653" y="2012"/>
                      <a:pt x="676" y="1980"/>
                      <a:pt x="685" y="1940"/>
                    </a:cubicBezTo>
                    <a:cubicBezTo>
                      <a:pt x="692" y="1920"/>
                      <a:pt x="692" y="1901"/>
                      <a:pt x="689" y="1881"/>
                    </a:cubicBezTo>
                    <a:cubicBezTo>
                      <a:pt x="685" y="1858"/>
                      <a:pt x="676" y="1841"/>
                      <a:pt x="669" y="1825"/>
                    </a:cubicBezTo>
                    <a:cubicBezTo>
                      <a:pt x="649" y="1792"/>
                      <a:pt x="626" y="1769"/>
                      <a:pt x="606" y="1743"/>
                    </a:cubicBezTo>
                    <a:cubicBezTo>
                      <a:pt x="567" y="1693"/>
                      <a:pt x="521" y="1644"/>
                      <a:pt x="475" y="1595"/>
                    </a:cubicBezTo>
                    <a:cubicBezTo>
                      <a:pt x="390" y="1510"/>
                      <a:pt x="291" y="1428"/>
                      <a:pt x="189" y="1361"/>
                    </a:cubicBezTo>
                    <a:lnTo>
                      <a:pt x="189" y="1361"/>
                    </a:lnTo>
                    <a:cubicBezTo>
                      <a:pt x="258" y="1164"/>
                      <a:pt x="328" y="973"/>
                      <a:pt x="419" y="788"/>
                    </a:cubicBezTo>
                    <a:cubicBezTo>
                      <a:pt x="511" y="597"/>
                      <a:pt x="633" y="420"/>
                      <a:pt x="794" y="278"/>
                    </a:cubicBezTo>
                    <a:cubicBezTo>
                      <a:pt x="834" y="245"/>
                      <a:pt x="876" y="212"/>
                      <a:pt x="919" y="186"/>
                    </a:cubicBezTo>
                    <a:cubicBezTo>
                      <a:pt x="965" y="157"/>
                      <a:pt x="1011" y="130"/>
                      <a:pt x="1061" y="110"/>
                    </a:cubicBezTo>
                    <a:cubicBezTo>
                      <a:pt x="1145" y="75"/>
                      <a:pt x="1235" y="53"/>
                      <a:pt x="1327" y="53"/>
                    </a:cubicBezTo>
                    <a:cubicBezTo>
                      <a:pt x="1339" y="53"/>
                      <a:pt x="1351" y="54"/>
                      <a:pt x="1363" y="55"/>
                    </a:cubicBezTo>
                    <a:cubicBezTo>
                      <a:pt x="1469" y="58"/>
                      <a:pt x="1571" y="87"/>
                      <a:pt x="1666" y="140"/>
                    </a:cubicBezTo>
                    <a:cubicBezTo>
                      <a:pt x="1709" y="163"/>
                      <a:pt x="1755" y="196"/>
                      <a:pt x="1791" y="236"/>
                    </a:cubicBezTo>
                    <a:cubicBezTo>
                      <a:pt x="1831" y="272"/>
                      <a:pt x="1864" y="318"/>
                      <a:pt x="1890" y="361"/>
                    </a:cubicBezTo>
                    <a:cubicBezTo>
                      <a:pt x="1870" y="311"/>
                      <a:pt x="1840" y="268"/>
                      <a:pt x="1804" y="226"/>
                    </a:cubicBezTo>
                    <a:cubicBezTo>
                      <a:pt x="1768" y="180"/>
                      <a:pt x="1725" y="147"/>
                      <a:pt x="1683" y="114"/>
                    </a:cubicBezTo>
                    <a:cubicBezTo>
                      <a:pt x="1590" y="51"/>
                      <a:pt x="1479" y="12"/>
                      <a:pt x="1370" y="5"/>
                    </a:cubicBezTo>
                    <a:cubicBezTo>
                      <a:pt x="1344" y="2"/>
                      <a:pt x="1319" y="1"/>
                      <a:pt x="129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GB" noProof="1"/>
              </a:p>
            </p:txBody>
          </p:sp>
          <p:sp>
            <p:nvSpPr>
              <p:cNvPr id="1469" name="Google Shape;1469;p54"/>
              <p:cNvSpPr/>
              <p:nvPr/>
            </p:nvSpPr>
            <p:spPr>
              <a:xfrm>
                <a:off x="5745416" y="1679037"/>
                <a:ext cx="927722" cy="1172093"/>
              </a:xfrm>
              <a:custGeom>
                <a:avLst/>
                <a:gdLst/>
                <a:ahLst/>
                <a:cxnLst/>
                <a:rect l="l" t="t" r="r" b="b"/>
                <a:pathLst>
                  <a:path w="12137" h="15334" extrusionOk="0">
                    <a:moveTo>
                      <a:pt x="6068" y="1"/>
                    </a:moveTo>
                    <a:cubicBezTo>
                      <a:pt x="2715" y="1"/>
                      <a:pt x="0" y="2715"/>
                      <a:pt x="0" y="6069"/>
                    </a:cubicBezTo>
                    <a:cubicBezTo>
                      <a:pt x="0" y="9419"/>
                      <a:pt x="2481" y="15200"/>
                      <a:pt x="6717" y="15332"/>
                    </a:cubicBezTo>
                    <a:cubicBezTo>
                      <a:pt x="6759" y="15333"/>
                      <a:pt x="6801" y="15334"/>
                      <a:pt x="6842" y="15334"/>
                    </a:cubicBezTo>
                    <a:cubicBezTo>
                      <a:pt x="10869" y="15334"/>
                      <a:pt x="12136" y="9384"/>
                      <a:pt x="12136" y="6069"/>
                    </a:cubicBezTo>
                    <a:cubicBezTo>
                      <a:pt x="12136" y="2719"/>
                      <a:pt x="9421" y="1"/>
                      <a:pt x="6068" y="1"/>
                    </a:cubicBezTo>
                    <a:close/>
                  </a:path>
                </a:pathLst>
              </a:custGeom>
              <a:solidFill>
                <a:srgbClr val="FF95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GB" noProof="1"/>
              </a:p>
            </p:txBody>
          </p:sp>
          <p:sp>
            <p:nvSpPr>
              <p:cNvPr id="1470" name="Google Shape;1470;p54"/>
              <p:cNvSpPr/>
              <p:nvPr/>
            </p:nvSpPr>
            <p:spPr>
              <a:xfrm>
                <a:off x="5677769" y="1610243"/>
                <a:ext cx="1026326" cy="790593"/>
              </a:xfrm>
              <a:custGeom>
                <a:avLst/>
                <a:gdLst/>
                <a:ahLst/>
                <a:cxnLst/>
                <a:rect l="l" t="t" r="r" b="b"/>
                <a:pathLst>
                  <a:path w="13427" h="10343" extrusionOk="0">
                    <a:moveTo>
                      <a:pt x="7444" y="1"/>
                    </a:moveTo>
                    <a:cubicBezTo>
                      <a:pt x="6024" y="1"/>
                      <a:pt x="4607" y="435"/>
                      <a:pt x="3429" y="1230"/>
                    </a:cubicBezTo>
                    <a:cubicBezTo>
                      <a:pt x="2113" y="2118"/>
                      <a:pt x="1102" y="3448"/>
                      <a:pt x="592" y="4951"/>
                    </a:cubicBezTo>
                    <a:cubicBezTo>
                      <a:pt x="0" y="6663"/>
                      <a:pt x="204" y="8798"/>
                      <a:pt x="1158" y="10342"/>
                    </a:cubicBezTo>
                    <a:cubicBezTo>
                      <a:pt x="1185" y="10342"/>
                      <a:pt x="1211" y="10343"/>
                      <a:pt x="1237" y="10343"/>
                    </a:cubicBezTo>
                    <a:cubicBezTo>
                      <a:pt x="1590" y="10343"/>
                      <a:pt x="1945" y="10279"/>
                      <a:pt x="2254" y="10105"/>
                    </a:cubicBezTo>
                    <a:cubicBezTo>
                      <a:pt x="2646" y="9887"/>
                      <a:pt x="2939" y="9509"/>
                      <a:pt x="3110" y="9098"/>
                    </a:cubicBezTo>
                    <a:cubicBezTo>
                      <a:pt x="3284" y="8686"/>
                      <a:pt x="3350" y="8229"/>
                      <a:pt x="3370" y="7781"/>
                    </a:cubicBezTo>
                    <a:cubicBezTo>
                      <a:pt x="3399" y="7219"/>
                      <a:pt x="3357" y="6649"/>
                      <a:pt x="3255" y="6100"/>
                    </a:cubicBezTo>
                    <a:cubicBezTo>
                      <a:pt x="3748" y="6074"/>
                      <a:pt x="4123" y="5850"/>
                      <a:pt x="4449" y="5478"/>
                    </a:cubicBezTo>
                    <a:cubicBezTo>
                      <a:pt x="4772" y="5109"/>
                      <a:pt x="4966" y="4626"/>
                      <a:pt x="5028" y="4139"/>
                    </a:cubicBezTo>
                    <a:cubicBezTo>
                      <a:pt x="5372" y="4495"/>
                      <a:pt x="5890" y="4735"/>
                      <a:pt x="6388" y="4735"/>
                    </a:cubicBezTo>
                    <a:cubicBezTo>
                      <a:pt x="6448" y="4735"/>
                      <a:pt x="6507" y="4731"/>
                      <a:pt x="6565" y="4724"/>
                    </a:cubicBezTo>
                    <a:cubicBezTo>
                      <a:pt x="7118" y="4659"/>
                      <a:pt x="7631" y="4329"/>
                      <a:pt x="7921" y="3852"/>
                    </a:cubicBezTo>
                    <a:cubicBezTo>
                      <a:pt x="8207" y="4237"/>
                      <a:pt x="8780" y="4665"/>
                      <a:pt x="9253" y="4741"/>
                    </a:cubicBezTo>
                    <a:cubicBezTo>
                      <a:pt x="9358" y="4759"/>
                      <a:pt x="9465" y="4768"/>
                      <a:pt x="9572" y="4768"/>
                    </a:cubicBezTo>
                    <a:cubicBezTo>
                      <a:pt x="9944" y="4768"/>
                      <a:pt x="10316" y="4659"/>
                      <a:pt x="10626" y="4455"/>
                    </a:cubicBezTo>
                    <a:cubicBezTo>
                      <a:pt x="10784" y="5047"/>
                      <a:pt x="11155" y="5619"/>
                      <a:pt x="11672" y="5949"/>
                    </a:cubicBezTo>
                    <a:cubicBezTo>
                      <a:pt x="12069" y="6203"/>
                      <a:pt x="12540" y="6335"/>
                      <a:pt x="13012" y="6335"/>
                    </a:cubicBezTo>
                    <a:cubicBezTo>
                      <a:pt x="13150" y="6335"/>
                      <a:pt x="13289" y="6324"/>
                      <a:pt x="13426" y="6301"/>
                    </a:cubicBezTo>
                    <a:cubicBezTo>
                      <a:pt x="13271" y="5264"/>
                      <a:pt x="12909" y="4178"/>
                      <a:pt x="12422" y="3253"/>
                    </a:cubicBezTo>
                    <a:cubicBezTo>
                      <a:pt x="11985" y="2418"/>
                      <a:pt x="11478" y="1595"/>
                      <a:pt x="10734" y="1013"/>
                    </a:cubicBezTo>
                    <a:cubicBezTo>
                      <a:pt x="9948" y="394"/>
                      <a:pt x="8944" y="94"/>
                      <a:pt x="7944" y="19"/>
                    </a:cubicBezTo>
                    <a:cubicBezTo>
                      <a:pt x="7777" y="7"/>
                      <a:pt x="7610" y="1"/>
                      <a:pt x="744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GB" noProof="1"/>
              </a:p>
            </p:txBody>
          </p:sp>
          <p:sp>
            <p:nvSpPr>
              <p:cNvPr id="1471" name="Google Shape;1471;p54"/>
              <p:cNvSpPr/>
              <p:nvPr/>
            </p:nvSpPr>
            <p:spPr>
              <a:xfrm>
                <a:off x="5648035" y="2258810"/>
                <a:ext cx="222968" cy="282284"/>
              </a:xfrm>
              <a:custGeom>
                <a:avLst/>
                <a:gdLst/>
                <a:ahLst/>
                <a:cxnLst/>
                <a:rect l="l" t="t" r="r" b="b"/>
                <a:pathLst>
                  <a:path w="2917" h="3693" extrusionOk="0">
                    <a:moveTo>
                      <a:pt x="1208" y="1"/>
                    </a:moveTo>
                    <a:cubicBezTo>
                      <a:pt x="468" y="1"/>
                      <a:pt x="1" y="973"/>
                      <a:pt x="83" y="1768"/>
                    </a:cubicBezTo>
                    <a:cubicBezTo>
                      <a:pt x="132" y="2255"/>
                      <a:pt x="356" y="2722"/>
                      <a:pt x="665" y="3081"/>
                    </a:cubicBezTo>
                    <a:cubicBezTo>
                      <a:pt x="876" y="3324"/>
                      <a:pt x="1129" y="3528"/>
                      <a:pt x="1409" y="3627"/>
                    </a:cubicBezTo>
                    <a:cubicBezTo>
                      <a:pt x="1529" y="3669"/>
                      <a:pt x="1655" y="3692"/>
                      <a:pt x="1779" y="3692"/>
                    </a:cubicBezTo>
                    <a:cubicBezTo>
                      <a:pt x="1944" y="3692"/>
                      <a:pt x="2106" y="3651"/>
                      <a:pt x="2245" y="3561"/>
                    </a:cubicBezTo>
                    <a:cubicBezTo>
                      <a:pt x="2469" y="3420"/>
                      <a:pt x="2623" y="3166"/>
                      <a:pt x="2709" y="2887"/>
                    </a:cubicBezTo>
                    <a:cubicBezTo>
                      <a:pt x="2916" y="2245"/>
                      <a:pt x="2785" y="1478"/>
                      <a:pt x="2429" y="876"/>
                    </a:cubicBezTo>
                    <a:cubicBezTo>
                      <a:pt x="2182" y="461"/>
                      <a:pt x="1817" y="106"/>
                      <a:pt x="1393" y="20"/>
                    </a:cubicBezTo>
                    <a:cubicBezTo>
                      <a:pt x="1330" y="7"/>
                      <a:pt x="1268" y="1"/>
                      <a:pt x="1208" y="1"/>
                    </a:cubicBezTo>
                    <a:close/>
                  </a:path>
                </a:pathLst>
              </a:custGeom>
              <a:solidFill>
                <a:srgbClr val="FF95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GB" noProof="1"/>
              </a:p>
            </p:txBody>
          </p:sp>
          <p:sp>
            <p:nvSpPr>
              <p:cNvPr id="1472" name="Google Shape;1472;p54"/>
              <p:cNvSpPr/>
              <p:nvPr/>
            </p:nvSpPr>
            <p:spPr>
              <a:xfrm>
                <a:off x="5653844" y="2311017"/>
                <a:ext cx="178634" cy="193005"/>
              </a:xfrm>
              <a:custGeom>
                <a:avLst/>
                <a:gdLst/>
                <a:ahLst/>
                <a:cxnLst/>
                <a:rect l="l" t="t" r="r" b="b"/>
                <a:pathLst>
                  <a:path w="2337" h="2525" extrusionOk="0">
                    <a:moveTo>
                      <a:pt x="1027" y="0"/>
                    </a:moveTo>
                    <a:cubicBezTo>
                      <a:pt x="793" y="0"/>
                      <a:pt x="554" y="119"/>
                      <a:pt x="445" y="338"/>
                    </a:cubicBezTo>
                    <a:cubicBezTo>
                      <a:pt x="445" y="338"/>
                      <a:pt x="0" y="1095"/>
                      <a:pt x="807" y="2013"/>
                    </a:cubicBezTo>
                    <a:cubicBezTo>
                      <a:pt x="1157" y="2408"/>
                      <a:pt x="1477" y="2524"/>
                      <a:pt x="1733" y="2524"/>
                    </a:cubicBezTo>
                    <a:cubicBezTo>
                      <a:pt x="2102" y="2524"/>
                      <a:pt x="2337" y="2283"/>
                      <a:pt x="2337" y="2283"/>
                    </a:cubicBezTo>
                    <a:cubicBezTo>
                      <a:pt x="2133" y="2253"/>
                      <a:pt x="1935" y="2164"/>
                      <a:pt x="1771" y="2029"/>
                    </a:cubicBezTo>
                    <a:cubicBezTo>
                      <a:pt x="1721" y="1986"/>
                      <a:pt x="1672" y="1930"/>
                      <a:pt x="1679" y="1865"/>
                    </a:cubicBezTo>
                    <a:cubicBezTo>
                      <a:pt x="1685" y="1825"/>
                      <a:pt x="1708" y="1799"/>
                      <a:pt x="1728" y="1769"/>
                    </a:cubicBezTo>
                    <a:cubicBezTo>
                      <a:pt x="1860" y="1601"/>
                      <a:pt x="2021" y="1460"/>
                      <a:pt x="2199" y="1348"/>
                    </a:cubicBezTo>
                    <a:cubicBezTo>
                      <a:pt x="2100" y="1065"/>
                      <a:pt x="2001" y="782"/>
                      <a:pt x="1840" y="535"/>
                    </a:cubicBezTo>
                    <a:cubicBezTo>
                      <a:pt x="1679" y="288"/>
                      <a:pt x="1445" y="78"/>
                      <a:pt x="1169" y="15"/>
                    </a:cubicBezTo>
                    <a:cubicBezTo>
                      <a:pt x="1122" y="5"/>
                      <a:pt x="1075" y="0"/>
                      <a:pt x="1027" y="0"/>
                    </a:cubicBezTo>
                    <a:close/>
                  </a:path>
                </a:pathLst>
              </a:custGeom>
              <a:solidFill>
                <a:srgbClr val="FF95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GB" noProof="1"/>
              </a:p>
            </p:txBody>
          </p:sp>
          <p:sp>
            <p:nvSpPr>
              <p:cNvPr id="1473" name="Google Shape;1473;p54"/>
              <p:cNvSpPr/>
              <p:nvPr/>
            </p:nvSpPr>
            <p:spPr>
              <a:xfrm>
                <a:off x="5688317" y="2308494"/>
                <a:ext cx="144161" cy="176800"/>
              </a:xfrm>
              <a:custGeom>
                <a:avLst/>
                <a:gdLst/>
                <a:ahLst/>
                <a:cxnLst/>
                <a:rect l="l" t="t" r="r" b="b"/>
                <a:pathLst>
                  <a:path w="1886" h="2313" extrusionOk="0">
                    <a:moveTo>
                      <a:pt x="597" y="1"/>
                    </a:moveTo>
                    <a:cubicBezTo>
                      <a:pt x="571" y="1"/>
                      <a:pt x="546" y="2"/>
                      <a:pt x="520" y="5"/>
                    </a:cubicBezTo>
                    <a:cubicBezTo>
                      <a:pt x="412" y="15"/>
                      <a:pt x="303" y="55"/>
                      <a:pt x="208" y="114"/>
                    </a:cubicBezTo>
                    <a:cubicBezTo>
                      <a:pt x="165" y="147"/>
                      <a:pt x="122" y="186"/>
                      <a:pt x="86" y="226"/>
                    </a:cubicBezTo>
                    <a:cubicBezTo>
                      <a:pt x="53" y="272"/>
                      <a:pt x="23" y="318"/>
                      <a:pt x="0" y="367"/>
                    </a:cubicBezTo>
                    <a:cubicBezTo>
                      <a:pt x="27" y="318"/>
                      <a:pt x="59" y="275"/>
                      <a:pt x="96" y="236"/>
                    </a:cubicBezTo>
                    <a:cubicBezTo>
                      <a:pt x="135" y="196"/>
                      <a:pt x="178" y="163"/>
                      <a:pt x="224" y="140"/>
                    </a:cubicBezTo>
                    <a:cubicBezTo>
                      <a:pt x="316" y="88"/>
                      <a:pt x="421" y="58"/>
                      <a:pt x="523" y="55"/>
                    </a:cubicBezTo>
                    <a:cubicBezTo>
                      <a:pt x="535" y="54"/>
                      <a:pt x="547" y="54"/>
                      <a:pt x="559" y="54"/>
                    </a:cubicBezTo>
                    <a:cubicBezTo>
                      <a:pt x="653" y="54"/>
                      <a:pt x="745" y="76"/>
                      <a:pt x="829" y="111"/>
                    </a:cubicBezTo>
                    <a:cubicBezTo>
                      <a:pt x="879" y="131"/>
                      <a:pt x="925" y="157"/>
                      <a:pt x="971" y="186"/>
                    </a:cubicBezTo>
                    <a:cubicBezTo>
                      <a:pt x="1014" y="213"/>
                      <a:pt x="1057" y="246"/>
                      <a:pt x="1096" y="279"/>
                    </a:cubicBezTo>
                    <a:cubicBezTo>
                      <a:pt x="1257" y="420"/>
                      <a:pt x="1376" y="598"/>
                      <a:pt x="1471" y="789"/>
                    </a:cubicBezTo>
                    <a:cubicBezTo>
                      <a:pt x="1562" y="974"/>
                      <a:pt x="1629" y="1165"/>
                      <a:pt x="1701" y="1363"/>
                    </a:cubicBezTo>
                    <a:lnTo>
                      <a:pt x="1701" y="1363"/>
                    </a:lnTo>
                    <a:cubicBezTo>
                      <a:pt x="1596" y="1433"/>
                      <a:pt x="1500" y="1510"/>
                      <a:pt x="1415" y="1595"/>
                    </a:cubicBezTo>
                    <a:cubicBezTo>
                      <a:pt x="1369" y="1641"/>
                      <a:pt x="1323" y="1690"/>
                      <a:pt x="1284" y="1743"/>
                    </a:cubicBezTo>
                    <a:cubicBezTo>
                      <a:pt x="1261" y="1769"/>
                      <a:pt x="1241" y="1792"/>
                      <a:pt x="1221" y="1825"/>
                    </a:cubicBezTo>
                    <a:cubicBezTo>
                      <a:pt x="1211" y="1842"/>
                      <a:pt x="1205" y="1858"/>
                      <a:pt x="1201" y="1881"/>
                    </a:cubicBezTo>
                    <a:cubicBezTo>
                      <a:pt x="1201" y="1901"/>
                      <a:pt x="1201" y="1921"/>
                      <a:pt x="1205" y="1940"/>
                    </a:cubicBezTo>
                    <a:cubicBezTo>
                      <a:pt x="1218" y="1980"/>
                      <a:pt x="1238" y="2013"/>
                      <a:pt x="1261" y="2036"/>
                    </a:cubicBezTo>
                    <a:cubicBezTo>
                      <a:pt x="1287" y="2062"/>
                      <a:pt x="1317" y="2082"/>
                      <a:pt x="1340" y="2102"/>
                    </a:cubicBezTo>
                    <a:cubicBezTo>
                      <a:pt x="1392" y="2138"/>
                      <a:pt x="1451" y="2177"/>
                      <a:pt x="1507" y="2204"/>
                    </a:cubicBezTo>
                    <a:cubicBezTo>
                      <a:pt x="1629" y="2263"/>
                      <a:pt x="1754" y="2299"/>
                      <a:pt x="1886" y="2312"/>
                    </a:cubicBezTo>
                    <a:cubicBezTo>
                      <a:pt x="1757" y="2286"/>
                      <a:pt x="1636" y="2243"/>
                      <a:pt x="1524" y="2177"/>
                    </a:cubicBezTo>
                    <a:cubicBezTo>
                      <a:pt x="1471" y="2144"/>
                      <a:pt x="1419" y="2105"/>
                      <a:pt x="1369" y="2065"/>
                    </a:cubicBezTo>
                    <a:cubicBezTo>
                      <a:pt x="1343" y="2046"/>
                      <a:pt x="1320" y="2023"/>
                      <a:pt x="1300" y="2000"/>
                    </a:cubicBezTo>
                    <a:cubicBezTo>
                      <a:pt x="1277" y="1973"/>
                      <a:pt x="1261" y="1950"/>
                      <a:pt x="1257" y="1924"/>
                    </a:cubicBezTo>
                    <a:cubicBezTo>
                      <a:pt x="1254" y="1901"/>
                      <a:pt x="1257" y="1875"/>
                      <a:pt x="1274" y="1852"/>
                    </a:cubicBezTo>
                    <a:cubicBezTo>
                      <a:pt x="1290" y="1825"/>
                      <a:pt x="1310" y="1802"/>
                      <a:pt x="1333" y="1776"/>
                    </a:cubicBezTo>
                    <a:cubicBezTo>
                      <a:pt x="1372" y="1726"/>
                      <a:pt x="1419" y="1684"/>
                      <a:pt x="1465" y="1638"/>
                    </a:cubicBezTo>
                    <a:cubicBezTo>
                      <a:pt x="1557" y="1552"/>
                      <a:pt x="1655" y="1473"/>
                      <a:pt x="1767" y="1407"/>
                    </a:cubicBezTo>
                    <a:lnTo>
                      <a:pt x="1797" y="1391"/>
                    </a:lnTo>
                    <a:lnTo>
                      <a:pt x="1784" y="1361"/>
                    </a:lnTo>
                    <a:cubicBezTo>
                      <a:pt x="1715" y="1157"/>
                      <a:pt x="1642" y="947"/>
                      <a:pt x="1544" y="749"/>
                    </a:cubicBezTo>
                    <a:cubicBezTo>
                      <a:pt x="1494" y="650"/>
                      <a:pt x="1438" y="555"/>
                      <a:pt x="1372" y="466"/>
                    </a:cubicBezTo>
                    <a:cubicBezTo>
                      <a:pt x="1340" y="420"/>
                      <a:pt x="1303" y="377"/>
                      <a:pt x="1264" y="338"/>
                    </a:cubicBezTo>
                    <a:cubicBezTo>
                      <a:pt x="1224" y="295"/>
                      <a:pt x="1188" y="259"/>
                      <a:pt x="1142" y="223"/>
                    </a:cubicBezTo>
                    <a:cubicBezTo>
                      <a:pt x="1099" y="186"/>
                      <a:pt x="1057" y="154"/>
                      <a:pt x="1007" y="124"/>
                    </a:cubicBezTo>
                    <a:cubicBezTo>
                      <a:pt x="958" y="94"/>
                      <a:pt x="908" y="71"/>
                      <a:pt x="853" y="48"/>
                    </a:cubicBezTo>
                    <a:cubicBezTo>
                      <a:pt x="771" y="18"/>
                      <a:pt x="684" y="1"/>
                      <a:pt x="59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GB" noProof="1"/>
              </a:p>
            </p:txBody>
          </p:sp>
          <p:sp>
            <p:nvSpPr>
              <p:cNvPr id="1474" name="Google Shape;1474;p54"/>
              <p:cNvSpPr/>
              <p:nvPr/>
            </p:nvSpPr>
            <p:spPr>
              <a:xfrm>
                <a:off x="6318616" y="2187112"/>
                <a:ext cx="132390" cy="307967"/>
              </a:xfrm>
              <a:custGeom>
                <a:avLst/>
                <a:gdLst/>
                <a:ahLst/>
                <a:cxnLst/>
                <a:rect l="l" t="t" r="r" b="b"/>
                <a:pathLst>
                  <a:path w="1732" h="4029" extrusionOk="0">
                    <a:moveTo>
                      <a:pt x="606" y="1"/>
                    </a:moveTo>
                    <a:cubicBezTo>
                      <a:pt x="721" y="198"/>
                      <a:pt x="820" y="402"/>
                      <a:pt x="912" y="613"/>
                    </a:cubicBezTo>
                    <a:cubicBezTo>
                      <a:pt x="1008" y="820"/>
                      <a:pt x="1093" y="1027"/>
                      <a:pt x="1172" y="1241"/>
                    </a:cubicBezTo>
                    <a:cubicBezTo>
                      <a:pt x="1333" y="1666"/>
                      <a:pt x="1478" y="2097"/>
                      <a:pt x="1580" y="2538"/>
                    </a:cubicBezTo>
                    <a:cubicBezTo>
                      <a:pt x="1603" y="2650"/>
                      <a:pt x="1630" y="2762"/>
                      <a:pt x="1646" y="2870"/>
                    </a:cubicBezTo>
                    <a:cubicBezTo>
                      <a:pt x="1662" y="2982"/>
                      <a:pt x="1679" y="3094"/>
                      <a:pt x="1676" y="3206"/>
                    </a:cubicBezTo>
                    <a:cubicBezTo>
                      <a:pt x="1676" y="3259"/>
                      <a:pt x="1669" y="3314"/>
                      <a:pt x="1653" y="3364"/>
                    </a:cubicBezTo>
                    <a:cubicBezTo>
                      <a:pt x="1646" y="3390"/>
                      <a:pt x="1633" y="3413"/>
                      <a:pt x="1620" y="3436"/>
                    </a:cubicBezTo>
                    <a:lnTo>
                      <a:pt x="1597" y="3469"/>
                    </a:lnTo>
                    <a:lnTo>
                      <a:pt x="1567" y="3495"/>
                    </a:lnTo>
                    <a:cubicBezTo>
                      <a:pt x="1488" y="3574"/>
                      <a:pt x="1399" y="3640"/>
                      <a:pt x="1304" y="3699"/>
                    </a:cubicBezTo>
                    <a:cubicBezTo>
                      <a:pt x="1106" y="3815"/>
                      <a:pt x="892" y="3890"/>
                      <a:pt x="675" y="3946"/>
                    </a:cubicBezTo>
                    <a:cubicBezTo>
                      <a:pt x="491" y="3990"/>
                      <a:pt x="307" y="4020"/>
                      <a:pt x="120" y="4020"/>
                    </a:cubicBezTo>
                    <a:cubicBezTo>
                      <a:pt x="81" y="4020"/>
                      <a:pt x="41" y="4018"/>
                      <a:pt x="1" y="4015"/>
                    </a:cubicBezTo>
                    <a:lnTo>
                      <a:pt x="1" y="4015"/>
                    </a:lnTo>
                    <a:cubicBezTo>
                      <a:pt x="64" y="4025"/>
                      <a:pt x="128" y="4029"/>
                      <a:pt x="192" y="4029"/>
                    </a:cubicBezTo>
                    <a:cubicBezTo>
                      <a:pt x="242" y="4029"/>
                      <a:pt x="293" y="4026"/>
                      <a:pt x="343" y="4022"/>
                    </a:cubicBezTo>
                    <a:cubicBezTo>
                      <a:pt x="452" y="4015"/>
                      <a:pt x="567" y="3999"/>
                      <a:pt x="679" y="3973"/>
                    </a:cubicBezTo>
                    <a:cubicBezTo>
                      <a:pt x="906" y="3923"/>
                      <a:pt x="1123" y="3851"/>
                      <a:pt x="1324" y="3739"/>
                    </a:cubicBezTo>
                    <a:cubicBezTo>
                      <a:pt x="1429" y="3686"/>
                      <a:pt x="1521" y="3621"/>
                      <a:pt x="1603" y="3535"/>
                    </a:cubicBezTo>
                    <a:lnTo>
                      <a:pt x="1633" y="3502"/>
                    </a:lnTo>
                    <a:lnTo>
                      <a:pt x="1662" y="3466"/>
                    </a:lnTo>
                    <a:cubicBezTo>
                      <a:pt x="1682" y="3440"/>
                      <a:pt x="1695" y="3410"/>
                      <a:pt x="1702" y="3380"/>
                    </a:cubicBezTo>
                    <a:cubicBezTo>
                      <a:pt x="1718" y="3324"/>
                      <a:pt x="1725" y="3262"/>
                      <a:pt x="1728" y="3203"/>
                    </a:cubicBezTo>
                    <a:cubicBezTo>
                      <a:pt x="1732" y="3084"/>
                      <a:pt x="1718" y="2972"/>
                      <a:pt x="1702" y="2857"/>
                    </a:cubicBezTo>
                    <a:cubicBezTo>
                      <a:pt x="1686" y="2745"/>
                      <a:pt x="1662" y="2633"/>
                      <a:pt x="1636" y="2521"/>
                    </a:cubicBezTo>
                    <a:cubicBezTo>
                      <a:pt x="1584" y="2298"/>
                      <a:pt x="1518" y="2080"/>
                      <a:pt x="1449" y="1863"/>
                    </a:cubicBezTo>
                    <a:cubicBezTo>
                      <a:pt x="1379" y="1646"/>
                      <a:pt x="1301" y="1432"/>
                      <a:pt x="1215" y="1222"/>
                    </a:cubicBezTo>
                    <a:cubicBezTo>
                      <a:pt x="1041" y="797"/>
                      <a:pt x="853" y="382"/>
                      <a:pt x="6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GB" noProof="1"/>
              </a:p>
            </p:txBody>
          </p:sp>
          <p:sp>
            <p:nvSpPr>
              <p:cNvPr id="1475" name="Google Shape;1475;p54"/>
              <p:cNvSpPr/>
              <p:nvPr/>
            </p:nvSpPr>
            <p:spPr>
              <a:xfrm>
                <a:off x="6041914" y="2069935"/>
                <a:ext cx="283354" cy="85839"/>
              </a:xfrm>
              <a:custGeom>
                <a:avLst/>
                <a:gdLst/>
                <a:ahLst/>
                <a:cxnLst/>
                <a:rect l="l" t="t" r="r" b="b"/>
                <a:pathLst>
                  <a:path w="3707" h="1123" extrusionOk="0">
                    <a:moveTo>
                      <a:pt x="3693" y="0"/>
                    </a:moveTo>
                    <a:cubicBezTo>
                      <a:pt x="3627" y="50"/>
                      <a:pt x="3561" y="99"/>
                      <a:pt x="3496" y="152"/>
                    </a:cubicBezTo>
                    <a:cubicBezTo>
                      <a:pt x="3430" y="201"/>
                      <a:pt x="3361" y="247"/>
                      <a:pt x="3295" y="296"/>
                    </a:cubicBezTo>
                    <a:cubicBezTo>
                      <a:pt x="3223" y="336"/>
                      <a:pt x="3157" y="382"/>
                      <a:pt x="3084" y="428"/>
                    </a:cubicBezTo>
                    <a:lnTo>
                      <a:pt x="2870" y="547"/>
                    </a:lnTo>
                    <a:cubicBezTo>
                      <a:pt x="2798" y="579"/>
                      <a:pt x="2729" y="616"/>
                      <a:pt x="2653" y="652"/>
                    </a:cubicBezTo>
                    <a:cubicBezTo>
                      <a:pt x="2581" y="681"/>
                      <a:pt x="2505" y="718"/>
                      <a:pt x="2433" y="751"/>
                    </a:cubicBezTo>
                    <a:lnTo>
                      <a:pt x="2202" y="839"/>
                    </a:lnTo>
                    <a:lnTo>
                      <a:pt x="1965" y="909"/>
                    </a:lnTo>
                    <a:lnTo>
                      <a:pt x="1725" y="961"/>
                    </a:lnTo>
                    <a:lnTo>
                      <a:pt x="1482" y="997"/>
                    </a:lnTo>
                    <a:lnTo>
                      <a:pt x="1235" y="1020"/>
                    </a:lnTo>
                    <a:lnTo>
                      <a:pt x="988" y="1020"/>
                    </a:lnTo>
                    <a:cubicBezTo>
                      <a:pt x="656" y="1007"/>
                      <a:pt x="327" y="948"/>
                      <a:pt x="8" y="839"/>
                    </a:cubicBezTo>
                    <a:lnTo>
                      <a:pt x="1" y="859"/>
                    </a:lnTo>
                    <a:cubicBezTo>
                      <a:pt x="310" y="994"/>
                      <a:pt x="643" y="1076"/>
                      <a:pt x="978" y="1109"/>
                    </a:cubicBezTo>
                    <a:lnTo>
                      <a:pt x="1235" y="1122"/>
                    </a:lnTo>
                    <a:lnTo>
                      <a:pt x="1488" y="1119"/>
                    </a:lnTo>
                    <a:lnTo>
                      <a:pt x="1745" y="1093"/>
                    </a:lnTo>
                    <a:lnTo>
                      <a:pt x="1995" y="1053"/>
                    </a:lnTo>
                    <a:lnTo>
                      <a:pt x="2245" y="994"/>
                    </a:lnTo>
                    <a:lnTo>
                      <a:pt x="2492" y="922"/>
                    </a:lnTo>
                    <a:cubicBezTo>
                      <a:pt x="2571" y="889"/>
                      <a:pt x="2653" y="856"/>
                      <a:pt x="2732" y="823"/>
                    </a:cubicBezTo>
                    <a:cubicBezTo>
                      <a:pt x="2805" y="784"/>
                      <a:pt x="2884" y="744"/>
                      <a:pt x="2959" y="701"/>
                    </a:cubicBezTo>
                    <a:lnTo>
                      <a:pt x="3173" y="560"/>
                    </a:lnTo>
                    <a:cubicBezTo>
                      <a:pt x="3239" y="501"/>
                      <a:pt x="3305" y="448"/>
                      <a:pt x="3371" y="395"/>
                    </a:cubicBezTo>
                    <a:cubicBezTo>
                      <a:pt x="3430" y="336"/>
                      <a:pt x="3492" y="273"/>
                      <a:pt x="3552" y="214"/>
                    </a:cubicBezTo>
                    <a:cubicBezTo>
                      <a:pt x="3604" y="148"/>
                      <a:pt x="3657" y="83"/>
                      <a:pt x="3706" y="10"/>
                    </a:cubicBezTo>
                    <a:lnTo>
                      <a:pt x="369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GB" noProof="1"/>
              </a:p>
            </p:txBody>
          </p:sp>
          <p:sp>
            <p:nvSpPr>
              <p:cNvPr id="1476" name="Google Shape;1476;p54"/>
              <p:cNvSpPr/>
              <p:nvPr/>
            </p:nvSpPr>
            <p:spPr>
              <a:xfrm>
                <a:off x="6148085" y="2310405"/>
                <a:ext cx="78043" cy="142632"/>
              </a:xfrm>
              <a:custGeom>
                <a:avLst/>
                <a:gdLst/>
                <a:ahLst/>
                <a:cxnLst/>
                <a:rect l="l" t="t" r="r" b="b"/>
                <a:pathLst>
                  <a:path w="1021" h="1866" extrusionOk="0">
                    <a:moveTo>
                      <a:pt x="511" y="0"/>
                    </a:moveTo>
                    <a:cubicBezTo>
                      <a:pt x="511" y="0"/>
                      <a:pt x="1" y="1076"/>
                      <a:pt x="1" y="1356"/>
                    </a:cubicBezTo>
                    <a:cubicBezTo>
                      <a:pt x="1" y="1642"/>
                      <a:pt x="231" y="1866"/>
                      <a:pt x="511" y="1866"/>
                    </a:cubicBezTo>
                    <a:cubicBezTo>
                      <a:pt x="797" y="1866"/>
                      <a:pt x="1021" y="1636"/>
                      <a:pt x="1021" y="1356"/>
                    </a:cubicBezTo>
                    <a:cubicBezTo>
                      <a:pt x="1021" y="1076"/>
                      <a:pt x="511" y="0"/>
                      <a:pt x="5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GB" noProof="1"/>
              </a:p>
            </p:txBody>
          </p:sp>
          <p:sp>
            <p:nvSpPr>
              <p:cNvPr id="1477" name="Google Shape;1477;p54"/>
              <p:cNvSpPr/>
              <p:nvPr/>
            </p:nvSpPr>
            <p:spPr>
              <a:xfrm>
                <a:off x="6134785" y="2191087"/>
                <a:ext cx="101433" cy="92489"/>
              </a:xfrm>
              <a:custGeom>
                <a:avLst/>
                <a:gdLst/>
                <a:ahLst/>
                <a:cxnLst/>
                <a:rect l="l" t="t" r="r" b="b"/>
                <a:pathLst>
                  <a:path w="1327" h="1210" extrusionOk="0">
                    <a:moveTo>
                      <a:pt x="664" y="1"/>
                    </a:moveTo>
                    <a:cubicBezTo>
                      <a:pt x="509" y="1"/>
                      <a:pt x="354" y="59"/>
                      <a:pt x="237" y="176"/>
                    </a:cubicBezTo>
                    <a:cubicBezTo>
                      <a:pt x="0" y="413"/>
                      <a:pt x="0" y="794"/>
                      <a:pt x="237" y="1031"/>
                    </a:cubicBezTo>
                    <a:cubicBezTo>
                      <a:pt x="354" y="1150"/>
                      <a:pt x="509" y="1209"/>
                      <a:pt x="664" y="1209"/>
                    </a:cubicBezTo>
                    <a:cubicBezTo>
                      <a:pt x="819" y="1209"/>
                      <a:pt x="974" y="1150"/>
                      <a:pt x="1093" y="1031"/>
                    </a:cubicBezTo>
                    <a:cubicBezTo>
                      <a:pt x="1326" y="794"/>
                      <a:pt x="1326" y="413"/>
                      <a:pt x="1093" y="176"/>
                    </a:cubicBezTo>
                    <a:cubicBezTo>
                      <a:pt x="974" y="59"/>
                      <a:pt x="819" y="1"/>
                      <a:pt x="6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GB" noProof="1"/>
              </a:p>
            </p:txBody>
          </p:sp>
          <p:sp>
            <p:nvSpPr>
              <p:cNvPr id="1478" name="Google Shape;1478;p54"/>
              <p:cNvSpPr/>
              <p:nvPr/>
            </p:nvSpPr>
            <p:spPr>
              <a:xfrm>
                <a:off x="6361421" y="2069170"/>
                <a:ext cx="283277" cy="85839"/>
              </a:xfrm>
              <a:custGeom>
                <a:avLst/>
                <a:gdLst/>
                <a:ahLst/>
                <a:cxnLst/>
                <a:rect l="l" t="t" r="r" b="b"/>
                <a:pathLst>
                  <a:path w="3706" h="1123" extrusionOk="0">
                    <a:moveTo>
                      <a:pt x="13" y="0"/>
                    </a:moveTo>
                    <a:lnTo>
                      <a:pt x="0" y="14"/>
                    </a:lnTo>
                    <a:cubicBezTo>
                      <a:pt x="49" y="83"/>
                      <a:pt x="102" y="149"/>
                      <a:pt x="155" y="214"/>
                    </a:cubicBezTo>
                    <a:cubicBezTo>
                      <a:pt x="214" y="277"/>
                      <a:pt x="277" y="339"/>
                      <a:pt x="336" y="395"/>
                    </a:cubicBezTo>
                    <a:cubicBezTo>
                      <a:pt x="398" y="455"/>
                      <a:pt x="467" y="507"/>
                      <a:pt x="533" y="560"/>
                    </a:cubicBezTo>
                    <a:lnTo>
                      <a:pt x="747" y="705"/>
                    </a:lnTo>
                    <a:cubicBezTo>
                      <a:pt x="823" y="744"/>
                      <a:pt x="895" y="787"/>
                      <a:pt x="974" y="823"/>
                    </a:cubicBezTo>
                    <a:cubicBezTo>
                      <a:pt x="1053" y="859"/>
                      <a:pt x="1135" y="889"/>
                      <a:pt x="1214" y="922"/>
                    </a:cubicBezTo>
                    <a:lnTo>
                      <a:pt x="1461" y="998"/>
                    </a:lnTo>
                    <a:lnTo>
                      <a:pt x="1711" y="1053"/>
                    </a:lnTo>
                    <a:lnTo>
                      <a:pt x="1961" y="1096"/>
                    </a:lnTo>
                    <a:lnTo>
                      <a:pt x="2218" y="1119"/>
                    </a:lnTo>
                    <a:lnTo>
                      <a:pt x="2471" y="1123"/>
                    </a:lnTo>
                    <a:lnTo>
                      <a:pt x="2728" y="1113"/>
                    </a:lnTo>
                    <a:cubicBezTo>
                      <a:pt x="3064" y="1080"/>
                      <a:pt x="3396" y="998"/>
                      <a:pt x="3705" y="859"/>
                    </a:cubicBezTo>
                    <a:lnTo>
                      <a:pt x="3699" y="840"/>
                    </a:lnTo>
                    <a:cubicBezTo>
                      <a:pt x="3380" y="951"/>
                      <a:pt x="3051" y="1011"/>
                      <a:pt x="2718" y="1021"/>
                    </a:cubicBezTo>
                    <a:lnTo>
                      <a:pt x="2471" y="1021"/>
                    </a:lnTo>
                    <a:lnTo>
                      <a:pt x="2225" y="1001"/>
                    </a:lnTo>
                    <a:lnTo>
                      <a:pt x="1981" y="961"/>
                    </a:lnTo>
                    <a:lnTo>
                      <a:pt x="1741" y="909"/>
                    </a:lnTo>
                    <a:lnTo>
                      <a:pt x="1504" y="840"/>
                    </a:lnTo>
                    <a:lnTo>
                      <a:pt x="1274" y="754"/>
                    </a:lnTo>
                    <a:lnTo>
                      <a:pt x="1053" y="655"/>
                    </a:lnTo>
                    <a:cubicBezTo>
                      <a:pt x="984" y="616"/>
                      <a:pt x="908" y="583"/>
                      <a:pt x="836" y="547"/>
                    </a:cubicBezTo>
                    <a:lnTo>
                      <a:pt x="622" y="428"/>
                    </a:lnTo>
                    <a:cubicBezTo>
                      <a:pt x="550" y="382"/>
                      <a:pt x="481" y="336"/>
                      <a:pt x="411" y="297"/>
                    </a:cubicBezTo>
                    <a:cubicBezTo>
                      <a:pt x="346" y="247"/>
                      <a:pt x="280" y="201"/>
                      <a:pt x="211" y="152"/>
                    </a:cubicBezTo>
                    <a:cubicBezTo>
                      <a:pt x="148" y="102"/>
                      <a:pt x="82" y="50"/>
                      <a:pt x="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GB" noProof="1"/>
              </a:p>
            </p:txBody>
          </p:sp>
          <p:sp>
            <p:nvSpPr>
              <p:cNvPr id="1479" name="Google Shape;1479;p54"/>
              <p:cNvSpPr/>
              <p:nvPr/>
            </p:nvSpPr>
            <p:spPr>
              <a:xfrm>
                <a:off x="6455438" y="2191164"/>
                <a:ext cx="92413" cy="92642"/>
              </a:xfrm>
              <a:custGeom>
                <a:avLst/>
                <a:gdLst/>
                <a:ahLst/>
                <a:cxnLst/>
                <a:rect l="l" t="t" r="r" b="b"/>
                <a:pathLst>
                  <a:path w="1209" h="1212" extrusionOk="0">
                    <a:moveTo>
                      <a:pt x="603" y="0"/>
                    </a:moveTo>
                    <a:cubicBezTo>
                      <a:pt x="267" y="0"/>
                      <a:pt x="1" y="274"/>
                      <a:pt x="1" y="606"/>
                    </a:cubicBezTo>
                    <a:cubicBezTo>
                      <a:pt x="1" y="938"/>
                      <a:pt x="271" y="1211"/>
                      <a:pt x="603" y="1211"/>
                    </a:cubicBezTo>
                    <a:cubicBezTo>
                      <a:pt x="935" y="1211"/>
                      <a:pt x="1209" y="938"/>
                      <a:pt x="1209" y="606"/>
                    </a:cubicBezTo>
                    <a:cubicBezTo>
                      <a:pt x="1209" y="274"/>
                      <a:pt x="935" y="0"/>
                      <a:pt x="60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GB" noProof="1"/>
              </a:p>
            </p:txBody>
          </p:sp>
          <p:sp>
            <p:nvSpPr>
              <p:cNvPr id="1480" name="Google Shape;1480;p54"/>
              <p:cNvSpPr/>
              <p:nvPr/>
            </p:nvSpPr>
            <p:spPr>
              <a:xfrm>
                <a:off x="6333750" y="2559666"/>
                <a:ext cx="104184" cy="52054"/>
              </a:xfrm>
              <a:custGeom>
                <a:avLst/>
                <a:gdLst/>
                <a:ahLst/>
                <a:cxnLst/>
                <a:rect l="l" t="t" r="r" b="b"/>
                <a:pathLst>
                  <a:path w="1363" h="681" extrusionOk="0">
                    <a:moveTo>
                      <a:pt x="507" y="0"/>
                    </a:moveTo>
                    <a:cubicBezTo>
                      <a:pt x="329" y="0"/>
                      <a:pt x="152" y="63"/>
                      <a:pt x="0" y="145"/>
                    </a:cubicBezTo>
                    <a:cubicBezTo>
                      <a:pt x="221" y="211"/>
                      <a:pt x="425" y="339"/>
                      <a:pt x="576" y="510"/>
                    </a:cubicBezTo>
                    <a:cubicBezTo>
                      <a:pt x="740" y="545"/>
                      <a:pt x="994" y="680"/>
                      <a:pt x="1144" y="680"/>
                    </a:cubicBezTo>
                    <a:cubicBezTo>
                      <a:pt x="1182" y="680"/>
                      <a:pt x="1213" y="672"/>
                      <a:pt x="1234" y="652"/>
                    </a:cubicBezTo>
                    <a:cubicBezTo>
                      <a:pt x="1362" y="520"/>
                      <a:pt x="1027" y="0"/>
                      <a:pt x="50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GB" noProof="1"/>
              </a:p>
            </p:txBody>
          </p:sp>
          <p:sp>
            <p:nvSpPr>
              <p:cNvPr id="1481" name="Google Shape;1481;p54"/>
              <p:cNvSpPr/>
              <p:nvPr/>
            </p:nvSpPr>
            <p:spPr>
              <a:xfrm>
                <a:off x="6295991" y="2570749"/>
                <a:ext cx="82094" cy="42194"/>
              </a:xfrm>
              <a:custGeom>
                <a:avLst/>
                <a:gdLst/>
                <a:ahLst/>
                <a:cxnLst/>
                <a:rect l="l" t="t" r="r" b="b"/>
                <a:pathLst>
                  <a:path w="1074" h="552" extrusionOk="0">
                    <a:moveTo>
                      <a:pt x="497" y="0"/>
                    </a:moveTo>
                    <a:cubicBezTo>
                      <a:pt x="201" y="165"/>
                      <a:pt x="1" y="418"/>
                      <a:pt x="103" y="507"/>
                    </a:cubicBezTo>
                    <a:cubicBezTo>
                      <a:pt x="142" y="539"/>
                      <a:pt x="199" y="551"/>
                      <a:pt x="267" y="551"/>
                    </a:cubicBezTo>
                    <a:cubicBezTo>
                      <a:pt x="499" y="551"/>
                      <a:pt x="849" y="400"/>
                      <a:pt x="971" y="362"/>
                    </a:cubicBezTo>
                    <a:cubicBezTo>
                      <a:pt x="980" y="358"/>
                      <a:pt x="990" y="357"/>
                      <a:pt x="1003" y="357"/>
                    </a:cubicBezTo>
                    <a:cubicBezTo>
                      <a:pt x="1023" y="357"/>
                      <a:pt x="1048" y="361"/>
                      <a:pt x="1073" y="365"/>
                    </a:cubicBezTo>
                    <a:cubicBezTo>
                      <a:pt x="919" y="194"/>
                      <a:pt x="715" y="66"/>
                      <a:pt x="497" y="0"/>
                    </a:cubicBezTo>
                    <a:close/>
                  </a:path>
                </a:pathLst>
              </a:custGeom>
              <a:solidFill>
                <a:srgbClr val="FF707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GB" noProof="1"/>
              </a:p>
            </p:txBody>
          </p:sp>
          <p:sp>
            <p:nvSpPr>
              <p:cNvPr id="1482" name="Google Shape;1482;p54"/>
              <p:cNvSpPr/>
              <p:nvPr/>
            </p:nvSpPr>
            <p:spPr>
              <a:xfrm>
                <a:off x="5653615" y="1886868"/>
                <a:ext cx="225949" cy="224879"/>
              </a:xfrm>
              <a:custGeom>
                <a:avLst/>
                <a:gdLst/>
                <a:ahLst/>
                <a:cxnLst/>
                <a:rect l="l" t="t" r="r" b="b"/>
                <a:pathLst>
                  <a:path w="2956" h="2942" extrusionOk="0">
                    <a:moveTo>
                      <a:pt x="2714" y="1"/>
                    </a:moveTo>
                    <a:cubicBezTo>
                      <a:pt x="2625" y="1"/>
                      <a:pt x="2536" y="17"/>
                      <a:pt x="2452" y="46"/>
                    </a:cubicBezTo>
                    <a:cubicBezTo>
                      <a:pt x="2287" y="98"/>
                      <a:pt x="2139" y="197"/>
                      <a:pt x="2027" y="329"/>
                    </a:cubicBezTo>
                    <a:cubicBezTo>
                      <a:pt x="1919" y="460"/>
                      <a:pt x="1836" y="618"/>
                      <a:pt x="1787" y="783"/>
                    </a:cubicBezTo>
                    <a:cubicBezTo>
                      <a:pt x="1740" y="938"/>
                      <a:pt x="1714" y="1096"/>
                      <a:pt x="1709" y="1257"/>
                    </a:cubicBezTo>
                    <a:lnTo>
                      <a:pt x="1709" y="1257"/>
                    </a:lnTo>
                    <a:cubicBezTo>
                      <a:pt x="1561" y="1195"/>
                      <a:pt x="1401" y="1164"/>
                      <a:pt x="1240" y="1164"/>
                    </a:cubicBezTo>
                    <a:cubicBezTo>
                      <a:pt x="1159" y="1164"/>
                      <a:pt x="1077" y="1172"/>
                      <a:pt x="997" y="1188"/>
                    </a:cubicBezTo>
                    <a:cubicBezTo>
                      <a:pt x="750" y="1237"/>
                      <a:pt x="513" y="1359"/>
                      <a:pt x="342" y="1543"/>
                    </a:cubicBezTo>
                    <a:cubicBezTo>
                      <a:pt x="168" y="1727"/>
                      <a:pt x="66" y="1971"/>
                      <a:pt x="33" y="2218"/>
                    </a:cubicBezTo>
                    <a:cubicBezTo>
                      <a:pt x="0" y="2464"/>
                      <a:pt x="46" y="2724"/>
                      <a:pt x="165" y="2942"/>
                    </a:cubicBezTo>
                    <a:cubicBezTo>
                      <a:pt x="53" y="2718"/>
                      <a:pt x="20" y="2464"/>
                      <a:pt x="53" y="2218"/>
                    </a:cubicBezTo>
                    <a:cubicBezTo>
                      <a:pt x="92" y="1974"/>
                      <a:pt x="198" y="1744"/>
                      <a:pt x="365" y="1566"/>
                    </a:cubicBezTo>
                    <a:cubicBezTo>
                      <a:pt x="537" y="1388"/>
                      <a:pt x="760" y="1273"/>
                      <a:pt x="1000" y="1230"/>
                    </a:cubicBezTo>
                    <a:cubicBezTo>
                      <a:pt x="1080" y="1215"/>
                      <a:pt x="1162" y="1207"/>
                      <a:pt x="1244" y="1207"/>
                    </a:cubicBezTo>
                    <a:cubicBezTo>
                      <a:pt x="1406" y="1207"/>
                      <a:pt x="1568" y="1238"/>
                      <a:pt x="1715" y="1306"/>
                    </a:cubicBezTo>
                    <a:lnTo>
                      <a:pt x="1744" y="1319"/>
                    </a:lnTo>
                    <a:lnTo>
                      <a:pt x="1744" y="1293"/>
                    </a:lnTo>
                    <a:cubicBezTo>
                      <a:pt x="1747" y="1122"/>
                      <a:pt x="1771" y="954"/>
                      <a:pt x="1820" y="793"/>
                    </a:cubicBezTo>
                    <a:cubicBezTo>
                      <a:pt x="1869" y="635"/>
                      <a:pt x="1942" y="477"/>
                      <a:pt x="2050" y="349"/>
                    </a:cubicBezTo>
                    <a:cubicBezTo>
                      <a:pt x="2156" y="223"/>
                      <a:pt x="2300" y="118"/>
                      <a:pt x="2455" y="62"/>
                    </a:cubicBezTo>
                    <a:cubicBezTo>
                      <a:pt x="2545" y="27"/>
                      <a:pt x="2641" y="7"/>
                      <a:pt x="2738" y="7"/>
                    </a:cubicBezTo>
                    <a:cubicBezTo>
                      <a:pt x="2811" y="7"/>
                      <a:pt x="2884" y="18"/>
                      <a:pt x="2955" y="42"/>
                    </a:cubicBezTo>
                    <a:cubicBezTo>
                      <a:pt x="2878" y="14"/>
                      <a:pt x="2796" y="1"/>
                      <a:pt x="271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GB" noProof="1"/>
              </a:p>
            </p:txBody>
          </p:sp>
          <p:sp>
            <p:nvSpPr>
              <p:cNvPr id="1483" name="Google Shape;1483;p54"/>
              <p:cNvSpPr/>
              <p:nvPr/>
            </p:nvSpPr>
            <p:spPr>
              <a:xfrm>
                <a:off x="5809317" y="1650602"/>
                <a:ext cx="343892" cy="82858"/>
              </a:xfrm>
              <a:custGeom>
                <a:avLst/>
                <a:gdLst/>
                <a:ahLst/>
                <a:cxnLst/>
                <a:rect l="l" t="t" r="r" b="b"/>
                <a:pathLst>
                  <a:path w="4499" h="1084" extrusionOk="0">
                    <a:moveTo>
                      <a:pt x="3324" y="0"/>
                    </a:moveTo>
                    <a:cubicBezTo>
                      <a:pt x="3280" y="0"/>
                      <a:pt x="3236" y="2"/>
                      <a:pt x="3192" y="7"/>
                    </a:cubicBezTo>
                    <a:cubicBezTo>
                      <a:pt x="2925" y="40"/>
                      <a:pt x="2669" y="162"/>
                      <a:pt x="2471" y="343"/>
                    </a:cubicBezTo>
                    <a:cubicBezTo>
                      <a:pt x="2373" y="435"/>
                      <a:pt x="2287" y="540"/>
                      <a:pt x="2218" y="656"/>
                    </a:cubicBezTo>
                    <a:cubicBezTo>
                      <a:pt x="2159" y="759"/>
                      <a:pt x="2113" y="872"/>
                      <a:pt x="2083" y="989"/>
                    </a:cubicBezTo>
                    <a:lnTo>
                      <a:pt x="2083" y="989"/>
                    </a:lnTo>
                    <a:cubicBezTo>
                      <a:pt x="1962" y="843"/>
                      <a:pt x="1832" y="706"/>
                      <a:pt x="1682" y="583"/>
                    </a:cubicBezTo>
                    <a:cubicBezTo>
                      <a:pt x="1520" y="455"/>
                      <a:pt x="1346" y="346"/>
                      <a:pt x="1149" y="280"/>
                    </a:cubicBezTo>
                    <a:cubicBezTo>
                      <a:pt x="1019" y="237"/>
                      <a:pt x="881" y="215"/>
                      <a:pt x="744" y="215"/>
                    </a:cubicBezTo>
                    <a:cubicBezTo>
                      <a:pt x="675" y="215"/>
                      <a:pt x="607" y="220"/>
                      <a:pt x="540" y="231"/>
                    </a:cubicBezTo>
                    <a:cubicBezTo>
                      <a:pt x="336" y="271"/>
                      <a:pt x="138" y="359"/>
                      <a:pt x="0" y="508"/>
                    </a:cubicBezTo>
                    <a:cubicBezTo>
                      <a:pt x="148" y="369"/>
                      <a:pt x="342" y="280"/>
                      <a:pt x="533" y="254"/>
                    </a:cubicBezTo>
                    <a:cubicBezTo>
                      <a:pt x="593" y="245"/>
                      <a:pt x="654" y="241"/>
                      <a:pt x="715" y="241"/>
                    </a:cubicBezTo>
                    <a:cubicBezTo>
                      <a:pt x="856" y="241"/>
                      <a:pt x="999" y="264"/>
                      <a:pt x="1132" y="310"/>
                    </a:cubicBezTo>
                    <a:cubicBezTo>
                      <a:pt x="1323" y="379"/>
                      <a:pt x="1497" y="488"/>
                      <a:pt x="1652" y="616"/>
                    </a:cubicBezTo>
                    <a:cubicBezTo>
                      <a:pt x="1810" y="741"/>
                      <a:pt x="1945" y="889"/>
                      <a:pt x="2073" y="1050"/>
                    </a:cubicBezTo>
                    <a:lnTo>
                      <a:pt x="2103" y="1083"/>
                    </a:lnTo>
                    <a:lnTo>
                      <a:pt x="2109" y="1044"/>
                    </a:lnTo>
                    <a:cubicBezTo>
                      <a:pt x="2162" y="787"/>
                      <a:pt x="2304" y="554"/>
                      <a:pt x="2494" y="376"/>
                    </a:cubicBezTo>
                    <a:cubicBezTo>
                      <a:pt x="2685" y="195"/>
                      <a:pt x="2932" y="76"/>
                      <a:pt x="3192" y="44"/>
                    </a:cubicBezTo>
                    <a:cubicBezTo>
                      <a:pt x="3241" y="37"/>
                      <a:pt x="3291" y="34"/>
                      <a:pt x="3340" y="34"/>
                    </a:cubicBezTo>
                    <a:cubicBezTo>
                      <a:pt x="3553" y="34"/>
                      <a:pt x="3765" y="90"/>
                      <a:pt x="3952" y="192"/>
                    </a:cubicBezTo>
                    <a:cubicBezTo>
                      <a:pt x="4183" y="313"/>
                      <a:pt x="4380" y="508"/>
                      <a:pt x="4498" y="748"/>
                    </a:cubicBezTo>
                    <a:cubicBezTo>
                      <a:pt x="4393" y="504"/>
                      <a:pt x="4196" y="304"/>
                      <a:pt x="3965" y="172"/>
                    </a:cubicBezTo>
                    <a:cubicBezTo>
                      <a:pt x="3773" y="62"/>
                      <a:pt x="3548" y="0"/>
                      <a:pt x="33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GB" noProof="1"/>
              </a:p>
            </p:txBody>
          </p:sp>
          <p:sp>
            <p:nvSpPr>
              <p:cNvPr id="1484" name="Google Shape;1484;p54"/>
              <p:cNvSpPr/>
              <p:nvPr/>
            </p:nvSpPr>
            <p:spPr>
              <a:xfrm>
                <a:off x="6317087" y="1667418"/>
                <a:ext cx="394265" cy="337472"/>
              </a:xfrm>
              <a:custGeom>
                <a:avLst/>
                <a:gdLst/>
                <a:ahLst/>
                <a:cxnLst/>
                <a:rect l="l" t="t" r="r" b="b"/>
                <a:pathLst>
                  <a:path w="5158" h="4415" extrusionOk="0">
                    <a:moveTo>
                      <a:pt x="343" y="1"/>
                    </a:moveTo>
                    <a:cubicBezTo>
                      <a:pt x="228" y="1"/>
                      <a:pt x="112" y="14"/>
                      <a:pt x="1" y="41"/>
                    </a:cubicBezTo>
                    <a:cubicBezTo>
                      <a:pt x="107" y="17"/>
                      <a:pt x="214" y="6"/>
                      <a:pt x="322" y="6"/>
                    </a:cubicBezTo>
                    <a:cubicBezTo>
                      <a:pt x="425" y="6"/>
                      <a:pt x="529" y="16"/>
                      <a:pt x="633" y="37"/>
                    </a:cubicBezTo>
                    <a:cubicBezTo>
                      <a:pt x="840" y="84"/>
                      <a:pt x="1038" y="172"/>
                      <a:pt x="1202" y="301"/>
                    </a:cubicBezTo>
                    <a:cubicBezTo>
                      <a:pt x="1531" y="561"/>
                      <a:pt x="1735" y="965"/>
                      <a:pt x="1748" y="1387"/>
                    </a:cubicBezTo>
                    <a:lnTo>
                      <a:pt x="1748" y="1426"/>
                    </a:lnTo>
                    <a:lnTo>
                      <a:pt x="1778" y="1400"/>
                    </a:lnTo>
                    <a:cubicBezTo>
                      <a:pt x="2002" y="1192"/>
                      <a:pt x="2298" y="1064"/>
                      <a:pt x="2604" y="1038"/>
                    </a:cubicBezTo>
                    <a:cubicBezTo>
                      <a:pt x="2655" y="1032"/>
                      <a:pt x="2708" y="1029"/>
                      <a:pt x="2760" y="1029"/>
                    </a:cubicBezTo>
                    <a:cubicBezTo>
                      <a:pt x="2862" y="1029"/>
                      <a:pt x="2964" y="1040"/>
                      <a:pt x="3061" y="1064"/>
                    </a:cubicBezTo>
                    <a:cubicBezTo>
                      <a:pt x="3209" y="1104"/>
                      <a:pt x="3351" y="1163"/>
                      <a:pt x="3476" y="1255"/>
                    </a:cubicBezTo>
                    <a:cubicBezTo>
                      <a:pt x="3723" y="1433"/>
                      <a:pt x="3877" y="1722"/>
                      <a:pt x="3923" y="2025"/>
                    </a:cubicBezTo>
                    <a:cubicBezTo>
                      <a:pt x="3950" y="2173"/>
                      <a:pt x="3940" y="2328"/>
                      <a:pt x="3904" y="2476"/>
                    </a:cubicBezTo>
                    <a:cubicBezTo>
                      <a:pt x="3861" y="2624"/>
                      <a:pt x="3792" y="2765"/>
                      <a:pt x="3690" y="2874"/>
                    </a:cubicBezTo>
                    <a:lnTo>
                      <a:pt x="3657" y="2913"/>
                    </a:lnTo>
                    <a:lnTo>
                      <a:pt x="3657" y="2913"/>
                    </a:lnTo>
                    <a:lnTo>
                      <a:pt x="3703" y="2907"/>
                    </a:lnTo>
                    <a:cubicBezTo>
                      <a:pt x="3746" y="2902"/>
                      <a:pt x="3790" y="2900"/>
                      <a:pt x="3834" y="2900"/>
                    </a:cubicBezTo>
                    <a:cubicBezTo>
                      <a:pt x="4182" y="2900"/>
                      <a:pt x="4533" y="3048"/>
                      <a:pt x="4772" y="3308"/>
                    </a:cubicBezTo>
                    <a:cubicBezTo>
                      <a:pt x="5039" y="3598"/>
                      <a:pt x="5157" y="4022"/>
                      <a:pt x="5078" y="4414"/>
                    </a:cubicBezTo>
                    <a:cubicBezTo>
                      <a:pt x="5125" y="4220"/>
                      <a:pt x="5118" y="4016"/>
                      <a:pt x="5069" y="3822"/>
                    </a:cubicBezTo>
                    <a:cubicBezTo>
                      <a:pt x="5019" y="3628"/>
                      <a:pt x="4924" y="3443"/>
                      <a:pt x="4789" y="3295"/>
                    </a:cubicBezTo>
                    <a:cubicBezTo>
                      <a:pt x="4543" y="3026"/>
                      <a:pt x="4183" y="2868"/>
                      <a:pt x="3818" y="2868"/>
                    </a:cubicBezTo>
                    <a:cubicBezTo>
                      <a:pt x="3793" y="2868"/>
                      <a:pt x="3768" y="2869"/>
                      <a:pt x="3743" y="2870"/>
                    </a:cubicBezTo>
                    <a:lnTo>
                      <a:pt x="3743" y="2870"/>
                    </a:lnTo>
                    <a:cubicBezTo>
                      <a:pt x="3835" y="2761"/>
                      <a:pt x="3898" y="2629"/>
                      <a:pt x="3937" y="2492"/>
                    </a:cubicBezTo>
                    <a:cubicBezTo>
                      <a:pt x="3976" y="2341"/>
                      <a:pt x="3983" y="2180"/>
                      <a:pt x="3960" y="2025"/>
                    </a:cubicBezTo>
                    <a:cubicBezTo>
                      <a:pt x="3937" y="1867"/>
                      <a:pt x="3887" y="1716"/>
                      <a:pt x="3808" y="1581"/>
                    </a:cubicBezTo>
                    <a:cubicBezTo>
                      <a:pt x="3729" y="1439"/>
                      <a:pt x="3624" y="1321"/>
                      <a:pt x="3496" y="1225"/>
                    </a:cubicBezTo>
                    <a:cubicBezTo>
                      <a:pt x="3367" y="1130"/>
                      <a:pt x="3219" y="1071"/>
                      <a:pt x="3068" y="1031"/>
                    </a:cubicBezTo>
                    <a:cubicBezTo>
                      <a:pt x="2968" y="1007"/>
                      <a:pt x="2864" y="996"/>
                      <a:pt x="2760" y="996"/>
                    </a:cubicBezTo>
                    <a:cubicBezTo>
                      <a:pt x="2707" y="996"/>
                      <a:pt x="2653" y="999"/>
                      <a:pt x="2601" y="1005"/>
                    </a:cubicBezTo>
                    <a:cubicBezTo>
                      <a:pt x="2300" y="1037"/>
                      <a:pt x="2006" y="1153"/>
                      <a:pt x="1779" y="1352"/>
                    </a:cubicBezTo>
                    <a:lnTo>
                      <a:pt x="1779" y="1352"/>
                    </a:lnTo>
                    <a:cubicBezTo>
                      <a:pt x="1752" y="938"/>
                      <a:pt x="1541" y="540"/>
                      <a:pt x="1209" y="288"/>
                    </a:cubicBezTo>
                    <a:cubicBezTo>
                      <a:pt x="1038" y="156"/>
                      <a:pt x="840" y="70"/>
                      <a:pt x="629" y="28"/>
                    </a:cubicBezTo>
                    <a:cubicBezTo>
                      <a:pt x="535" y="10"/>
                      <a:pt x="439" y="1"/>
                      <a:pt x="34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GB" noProof="1"/>
              </a:p>
            </p:txBody>
          </p:sp>
          <p:sp>
            <p:nvSpPr>
              <p:cNvPr id="1485" name="Google Shape;1485;p54"/>
              <p:cNvSpPr/>
              <p:nvPr/>
            </p:nvSpPr>
            <p:spPr>
              <a:xfrm>
                <a:off x="6086477" y="2800595"/>
                <a:ext cx="328834" cy="90884"/>
              </a:xfrm>
              <a:custGeom>
                <a:avLst/>
                <a:gdLst/>
                <a:ahLst/>
                <a:cxnLst/>
                <a:rect l="l" t="t" r="r" b="b"/>
                <a:pathLst>
                  <a:path w="4302" h="1189" extrusionOk="0">
                    <a:moveTo>
                      <a:pt x="0" y="1"/>
                    </a:moveTo>
                    <a:cubicBezTo>
                      <a:pt x="501" y="504"/>
                      <a:pt x="1267" y="896"/>
                      <a:pt x="1958" y="1054"/>
                    </a:cubicBezTo>
                    <a:cubicBezTo>
                      <a:pt x="2368" y="1145"/>
                      <a:pt x="2869" y="1189"/>
                      <a:pt x="3356" y="1189"/>
                    </a:cubicBezTo>
                    <a:cubicBezTo>
                      <a:pt x="3689" y="1189"/>
                      <a:pt x="4016" y="1168"/>
                      <a:pt x="4301" y="1129"/>
                    </a:cubicBezTo>
                    <a:lnTo>
                      <a:pt x="4124" y="231"/>
                    </a:lnTo>
                    <a:cubicBezTo>
                      <a:pt x="3588" y="463"/>
                      <a:pt x="2943" y="581"/>
                      <a:pt x="2292" y="581"/>
                    </a:cubicBezTo>
                    <a:cubicBezTo>
                      <a:pt x="1465" y="581"/>
                      <a:pt x="630" y="391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GB" noProof="1"/>
              </a:p>
            </p:txBody>
          </p:sp>
          <p:sp>
            <p:nvSpPr>
              <p:cNvPr id="1486" name="Google Shape;1486;p54"/>
              <p:cNvSpPr/>
              <p:nvPr/>
            </p:nvSpPr>
            <p:spPr>
              <a:xfrm>
                <a:off x="5702917" y="3933772"/>
                <a:ext cx="1288889" cy="951112"/>
              </a:xfrm>
              <a:custGeom>
                <a:avLst/>
                <a:gdLst/>
                <a:ahLst/>
                <a:cxnLst/>
                <a:rect l="l" t="t" r="r" b="b"/>
                <a:pathLst>
                  <a:path w="16862" h="12443" extrusionOk="0">
                    <a:moveTo>
                      <a:pt x="12011" y="0"/>
                    </a:moveTo>
                    <a:lnTo>
                      <a:pt x="11672" y="5403"/>
                    </a:lnTo>
                    <a:lnTo>
                      <a:pt x="0" y="10080"/>
                    </a:lnTo>
                    <a:lnTo>
                      <a:pt x="1244" y="12442"/>
                    </a:lnTo>
                    <a:cubicBezTo>
                      <a:pt x="1244" y="12442"/>
                      <a:pt x="14542" y="8625"/>
                      <a:pt x="15016" y="8151"/>
                    </a:cubicBezTo>
                    <a:cubicBezTo>
                      <a:pt x="15489" y="7677"/>
                      <a:pt x="16862" y="484"/>
                      <a:pt x="16862" y="484"/>
                    </a:cubicBezTo>
                    <a:lnTo>
                      <a:pt x="12011" y="0"/>
                    </a:lnTo>
                    <a:close/>
                  </a:path>
                </a:pathLst>
              </a:custGeom>
              <a:solidFill>
                <a:srgbClr val="FF95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GB" noProof="1"/>
              </a:p>
            </p:txBody>
          </p:sp>
          <p:sp>
            <p:nvSpPr>
              <p:cNvPr id="1487" name="Google Shape;1487;p54"/>
              <p:cNvSpPr/>
              <p:nvPr/>
            </p:nvSpPr>
            <p:spPr>
              <a:xfrm>
                <a:off x="5367877" y="4702979"/>
                <a:ext cx="433477" cy="448841"/>
              </a:xfrm>
              <a:custGeom>
                <a:avLst/>
                <a:gdLst/>
                <a:ahLst/>
                <a:cxnLst/>
                <a:rect l="l" t="t" r="r" b="b"/>
                <a:pathLst>
                  <a:path w="5671" h="5872" extrusionOk="0">
                    <a:moveTo>
                      <a:pt x="4427" y="1"/>
                    </a:moveTo>
                    <a:cubicBezTo>
                      <a:pt x="3456" y="359"/>
                      <a:pt x="1" y="2886"/>
                      <a:pt x="21" y="3206"/>
                    </a:cubicBezTo>
                    <a:cubicBezTo>
                      <a:pt x="47" y="3531"/>
                      <a:pt x="603" y="3778"/>
                      <a:pt x="603" y="3778"/>
                    </a:cubicBezTo>
                    <a:cubicBezTo>
                      <a:pt x="603" y="3778"/>
                      <a:pt x="646" y="4285"/>
                      <a:pt x="761" y="4400"/>
                    </a:cubicBezTo>
                    <a:cubicBezTo>
                      <a:pt x="876" y="4515"/>
                      <a:pt x="1403" y="4555"/>
                      <a:pt x="1403" y="4555"/>
                    </a:cubicBezTo>
                    <a:cubicBezTo>
                      <a:pt x="1403" y="4555"/>
                      <a:pt x="1478" y="5045"/>
                      <a:pt x="1613" y="5170"/>
                    </a:cubicBezTo>
                    <a:cubicBezTo>
                      <a:pt x="1840" y="5384"/>
                      <a:pt x="2232" y="5410"/>
                      <a:pt x="2232" y="5410"/>
                    </a:cubicBezTo>
                    <a:cubicBezTo>
                      <a:pt x="2232" y="5410"/>
                      <a:pt x="2390" y="5851"/>
                      <a:pt x="2600" y="5871"/>
                    </a:cubicBezTo>
                    <a:cubicBezTo>
                      <a:pt x="2605" y="5872"/>
                      <a:pt x="2610" y="5872"/>
                      <a:pt x="2616" y="5872"/>
                    </a:cubicBezTo>
                    <a:cubicBezTo>
                      <a:pt x="2837" y="5872"/>
                      <a:pt x="3393" y="5467"/>
                      <a:pt x="3663" y="5206"/>
                    </a:cubicBezTo>
                    <a:cubicBezTo>
                      <a:pt x="4068" y="4808"/>
                      <a:pt x="4585" y="4127"/>
                      <a:pt x="4463" y="3972"/>
                    </a:cubicBezTo>
                    <a:cubicBezTo>
                      <a:pt x="4415" y="3908"/>
                      <a:pt x="4335" y="3889"/>
                      <a:pt x="4256" y="3889"/>
                    </a:cubicBezTo>
                    <a:cubicBezTo>
                      <a:pt x="4148" y="3889"/>
                      <a:pt x="4044" y="3925"/>
                      <a:pt x="4033" y="3929"/>
                    </a:cubicBezTo>
                    <a:lnTo>
                      <a:pt x="4033" y="3929"/>
                    </a:lnTo>
                    <a:cubicBezTo>
                      <a:pt x="4061" y="3919"/>
                      <a:pt x="4688" y="3687"/>
                      <a:pt x="5164" y="3169"/>
                    </a:cubicBezTo>
                    <a:cubicBezTo>
                      <a:pt x="5648" y="2640"/>
                      <a:pt x="5671" y="2353"/>
                      <a:pt x="5671" y="2353"/>
                    </a:cubicBezTo>
                    <a:lnTo>
                      <a:pt x="4427" y="1"/>
                    </a:lnTo>
                    <a:close/>
                  </a:path>
                </a:pathLst>
              </a:custGeom>
              <a:solidFill>
                <a:srgbClr val="FF95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GB" noProof="1"/>
              </a:p>
            </p:txBody>
          </p:sp>
          <p:sp>
            <p:nvSpPr>
              <p:cNvPr id="1488" name="Google Shape;1488;p54"/>
              <p:cNvSpPr/>
              <p:nvPr/>
            </p:nvSpPr>
            <p:spPr>
              <a:xfrm>
                <a:off x="5585204" y="4973313"/>
                <a:ext cx="145155" cy="131396"/>
              </a:xfrm>
              <a:custGeom>
                <a:avLst/>
                <a:gdLst/>
                <a:ahLst/>
                <a:cxnLst/>
                <a:rect l="l" t="t" r="r" b="b"/>
                <a:pathLst>
                  <a:path w="1899" h="1719" extrusionOk="0">
                    <a:moveTo>
                      <a:pt x="1899" y="1"/>
                    </a:moveTo>
                    <a:lnTo>
                      <a:pt x="1899" y="1"/>
                    </a:lnTo>
                    <a:cubicBezTo>
                      <a:pt x="1800" y="43"/>
                      <a:pt x="1705" y="93"/>
                      <a:pt x="1612" y="155"/>
                    </a:cubicBezTo>
                    <a:cubicBezTo>
                      <a:pt x="1517" y="208"/>
                      <a:pt x="1425" y="264"/>
                      <a:pt x="1339" y="330"/>
                    </a:cubicBezTo>
                    <a:cubicBezTo>
                      <a:pt x="1168" y="458"/>
                      <a:pt x="1010" y="609"/>
                      <a:pt x="866" y="774"/>
                    </a:cubicBezTo>
                    <a:cubicBezTo>
                      <a:pt x="724" y="938"/>
                      <a:pt x="599" y="1116"/>
                      <a:pt x="467" y="1284"/>
                    </a:cubicBezTo>
                    <a:cubicBezTo>
                      <a:pt x="402" y="1373"/>
                      <a:pt x="336" y="1455"/>
                      <a:pt x="257" y="1527"/>
                    </a:cubicBezTo>
                    <a:cubicBezTo>
                      <a:pt x="181" y="1603"/>
                      <a:pt x="92" y="1669"/>
                      <a:pt x="0" y="1718"/>
                    </a:cubicBezTo>
                    <a:cubicBezTo>
                      <a:pt x="99" y="1672"/>
                      <a:pt x="188" y="1613"/>
                      <a:pt x="270" y="1541"/>
                    </a:cubicBezTo>
                    <a:cubicBezTo>
                      <a:pt x="349" y="1465"/>
                      <a:pt x="421" y="1383"/>
                      <a:pt x="494" y="1300"/>
                    </a:cubicBezTo>
                    <a:cubicBezTo>
                      <a:pt x="632" y="1136"/>
                      <a:pt x="760" y="961"/>
                      <a:pt x="898" y="800"/>
                    </a:cubicBezTo>
                    <a:cubicBezTo>
                      <a:pt x="1040" y="636"/>
                      <a:pt x="1191" y="488"/>
                      <a:pt x="1359" y="353"/>
                    </a:cubicBezTo>
                    <a:cubicBezTo>
                      <a:pt x="1524" y="221"/>
                      <a:pt x="1711" y="106"/>
                      <a:pt x="18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GB" noProof="1"/>
              </a:p>
            </p:txBody>
          </p:sp>
          <p:sp>
            <p:nvSpPr>
              <p:cNvPr id="1489" name="Google Shape;1489;p54"/>
              <p:cNvSpPr/>
              <p:nvPr/>
            </p:nvSpPr>
            <p:spPr>
              <a:xfrm>
                <a:off x="5498907" y="4012884"/>
                <a:ext cx="1725424" cy="480945"/>
              </a:xfrm>
              <a:custGeom>
                <a:avLst/>
                <a:gdLst/>
                <a:ahLst/>
                <a:cxnLst/>
                <a:rect l="l" t="t" r="r" b="b"/>
                <a:pathLst>
                  <a:path w="22573" h="6292" extrusionOk="0">
                    <a:moveTo>
                      <a:pt x="17869" y="0"/>
                    </a:moveTo>
                    <a:cubicBezTo>
                      <a:pt x="17318" y="0"/>
                      <a:pt x="16205" y="205"/>
                      <a:pt x="15167" y="518"/>
                    </a:cubicBezTo>
                    <a:cubicBezTo>
                      <a:pt x="14012" y="867"/>
                      <a:pt x="4150" y="1634"/>
                      <a:pt x="4150" y="1634"/>
                    </a:cubicBezTo>
                    <a:lnTo>
                      <a:pt x="3755" y="304"/>
                    </a:lnTo>
                    <a:lnTo>
                      <a:pt x="0" y="976"/>
                    </a:lnTo>
                    <a:cubicBezTo>
                      <a:pt x="0" y="976"/>
                      <a:pt x="158" y="4994"/>
                      <a:pt x="836" y="6096"/>
                    </a:cubicBezTo>
                    <a:cubicBezTo>
                      <a:pt x="921" y="6232"/>
                      <a:pt x="1199" y="6292"/>
                      <a:pt x="1623" y="6292"/>
                    </a:cubicBezTo>
                    <a:cubicBezTo>
                      <a:pt x="4620" y="6292"/>
                      <a:pt x="14878" y="3306"/>
                      <a:pt x="14878" y="3306"/>
                    </a:cubicBezTo>
                    <a:cubicBezTo>
                      <a:pt x="14878" y="3306"/>
                      <a:pt x="16200" y="4036"/>
                      <a:pt x="16816" y="4224"/>
                    </a:cubicBezTo>
                    <a:cubicBezTo>
                      <a:pt x="17125" y="4318"/>
                      <a:pt x="17461" y="4336"/>
                      <a:pt x="17766" y="4336"/>
                    </a:cubicBezTo>
                    <a:cubicBezTo>
                      <a:pt x="17944" y="4336"/>
                      <a:pt x="18111" y="4330"/>
                      <a:pt x="18256" y="4330"/>
                    </a:cubicBezTo>
                    <a:cubicBezTo>
                      <a:pt x="18469" y="4330"/>
                      <a:pt x="18636" y="4342"/>
                      <a:pt x="18721" y="4405"/>
                    </a:cubicBezTo>
                    <a:cubicBezTo>
                      <a:pt x="18901" y="4536"/>
                      <a:pt x="20758" y="5364"/>
                      <a:pt x="21746" y="5364"/>
                    </a:cubicBezTo>
                    <a:cubicBezTo>
                      <a:pt x="22092" y="5364"/>
                      <a:pt x="22331" y="5263"/>
                      <a:pt x="22354" y="4994"/>
                    </a:cubicBezTo>
                    <a:cubicBezTo>
                      <a:pt x="22440" y="3957"/>
                      <a:pt x="19087" y="2286"/>
                      <a:pt x="19086" y="2285"/>
                    </a:cubicBezTo>
                    <a:lnTo>
                      <a:pt x="19086" y="2285"/>
                    </a:lnTo>
                    <a:cubicBezTo>
                      <a:pt x="19087" y="2286"/>
                      <a:pt x="19794" y="2569"/>
                      <a:pt x="20692" y="2986"/>
                    </a:cubicBezTo>
                    <a:cubicBezTo>
                      <a:pt x="21413" y="3328"/>
                      <a:pt x="22233" y="4037"/>
                      <a:pt x="22485" y="4037"/>
                    </a:cubicBezTo>
                    <a:cubicBezTo>
                      <a:pt x="22544" y="4037"/>
                      <a:pt x="22573" y="3999"/>
                      <a:pt x="22561" y="3908"/>
                    </a:cubicBezTo>
                    <a:cubicBezTo>
                      <a:pt x="22446" y="2927"/>
                      <a:pt x="18675" y="1216"/>
                      <a:pt x="18675" y="1216"/>
                    </a:cubicBezTo>
                    <a:cubicBezTo>
                      <a:pt x="18675" y="1216"/>
                      <a:pt x="18676" y="1216"/>
                      <a:pt x="18677" y="1216"/>
                    </a:cubicBezTo>
                    <a:cubicBezTo>
                      <a:pt x="18705" y="1216"/>
                      <a:pt x="19130" y="1219"/>
                      <a:pt x="19527" y="1400"/>
                    </a:cubicBezTo>
                    <a:cubicBezTo>
                      <a:pt x="19745" y="1497"/>
                      <a:pt x="19936" y="1537"/>
                      <a:pt x="20082" y="1537"/>
                    </a:cubicBezTo>
                    <a:cubicBezTo>
                      <a:pt x="20342" y="1537"/>
                      <a:pt x="20459" y="1410"/>
                      <a:pt x="20330" y="1252"/>
                    </a:cubicBezTo>
                    <a:cubicBezTo>
                      <a:pt x="20126" y="1005"/>
                      <a:pt x="18958" y="120"/>
                      <a:pt x="18033" y="8"/>
                    </a:cubicBezTo>
                    <a:cubicBezTo>
                      <a:pt x="17986" y="3"/>
                      <a:pt x="17931" y="0"/>
                      <a:pt x="17869" y="0"/>
                    </a:cubicBezTo>
                    <a:close/>
                  </a:path>
                </a:pathLst>
              </a:custGeom>
              <a:solidFill>
                <a:srgbClr val="FF90A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GB" noProof="1"/>
              </a:p>
            </p:txBody>
          </p:sp>
          <p:sp>
            <p:nvSpPr>
              <p:cNvPr id="1490" name="Google Shape;1490;p54"/>
              <p:cNvSpPr/>
              <p:nvPr/>
            </p:nvSpPr>
            <p:spPr>
              <a:xfrm>
                <a:off x="6948685" y="4230576"/>
                <a:ext cx="258206" cy="153716"/>
              </a:xfrm>
              <a:custGeom>
                <a:avLst/>
                <a:gdLst/>
                <a:ahLst/>
                <a:cxnLst/>
                <a:rect l="l" t="t" r="r" b="b"/>
                <a:pathLst>
                  <a:path w="3378" h="2011" extrusionOk="0">
                    <a:moveTo>
                      <a:pt x="1" y="0"/>
                    </a:moveTo>
                    <a:lnTo>
                      <a:pt x="225" y="105"/>
                    </a:lnTo>
                    <a:lnTo>
                      <a:pt x="445" y="217"/>
                    </a:lnTo>
                    <a:lnTo>
                      <a:pt x="662" y="326"/>
                    </a:lnTo>
                    <a:lnTo>
                      <a:pt x="879" y="441"/>
                    </a:lnTo>
                    <a:cubicBezTo>
                      <a:pt x="1169" y="599"/>
                      <a:pt x="1455" y="760"/>
                      <a:pt x="1735" y="928"/>
                    </a:cubicBezTo>
                    <a:cubicBezTo>
                      <a:pt x="2015" y="1093"/>
                      <a:pt x="2294" y="1270"/>
                      <a:pt x="2568" y="1451"/>
                    </a:cubicBezTo>
                    <a:lnTo>
                      <a:pt x="2772" y="1586"/>
                    </a:lnTo>
                    <a:lnTo>
                      <a:pt x="2976" y="1724"/>
                    </a:lnTo>
                    <a:lnTo>
                      <a:pt x="3176" y="1866"/>
                    </a:lnTo>
                    <a:lnTo>
                      <a:pt x="3377" y="2011"/>
                    </a:lnTo>
                    <a:lnTo>
                      <a:pt x="3377" y="2011"/>
                    </a:lnTo>
                    <a:lnTo>
                      <a:pt x="3183" y="1859"/>
                    </a:lnTo>
                    <a:lnTo>
                      <a:pt x="2986" y="1711"/>
                    </a:lnTo>
                    <a:lnTo>
                      <a:pt x="2788" y="1567"/>
                    </a:lnTo>
                    <a:lnTo>
                      <a:pt x="2587" y="1425"/>
                    </a:lnTo>
                    <a:cubicBezTo>
                      <a:pt x="2318" y="1241"/>
                      <a:pt x="2038" y="1063"/>
                      <a:pt x="1758" y="895"/>
                    </a:cubicBezTo>
                    <a:cubicBezTo>
                      <a:pt x="1472" y="727"/>
                      <a:pt x="1186" y="566"/>
                      <a:pt x="893" y="418"/>
                    </a:cubicBezTo>
                    <a:lnTo>
                      <a:pt x="672" y="306"/>
                    </a:lnTo>
                    <a:lnTo>
                      <a:pt x="448" y="201"/>
                    </a:lnTo>
                    <a:lnTo>
                      <a:pt x="228" y="9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GB" noProof="1"/>
              </a:p>
            </p:txBody>
          </p:sp>
          <p:sp>
            <p:nvSpPr>
              <p:cNvPr id="1491" name="Google Shape;1491;p54"/>
              <p:cNvSpPr/>
              <p:nvPr/>
            </p:nvSpPr>
            <p:spPr>
              <a:xfrm>
                <a:off x="6937143" y="4283853"/>
                <a:ext cx="254155" cy="135677"/>
              </a:xfrm>
              <a:custGeom>
                <a:avLst/>
                <a:gdLst/>
                <a:ahLst/>
                <a:cxnLst/>
                <a:rect l="l" t="t" r="r" b="b"/>
                <a:pathLst>
                  <a:path w="3325" h="1775" extrusionOk="0">
                    <a:moveTo>
                      <a:pt x="1" y="1"/>
                    </a:moveTo>
                    <a:lnTo>
                      <a:pt x="218" y="103"/>
                    </a:lnTo>
                    <a:lnTo>
                      <a:pt x="435" y="198"/>
                    </a:lnTo>
                    <a:lnTo>
                      <a:pt x="649" y="294"/>
                    </a:lnTo>
                    <a:lnTo>
                      <a:pt x="863" y="392"/>
                    </a:lnTo>
                    <a:cubicBezTo>
                      <a:pt x="1146" y="524"/>
                      <a:pt x="1432" y="662"/>
                      <a:pt x="1705" y="810"/>
                    </a:cubicBezTo>
                    <a:cubicBezTo>
                      <a:pt x="1981" y="955"/>
                      <a:pt x="2255" y="1113"/>
                      <a:pt x="2524" y="1271"/>
                    </a:cubicBezTo>
                    <a:lnTo>
                      <a:pt x="2725" y="1396"/>
                    </a:lnTo>
                    <a:lnTo>
                      <a:pt x="2929" y="1518"/>
                    </a:lnTo>
                    <a:lnTo>
                      <a:pt x="3127" y="1646"/>
                    </a:lnTo>
                    <a:lnTo>
                      <a:pt x="3324" y="1774"/>
                    </a:lnTo>
                    <a:lnTo>
                      <a:pt x="3133" y="1633"/>
                    </a:lnTo>
                    <a:lnTo>
                      <a:pt x="2939" y="1498"/>
                    </a:lnTo>
                    <a:lnTo>
                      <a:pt x="2742" y="1366"/>
                    </a:lnTo>
                    <a:lnTo>
                      <a:pt x="2544" y="1238"/>
                    </a:lnTo>
                    <a:cubicBezTo>
                      <a:pt x="2278" y="1070"/>
                      <a:pt x="2001" y="916"/>
                      <a:pt x="1728" y="768"/>
                    </a:cubicBezTo>
                    <a:cubicBezTo>
                      <a:pt x="1452" y="623"/>
                      <a:pt x="1169" y="481"/>
                      <a:pt x="879" y="356"/>
                    </a:cubicBezTo>
                    <a:lnTo>
                      <a:pt x="662" y="261"/>
                    </a:lnTo>
                    <a:lnTo>
                      <a:pt x="445" y="169"/>
                    </a:lnTo>
                    <a:lnTo>
                      <a:pt x="221" y="83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GB" noProof="1"/>
              </a:p>
            </p:txBody>
          </p:sp>
          <p:sp>
            <p:nvSpPr>
              <p:cNvPr id="1492" name="Google Shape;1492;p54"/>
              <p:cNvSpPr/>
              <p:nvPr/>
            </p:nvSpPr>
            <p:spPr>
              <a:xfrm>
                <a:off x="6815150" y="4070823"/>
                <a:ext cx="191782" cy="75062"/>
              </a:xfrm>
              <a:custGeom>
                <a:avLst/>
                <a:gdLst/>
                <a:ahLst/>
                <a:cxnLst/>
                <a:rect l="l" t="t" r="r" b="b"/>
                <a:pathLst>
                  <a:path w="2509" h="982" extrusionOk="0">
                    <a:moveTo>
                      <a:pt x="1" y="1"/>
                    </a:moveTo>
                    <a:lnTo>
                      <a:pt x="165" y="57"/>
                    </a:lnTo>
                    <a:lnTo>
                      <a:pt x="323" y="109"/>
                    </a:lnTo>
                    <a:lnTo>
                      <a:pt x="484" y="165"/>
                    </a:lnTo>
                    <a:lnTo>
                      <a:pt x="645" y="218"/>
                    </a:lnTo>
                    <a:cubicBezTo>
                      <a:pt x="859" y="290"/>
                      <a:pt x="1070" y="369"/>
                      <a:pt x="1277" y="451"/>
                    </a:cubicBezTo>
                    <a:cubicBezTo>
                      <a:pt x="1488" y="530"/>
                      <a:pt x="1695" y="616"/>
                      <a:pt x="1899" y="708"/>
                    </a:cubicBezTo>
                    <a:lnTo>
                      <a:pt x="2051" y="774"/>
                    </a:lnTo>
                    <a:lnTo>
                      <a:pt x="2205" y="843"/>
                    </a:lnTo>
                    <a:lnTo>
                      <a:pt x="2357" y="912"/>
                    </a:lnTo>
                    <a:lnTo>
                      <a:pt x="2508" y="981"/>
                    </a:lnTo>
                    <a:cubicBezTo>
                      <a:pt x="2409" y="925"/>
                      <a:pt x="2311" y="876"/>
                      <a:pt x="2212" y="823"/>
                    </a:cubicBezTo>
                    <a:lnTo>
                      <a:pt x="2060" y="748"/>
                    </a:lnTo>
                    <a:lnTo>
                      <a:pt x="1909" y="675"/>
                    </a:lnTo>
                    <a:cubicBezTo>
                      <a:pt x="1702" y="580"/>
                      <a:pt x="1498" y="494"/>
                      <a:pt x="1287" y="412"/>
                    </a:cubicBezTo>
                    <a:cubicBezTo>
                      <a:pt x="1077" y="330"/>
                      <a:pt x="863" y="254"/>
                      <a:pt x="649" y="185"/>
                    </a:cubicBezTo>
                    <a:cubicBezTo>
                      <a:pt x="537" y="152"/>
                      <a:pt x="432" y="119"/>
                      <a:pt x="323" y="86"/>
                    </a:cubicBezTo>
                    <a:cubicBezTo>
                      <a:pt x="218" y="57"/>
                      <a:pt x="109" y="24"/>
                      <a:pt x="1" y="1"/>
                    </a:cubicBezTo>
                    <a:close/>
                  </a:path>
                </a:pathLst>
              </a:custGeom>
              <a:solidFill>
                <a:srgbClr val="180C3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GB" noProof="1"/>
              </a:p>
            </p:txBody>
          </p:sp>
          <p:sp>
            <p:nvSpPr>
              <p:cNvPr id="1493" name="Google Shape;1493;p54"/>
              <p:cNvSpPr/>
              <p:nvPr/>
            </p:nvSpPr>
            <p:spPr>
              <a:xfrm>
                <a:off x="5640774" y="4121118"/>
                <a:ext cx="379894" cy="34320"/>
              </a:xfrm>
              <a:custGeom>
                <a:avLst/>
                <a:gdLst/>
                <a:ahLst/>
                <a:cxnLst/>
                <a:rect l="l" t="t" r="r" b="b"/>
                <a:pathLst>
                  <a:path w="4970" h="449" extrusionOk="0">
                    <a:moveTo>
                      <a:pt x="4969" y="1"/>
                    </a:moveTo>
                    <a:lnTo>
                      <a:pt x="4969" y="1"/>
                    </a:lnTo>
                    <a:cubicBezTo>
                      <a:pt x="4759" y="11"/>
                      <a:pt x="4555" y="27"/>
                      <a:pt x="4347" y="44"/>
                    </a:cubicBezTo>
                    <a:lnTo>
                      <a:pt x="3725" y="93"/>
                    </a:lnTo>
                    <a:cubicBezTo>
                      <a:pt x="3311" y="126"/>
                      <a:pt x="2899" y="162"/>
                      <a:pt x="2485" y="201"/>
                    </a:cubicBezTo>
                    <a:cubicBezTo>
                      <a:pt x="2070" y="241"/>
                      <a:pt x="1659" y="277"/>
                      <a:pt x="1241" y="320"/>
                    </a:cubicBezTo>
                    <a:lnTo>
                      <a:pt x="622" y="382"/>
                    </a:lnTo>
                    <a:cubicBezTo>
                      <a:pt x="415" y="402"/>
                      <a:pt x="204" y="422"/>
                      <a:pt x="0" y="448"/>
                    </a:cubicBezTo>
                    <a:cubicBezTo>
                      <a:pt x="204" y="435"/>
                      <a:pt x="415" y="419"/>
                      <a:pt x="622" y="402"/>
                    </a:cubicBezTo>
                    <a:lnTo>
                      <a:pt x="1241" y="353"/>
                    </a:lnTo>
                    <a:cubicBezTo>
                      <a:pt x="1659" y="320"/>
                      <a:pt x="2070" y="284"/>
                      <a:pt x="2485" y="248"/>
                    </a:cubicBezTo>
                    <a:cubicBezTo>
                      <a:pt x="2899" y="205"/>
                      <a:pt x="3311" y="169"/>
                      <a:pt x="3725" y="126"/>
                    </a:cubicBezTo>
                    <a:lnTo>
                      <a:pt x="4347" y="67"/>
                    </a:lnTo>
                    <a:cubicBezTo>
                      <a:pt x="4555" y="44"/>
                      <a:pt x="4762" y="24"/>
                      <a:pt x="496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GB" noProof="1"/>
              </a:p>
            </p:txBody>
          </p:sp>
          <p:sp>
            <p:nvSpPr>
              <p:cNvPr id="1494" name="Google Shape;1494;p54"/>
              <p:cNvSpPr/>
              <p:nvPr/>
            </p:nvSpPr>
            <p:spPr>
              <a:xfrm>
                <a:off x="6573915" y="4266043"/>
                <a:ext cx="356046" cy="84311"/>
              </a:xfrm>
              <a:custGeom>
                <a:avLst/>
                <a:gdLst/>
                <a:ahLst/>
                <a:cxnLst/>
                <a:rect l="l" t="t" r="r" b="b"/>
                <a:pathLst>
                  <a:path w="4658" h="1103" extrusionOk="0">
                    <a:moveTo>
                      <a:pt x="807" y="0"/>
                    </a:moveTo>
                    <a:cubicBezTo>
                      <a:pt x="672" y="36"/>
                      <a:pt x="540" y="79"/>
                      <a:pt x="402" y="119"/>
                    </a:cubicBezTo>
                    <a:cubicBezTo>
                      <a:pt x="267" y="161"/>
                      <a:pt x="136" y="201"/>
                      <a:pt x="1" y="244"/>
                    </a:cubicBezTo>
                    <a:cubicBezTo>
                      <a:pt x="136" y="211"/>
                      <a:pt x="271" y="171"/>
                      <a:pt x="409" y="135"/>
                    </a:cubicBezTo>
                    <a:lnTo>
                      <a:pt x="807" y="25"/>
                    </a:lnTo>
                    <a:lnTo>
                      <a:pt x="807" y="25"/>
                    </a:lnTo>
                    <a:cubicBezTo>
                      <a:pt x="954" y="107"/>
                      <a:pt x="1104" y="188"/>
                      <a:pt x="1251" y="267"/>
                    </a:cubicBezTo>
                    <a:cubicBezTo>
                      <a:pt x="1399" y="346"/>
                      <a:pt x="1551" y="425"/>
                      <a:pt x="1702" y="497"/>
                    </a:cubicBezTo>
                    <a:cubicBezTo>
                      <a:pt x="2008" y="645"/>
                      <a:pt x="2317" y="793"/>
                      <a:pt x="2637" y="908"/>
                    </a:cubicBezTo>
                    <a:cubicBezTo>
                      <a:pt x="2798" y="968"/>
                      <a:pt x="2966" y="1004"/>
                      <a:pt x="3133" y="1024"/>
                    </a:cubicBezTo>
                    <a:cubicBezTo>
                      <a:pt x="3305" y="1043"/>
                      <a:pt x="3476" y="1050"/>
                      <a:pt x="3644" y="1050"/>
                    </a:cubicBezTo>
                    <a:cubicBezTo>
                      <a:pt x="3818" y="1050"/>
                      <a:pt x="3986" y="1040"/>
                      <a:pt x="4154" y="1037"/>
                    </a:cubicBezTo>
                    <a:cubicBezTo>
                      <a:pt x="4242" y="1037"/>
                      <a:pt x="4325" y="1037"/>
                      <a:pt x="4410" y="1040"/>
                    </a:cubicBezTo>
                    <a:cubicBezTo>
                      <a:pt x="4325" y="1030"/>
                      <a:pt x="4242" y="1027"/>
                      <a:pt x="4154" y="1027"/>
                    </a:cubicBezTo>
                    <a:cubicBezTo>
                      <a:pt x="4040" y="1027"/>
                      <a:pt x="3927" y="1028"/>
                      <a:pt x="3814" y="1028"/>
                    </a:cubicBezTo>
                    <a:cubicBezTo>
                      <a:pt x="3757" y="1028"/>
                      <a:pt x="3701" y="1028"/>
                      <a:pt x="3644" y="1027"/>
                    </a:cubicBezTo>
                    <a:cubicBezTo>
                      <a:pt x="3476" y="1027"/>
                      <a:pt x="3308" y="1014"/>
                      <a:pt x="3140" y="994"/>
                    </a:cubicBezTo>
                    <a:cubicBezTo>
                      <a:pt x="2969" y="974"/>
                      <a:pt x="2804" y="938"/>
                      <a:pt x="2650" y="879"/>
                    </a:cubicBezTo>
                    <a:cubicBezTo>
                      <a:pt x="2489" y="823"/>
                      <a:pt x="2337" y="757"/>
                      <a:pt x="2179" y="685"/>
                    </a:cubicBezTo>
                    <a:cubicBezTo>
                      <a:pt x="2025" y="616"/>
                      <a:pt x="1873" y="543"/>
                      <a:pt x="1718" y="467"/>
                    </a:cubicBezTo>
                    <a:cubicBezTo>
                      <a:pt x="1567" y="388"/>
                      <a:pt x="1419" y="316"/>
                      <a:pt x="1268" y="237"/>
                    </a:cubicBezTo>
                    <a:cubicBezTo>
                      <a:pt x="1116" y="161"/>
                      <a:pt x="962" y="82"/>
                      <a:pt x="814" y="3"/>
                    </a:cubicBezTo>
                    <a:lnTo>
                      <a:pt x="810" y="0"/>
                    </a:lnTo>
                    <a:close/>
                    <a:moveTo>
                      <a:pt x="4410" y="1040"/>
                    </a:moveTo>
                    <a:cubicBezTo>
                      <a:pt x="4450" y="1043"/>
                      <a:pt x="4496" y="1053"/>
                      <a:pt x="4539" y="1060"/>
                    </a:cubicBezTo>
                    <a:cubicBezTo>
                      <a:pt x="4544" y="1060"/>
                      <a:pt x="4549" y="1060"/>
                      <a:pt x="4554" y="1060"/>
                    </a:cubicBezTo>
                    <a:lnTo>
                      <a:pt x="4554" y="1060"/>
                    </a:lnTo>
                    <a:cubicBezTo>
                      <a:pt x="4549" y="1059"/>
                      <a:pt x="4544" y="1058"/>
                      <a:pt x="4539" y="1056"/>
                    </a:cubicBezTo>
                    <a:cubicBezTo>
                      <a:pt x="4496" y="1050"/>
                      <a:pt x="4456" y="1043"/>
                      <a:pt x="4410" y="1040"/>
                    </a:cubicBezTo>
                    <a:close/>
                    <a:moveTo>
                      <a:pt x="4554" y="1060"/>
                    </a:moveTo>
                    <a:lnTo>
                      <a:pt x="4554" y="1060"/>
                    </a:lnTo>
                    <a:cubicBezTo>
                      <a:pt x="4589" y="1069"/>
                      <a:pt x="4626" y="1080"/>
                      <a:pt x="4657" y="1103"/>
                    </a:cubicBezTo>
                    <a:cubicBezTo>
                      <a:pt x="4628" y="1077"/>
                      <a:pt x="4592" y="1063"/>
                      <a:pt x="4554" y="106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GB" noProof="1"/>
              </a:p>
            </p:txBody>
          </p:sp>
          <p:sp>
            <p:nvSpPr>
              <p:cNvPr id="1495" name="Google Shape;1495;p54"/>
              <p:cNvSpPr/>
              <p:nvPr/>
            </p:nvSpPr>
            <p:spPr>
              <a:xfrm>
                <a:off x="6557328" y="4011126"/>
                <a:ext cx="495086" cy="97229"/>
              </a:xfrm>
              <a:custGeom>
                <a:avLst/>
                <a:gdLst/>
                <a:ahLst/>
                <a:cxnLst/>
                <a:rect l="l" t="t" r="r" b="b"/>
                <a:pathLst>
                  <a:path w="6477" h="1272" extrusionOk="0">
                    <a:moveTo>
                      <a:pt x="3988" y="0"/>
                    </a:moveTo>
                    <a:cubicBezTo>
                      <a:pt x="3964" y="0"/>
                      <a:pt x="3940" y="2"/>
                      <a:pt x="3913" y="2"/>
                    </a:cubicBezTo>
                    <a:cubicBezTo>
                      <a:pt x="3880" y="2"/>
                      <a:pt x="3844" y="2"/>
                      <a:pt x="3808" y="8"/>
                    </a:cubicBezTo>
                    <a:cubicBezTo>
                      <a:pt x="3663" y="15"/>
                      <a:pt x="3518" y="35"/>
                      <a:pt x="3377" y="51"/>
                    </a:cubicBezTo>
                    <a:cubicBezTo>
                      <a:pt x="3087" y="94"/>
                      <a:pt x="2804" y="147"/>
                      <a:pt x="2525" y="209"/>
                    </a:cubicBezTo>
                    <a:cubicBezTo>
                      <a:pt x="2245" y="272"/>
                      <a:pt x="1962" y="341"/>
                      <a:pt x="1685" y="420"/>
                    </a:cubicBezTo>
                    <a:cubicBezTo>
                      <a:pt x="1544" y="459"/>
                      <a:pt x="1406" y="502"/>
                      <a:pt x="1271" y="541"/>
                    </a:cubicBezTo>
                    <a:cubicBezTo>
                      <a:pt x="1136" y="578"/>
                      <a:pt x="991" y="604"/>
                      <a:pt x="850" y="627"/>
                    </a:cubicBezTo>
                    <a:cubicBezTo>
                      <a:pt x="570" y="676"/>
                      <a:pt x="284" y="719"/>
                      <a:pt x="1" y="759"/>
                    </a:cubicBezTo>
                    <a:cubicBezTo>
                      <a:pt x="287" y="732"/>
                      <a:pt x="570" y="693"/>
                      <a:pt x="853" y="647"/>
                    </a:cubicBezTo>
                    <a:cubicBezTo>
                      <a:pt x="994" y="624"/>
                      <a:pt x="1139" y="604"/>
                      <a:pt x="1277" y="564"/>
                    </a:cubicBezTo>
                    <a:cubicBezTo>
                      <a:pt x="1419" y="528"/>
                      <a:pt x="1554" y="489"/>
                      <a:pt x="1692" y="449"/>
                    </a:cubicBezTo>
                    <a:cubicBezTo>
                      <a:pt x="2248" y="308"/>
                      <a:pt x="2811" y="179"/>
                      <a:pt x="3380" y="100"/>
                    </a:cubicBezTo>
                    <a:cubicBezTo>
                      <a:pt x="3525" y="84"/>
                      <a:pt x="3663" y="64"/>
                      <a:pt x="3808" y="54"/>
                    </a:cubicBezTo>
                    <a:cubicBezTo>
                      <a:pt x="3880" y="51"/>
                      <a:pt x="3952" y="47"/>
                      <a:pt x="4023" y="47"/>
                    </a:cubicBezTo>
                    <a:cubicBezTo>
                      <a:pt x="4094" y="47"/>
                      <a:pt x="4165" y="51"/>
                      <a:pt x="4236" y="64"/>
                    </a:cubicBezTo>
                    <a:cubicBezTo>
                      <a:pt x="4519" y="104"/>
                      <a:pt x="4792" y="202"/>
                      <a:pt x="5048" y="324"/>
                    </a:cubicBezTo>
                    <a:cubicBezTo>
                      <a:pt x="5308" y="443"/>
                      <a:pt x="5559" y="587"/>
                      <a:pt x="5799" y="742"/>
                    </a:cubicBezTo>
                    <a:cubicBezTo>
                      <a:pt x="5921" y="821"/>
                      <a:pt x="6036" y="903"/>
                      <a:pt x="6151" y="989"/>
                    </a:cubicBezTo>
                    <a:cubicBezTo>
                      <a:pt x="6210" y="1035"/>
                      <a:pt x="6266" y="1081"/>
                      <a:pt x="6322" y="1124"/>
                    </a:cubicBezTo>
                    <a:cubicBezTo>
                      <a:pt x="6348" y="1147"/>
                      <a:pt x="6378" y="1170"/>
                      <a:pt x="6404" y="1196"/>
                    </a:cubicBezTo>
                    <a:cubicBezTo>
                      <a:pt x="6427" y="1219"/>
                      <a:pt x="6454" y="1249"/>
                      <a:pt x="6477" y="1272"/>
                    </a:cubicBezTo>
                    <a:cubicBezTo>
                      <a:pt x="6381" y="1167"/>
                      <a:pt x="6273" y="1071"/>
                      <a:pt x="6161" y="982"/>
                    </a:cubicBezTo>
                    <a:cubicBezTo>
                      <a:pt x="6046" y="893"/>
                      <a:pt x="5930" y="808"/>
                      <a:pt x="5812" y="726"/>
                    </a:cubicBezTo>
                    <a:cubicBezTo>
                      <a:pt x="5572" y="561"/>
                      <a:pt x="5322" y="413"/>
                      <a:pt x="5062" y="291"/>
                    </a:cubicBezTo>
                    <a:cubicBezTo>
                      <a:pt x="4802" y="166"/>
                      <a:pt x="4529" y="64"/>
                      <a:pt x="4239" y="18"/>
                    </a:cubicBezTo>
                    <a:lnTo>
                      <a:pt x="4186" y="12"/>
                    </a:lnTo>
                    <a:lnTo>
                      <a:pt x="4134" y="8"/>
                    </a:lnTo>
                    <a:cubicBezTo>
                      <a:pt x="4094" y="2"/>
                      <a:pt x="4058" y="2"/>
                      <a:pt x="4022" y="2"/>
                    </a:cubicBezTo>
                    <a:cubicBezTo>
                      <a:pt x="4011" y="1"/>
                      <a:pt x="3999" y="0"/>
                      <a:pt x="39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GB" noProof="1"/>
              </a:p>
            </p:txBody>
          </p:sp>
          <p:sp>
            <p:nvSpPr>
              <p:cNvPr id="1496" name="Google Shape;1496;p54"/>
              <p:cNvSpPr/>
              <p:nvPr/>
            </p:nvSpPr>
            <p:spPr>
              <a:xfrm>
                <a:off x="6612134" y="3268924"/>
                <a:ext cx="52436" cy="781115"/>
              </a:xfrm>
              <a:custGeom>
                <a:avLst/>
                <a:gdLst/>
                <a:ahLst/>
                <a:cxnLst/>
                <a:rect l="l" t="t" r="r" b="b"/>
                <a:pathLst>
                  <a:path w="686" h="10219" extrusionOk="0">
                    <a:moveTo>
                      <a:pt x="685" y="1"/>
                    </a:moveTo>
                    <a:lnTo>
                      <a:pt x="685" y="1"/>
                    </a:lnTo>
                    <a:cubicBezTo>
                      <a:pt x="649" y="425"/>
                      <a:pt x="616" y="853"/>
                      <a:pt x="577" y="1278"/>
                    </a:cubicBezTo>
                    <a:lnTo>
                      <a:pt x="478" y="2551"/>
                    </a:lnTo>
                    <a:cubicBezTo>
                      <a:pt x="412" y="3404"/>
                      <a:pt x="356" y="4256"/>
                      <a:pt x="297" y="5105"/>
                    </a:cubicBezTo>
                    <a:cubicBezTo>
                      <a:pt x="241" y="5957"/>
                      <a:pt x="189" y="6809"/>
                      <a:pt x="139" y="7662"/>
                    </a:cubicBezTo>
                    <a:lnTo>
                      <a:pt x="63" y="8938"/>
                    </a:lnTo>
                    <a:cubicBezTo>
                      <a:pt x="44" y="9366"/>
                      <a:pt x="17" y="9791"/>
                      <a:pt x="1" y="10218"/>
                    </a:cubicBezTo>
                    <a:cubicBezTo>
                      <a:pt x="40" y="9794"/>
                      <a:pt x="73" y="9373"/>
                      <a:pt x="110" y="8945"/>
                    </a:cubicBezTo>
                    <a:lnTo>
                      <a:pt x="208" y="7668"/>
                    </a:lnTo>
                    <a:cubicBezTo>
                      <a:pt x="274" y="6816"/>
                      <a:pt x="330" y="5967"/>
                      <a:pt x="389" y="5115"/>
                    </a:cubicBezTo>
                    <a:cubicBezTo>
                      <a:pt x="445" y="4262"/>
                      <a:pt x="501" y="3410"/>
                      <a:pt x="550" y="2561"/>
                    </a:cubicBezTo>
                    <a:lnTo>
                      <a:pt x="623" y="1281"/>
                    </a:lnTo>
                    <a:cubicBezTo>
                      <a:pt x="643" y="853"/>
                      <a:pt x="669" y="429"/>
                      <a:pt x="68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GB" noProof="1"/>
              </a:p>
            </p:txBody>
          </p:sp>
          <p:sp>
            <p:nvSpPr>
              <p:cNvPr id="1497" name="Google Shape;1497;p54"/>
              <p:cNvSpPr/>
              <p:nvPr/>
            </p:nvSpPr>
            <p:spPr>
              <a:xfrm>
                <a:off x="5699859" y="3364317"/>
                <a:ext cx="117026" cy="773471"/>
              </a:xfrm>
              <a:custGeom>
                <a:avLst/>
                <a:gdLst/>
                <a:ahLst/>
                <a:cxnLst/>
                <a:rect l="l" t="t" r="r" b="b"/>
                <a:pathLst>
                  <a:path w="1531" h="10119" extrusionOk="0">
                    <a:moveTo>
                      <a:pt x="1" y="0"/>
                    </a:moveTo>
                    <a:cubicBezTo>
                      <a:pt x="1" y="214"/>
                      <a:pt x="4" y="428"/>
                      <a:pt x="7" y="642"/>
                    </a:cubicBezTo>
                    <a:lnTo>
                      <a:pt x="30" y="1283"/>
                    </a:lnTo>
                    <a:lnTo>
                      <a:pt x="66" y="1925"/>
                    </a:lnTo>
                    <a:lnTo>
                      <a:pt x="112" y="2567"/>
                    </a:lnTo>
                    <a:cubicBezTo>
                      <a:pt x="182" y="3422"/>
                      <a:pt x="280" y="4268"/>
                      <a:pt x="409" y="5117"/>
                    </a:cubicBezTo>
                    <a:cubicBezTo>
                      <a:pt x="537" y="5960"/>
                      <a:pt x="692" y="6802"/>
                      <a:pt x="879" y="7638"/>
                    </a:cubicBezTo>
                    <a:lnTo>
                      <a:pt x="1024" y="8263"/>
                    </a:lnTo>
                    <a:lnTo>
                      <a:pt x="1182" y="8885"/>
                    </a:lnTo>
                    <a:lnTo>
                      <a:pt x="1350" y="9500"/>
                    </a:lnTo>
                    <a:cubicBezTo>
                      <a:pt x="1412" y="9708"/>
                      <a:pt x="1468" y="9912"/>
                      <a:pt x="1531" y="10119"/>
                    </a:cubicBezTo>
                    <a:cubicBezTo>
                      <a:pt x="1481" y="9912"/>
                      <a:pt x="1429" y="9704"/>
                      <a:pt x="1370" y="9494"/>
                    </a:cubicBezTo>
                    <a:lnTo>
                      <a:pt x="1221" y="8868"/>
                    </a:lnTo>
                    <a:lnTo>
                      <a:pt x="1077" y="8243"/>
                    </a:lnTo>
                    <a:lnTo>
                      <a:pt x="945" y="7618"/>
                    </a:lnTo>
                    <a:cubicBezTo>
                      <a:pt x="777" y="6782"/>
                      <a:pt x="626" y="5940"/>
                      <a:pt x="498" y="5097"/>
                    </a:cubicBezTo>
                    <a:cubicBezTo>
                      <a:pt x="366" y="4252"/>
                      <a:pt x="264" y="3406"/>
                      <a:pt x="182" y="2554"/>
                    </a:cubicBezTo>
                    <a:lnTo>
                      <a:pt x="122" y="1915"/>
                    </a:lnTo>
                    <a:lnTo>
                      <a:pt x="73" y="1280"/>
                    </a:lnTo>
                    <a:lnTo>
                      <a:pt x="34" y="642"/>
                    </a:lnTo>
                    <a:cubicBezTo>
                      <a:pt x="24" y="428"/>
                      <a:pt x="14" y="214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GB" noProof="1"/>
              </a:p>
            </p:txBody>
          </p:sp>
          <p:sp>
            <p:nvSpPr>
              <p:cNvPr id="1498" name="Google Shape;1498;p54"/>
              <p:cNvSpPr/>
              <p:nvPr/>
            </p:nvSpPr>
            <p:spPr>
              <a:xfrm>
                <a:off x="4870825" y="3550364"/>
                <a:ext cx="2712308" cy="821092"/>
              </a:xfrm>
              <a:custGeom>
                <a:avLst/>
                <a:gdLst/>
                <a:ahLst/>
                <a:cxnLst/>
                <a:rect l="l" t="t" r="r" b="b"/>
                <a:pathLst>
                  <a:path w="35484" h="10742" extrusionOk="0">
                    <a:moveTo>
                      <a:pt x="9189" y="1"/>
                    </a:moveTo>
                    <a:cubicBezTo>
                      <a:pt x="8627" y="1"/>
                      <a:pt x="8147" y="73"/>
                      <a:pt x="7749" y="198"/>
                    </a:cubicBezTo>
                    <a:lnTo>
                      <a:pt x="7749" y="198"/>
                    </a:lnTo>
                    <a:lnTo>
                      <a:pt x="9274" y="1"/>
                    </a:lnTo>
                    <a:cubicBezTo>
                      <a:pt x="9245" y="1"/>
                      <a:pt x="9217" y="1"/>
                      <a:pt x="9189" y="1"/>
                    </a:cubicBezTo>
                    <a:close/>
                    <a:moveTo>
                      <a:pt x="7749" y="198"/>
                    </a:moveTo>
                    <a:lnTo>
                      <a:pt x="583" y="1123"/>
                    </a:lnTo>
                    <a:cubicBezTo>
                      <a:pt x="1" y="6191"/>
                      <a:pt x="4798" y="7149"/>
                      <a:pt x="8592" y="7214"/>
                    </a:cubicBezTo>
                    <a:cubicBezTo>
                      <a:pt x="8673" y="7216"/>
                      <a:pt x="8754" y="7216"/>
                      <a:pt x="8836" y="7216"/>
                    </a:cubicBezTo>
                    <a:cubicBezTo>
                      <a:pt x="14176" y="7216"/>
                      <a:pt x="21086" y="4185"/>
                      <a:pt x="26675" y="4185"/>
                    </a:cubicBezTo>
                    <a:cubicBezTo>
                      <a:pt x="30592" y="4185"/>
                      <a:pt x="33860" y="5675"/>
                      <a:pt x="35484" y="10742"/>
                    </a:cubicBezTo>
                    <a:cubicBezTo>
                      <a:pt x="34790" y="4093"/>
                      <a:pt x="31106" y="2388"/>
                      <a:pt x="26513" y="2388"/>
                    </a:cubicBezTo>
                    <a:cubicBezTo>
                      <a:pt x="21677" y="2388"/>
                      <a:pt x="15835" y="4278"/>
                      <a:pt x="11415" y="4278"/>
                    </a:cubicBezTo>
                    <a:cubicBezTo>
                      <a:pt x="10334" y="4278"/>
                      <a:pt x="9339" y="4165"/>
                      <a:pt x="8464" y="3884"/>
                    </a:cubicBezTo>
                    <a:cubicBezTo>
                      <a:pt x="5855" y="3046"/>
                      <a:pt x="5630" y="866"/>
                      <a:pt x="7749" y="198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GB" noProof="1"/>
              </a:p>
            </p:txBody>
          </p:sp>
          <p:sp>
            <p:nvSpPr>
              <p:cNvPr id="1499" name="Google Shape;1499;p54"/>
              <p:cNvSpPr/>
              <p:nvPr/>
            </p:nvSpPr>
            <p:spPr>
              <a:xfrm>
                <a:off x="6909473" y="1780850"/>
                <a:ext cx="254613" cy="637030"/>
              </a:xfrm>
              <a:custGeom>
                <a:avLst/>
                <a:gdLst/>
                <a:ahLst/>
                <a:cxnLst/>
                <a:rect l="l" t="t" r="r" b="b"/>
                <a:pathLst>
                  <a:path w="3331" h="8334" extrusionOk="0">
                    <a:moveTo>
                      <a:pt x="2368" y="1"/>
                    </a:moveTo>
                    <a:cubicBezTo>
                      <a:pt x="2361" y="1"/>
                      <a:pt x="2354" y="1"/>
                      <a:pt x="2347" y="1"/>
                    </a:cubicBezTo>
                    <a:cubicBezTo>
                      <a:pt x="2176" y="5"/>
                      <a:pt x="2011" y="80"/>
                      <a:pt x="1876" y="182"/>
                    </a:cubicBezTo>
                    <a:cubicBezTo>
                      <a:pt x="843" y="946"/>
                      <a:pt x="1169" y="2394"/>
                      <a:pt x="1057" y="3476"/>
                    </a:cubicBezTo>
                    <a:cubicBezTo>
                      <a:pt x="850" y="5418"/>
                      <a:pt x="1" y="8333"/>
                      <a:pt x="1" y="8333"/>
                    </a:cubicBezTo>
                    <a:cubicBezTo>
                      <a:pt x="1" y="8333"/>
                      <a:pt x="1406" y="6405"/>
                      <a:pt x="2084" y="5273"/>
                    </a:cubicBezTo>
                    <a:cubicBezTo>
                      <a:pt x="2765" y="4144"/>
                      <a:pt x="3331" y="2588"/>
                      <a:pt x="3265" y="1272"/>
                    </a:cubicBezTo>
                    <a:cubicBezTo>
                      <a:pt x="3248" y="985"/>
                      <a:pt x="3202" y="689"/>
                      <a:pt x="3054" y="436"/>
                    </a:cubicBezTo>
                    <a:cubicBezTo>
                      <a:pt x="2910" y="192"/>
                      <a:pt x="2653" y="1"/>
                      <a:pt x="23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GB" noProof="1"/>
              </a:p>
            </p:txBody>
          </p:sp>
          <p:sp>
            <p:nvSpPr>
              <p:cNvPr id="1500" name="Google Shape;1500;p54"/>
              <p:cNvSpPr/>
              <p:nvPr/>
            </p:nvSpPr>
            <p:spPr>
              <a:xfrm>
                <a:off x="7248547" y="3561524"/>
                <a:ext cx="487289" cy="155932"/>
              </a:xfrm>
              <a:custGeom>
                <a:avLst/>
                <a:gdLst/>
                <a:ahLst/>
                <a:cxnLst/>
                <a:rect l="l" t="t" r="r" b="b"/>
                <a:pathLst>
                  <a:path w="6375" h="2040" extrusionOk="0">
                    <a:moveTo>
                      <a:pt x="4890" y="1"/>
                    </a:moveTo>
                    <a:cubicBezTo>
                      <a:pt x="3215" y="1"/>
                      <a:pt x="1366" y="1095"/>
                      <a:pt x="0" y="1833"/>
                    </a:cubicBezTo>
                    <a:cubicBezTo>
                      <a:pt x="317" y="1749"/>
                      <a:pt x="639" y="1717"/>
                      <a:pt x="963" y="1717"/>
                    </a:cubicBezTo>
                    <a:cubicBezTo>
                      <a:pt x="1638" y="1717"/>
                      <a:pt x="2323" y="1856"/>
                      <a:pt x="2995" y="1951"/>
                    </a:cubicBezTo>
                    <a:cubicBezTo>
                      <a:pt x="3349" y="2003"/>
                      <a:pt x="3716" y="2040"/>
                      <a:pt x="4079" y="2040"/>
                    </a:cubicBezTo>
                    <a:cubicBezTo>
                      <a:pt x="4739" y="2040"/>
                      <a:pt x="5385" y="1918"/>
                      <a:pt x="5914" y="1540"/>
                    </a:cubicBezTo>
                    <a:cubicBezTo>
                      <a:pt x="6144" y="1375"/>
                      <a:pt x="6351" y="1142"/>
                      <a:pt x="6361" y="859"/>
                    </a:cubicBezTo>
                    <a:cubicBezTo>
                      <a:pt x="6374" y="385"/>
                      <a:pt x="5838" y="92"/>
                      <a:pt x="5371" y="33"/>
                    </a:cubicBezTo>
                    <a:cubicBezTo>
                      <a:pt x="5213" y="11"/>
                      <a:pt x="5052" y="1"/>
                      <a:pt x="489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GB" noProof="1"/>
              </a:p>
            </p:txBody>
          </p:sp>
          <p:sp>
            <p:nvSpPr>
              <p:cNvPr id="1501" name="Google Shape;1501;p54"/>
              <p:cNvSpPr/>
              <p:nvPr/>
            </p:nvSpPr>
            <p:spPr>
              <a:xfrm>
                <a:off x="7613992" y="3282224"/>
                <a:ext cx="426980" cy="210891"/>
              </a:xfrm>
              <a:custGeom>
                <a:avLst/>
                <a:gdLst/>
                <a:ahLst/>
                <a:cxnLst/>
                <a:rect l="l" t="t" r="r" b="b"/>
                <a:pathLst>
                  <a:path w="5586" h="2759" extrusionOk="0">
                    <a:moveTo>
                      <a:pt x="4475" y="0"/>
                    </a:moveTo>
                    <a:cubicBezTo>
                      <a:pt x="4191" y="0"/>
                      <a:pt x="3828" y="95"/>
                      <a:pt x="3380" y="324"/>
                    </a:cubicBezTo>
                    <a:cubicBezTo>
                      <a:pt x="2966" y="538"/>
                      <a:pt x="2357" y="1058"/>
                      <a:pt x="2005" y="1357"/>
                    </a:cubicBezTo>
                    <a:cubicBezTo>
                      <a:pt x="1383" y="1884"/>
                      <a:pt x="698" y="2344"/>
                      <a:pt x="1" y="2759"/>
                    </a:cubicBezTo>
                    <a:cubicBezTo>
                      <a:pt x="1284" y="2723"/>
                      <a:pt x="3354" y="2555"/>
                      <a:pt x="4539" y="1936"/>
                    </a:cubicBezTo>
                    <a:cubicBezTo>
                      <a:pt x="5485" y="1446"/>
                      <a:pt x="5585" y="0"/>
                      <a:pt x="447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GB" noProof="1"/>
              </a:p>
            </p:txBody>
          </p:sp>
          <p:sp>
            <p:nvSpPr>
              <p:cNvPr id="1502" name="Google Shape;1502;p54"/>
              <p:cNvSpPr/>
              <p:nvPr/>
            </p:nvSpPr>
            <p:spPr>
              <a:xfrm>
                <a:off x="7562168" y="3828824"/>
                <a:ext cx="473454" cy="269442"/>
              </a:xfrm>
              <a:custGeom>
                <a:avLst/>
                <a:gdLst/>
                <a:ahLst/>
                <a:cxnLst/>
                <a:rect l="l" t="t" r="r" b="b"/>
                <a:pathLst>
                  <a:path w="6194" h="3525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929" y="982"/>
                      <a:pt x="2192" y="2140"/>
                      <a:pt x="3347" y="2841"/>
                    </a:cubicBezTo>
                    <a:cubicBezTo>
                      <a:pt x="3841" y="3176"/>
                      <a:pt x="4410" y="3407"/>
                      <a:pt x="5003" y="3496"/>
                    </a:cubicBezTo>
                    <a:cubicBezTo>
                      <a:pt x="5107" y="3513"/>
                      <a:pt x="5217" y="3524"/>
                      <a:pt x="5325" y="3524"/>
                    </a:cubicBezTo>
                    <a:cubicBezTo>
                      <a:pt x="5570" y="3524"/>
                      <a:pt x="5810" y="3467"/>
                      <a:pt x="5977" y="3292"/>
                    </a:cubicBezTo>
                    <a:cubicBezTo>
                      <a:pt x="6141" y="3121"/>
                      <a:pt x="6194" y="2857"/>
                      <a:pt x="6171" y="2617"/>
                    </a:cubicBezTo>
                    <a:cubicBezTo>
                      <a:pt x="6131" y="2219"/>
                      <a:pt x="5911" y="1854"/>
                      <a:pt x="5618" y="1577"/>
                    </a:cubicBezTo>
                    <a:cubicBezTo>
                      <a:pt x="5325" y="1301"/>
                      <a:pt x="4970" y="1113"/>
                      <a:pt x="4598" y="952"/>
                    </a:cubicBezTo>
                    <a:cubicBezTo>
                      <a:pt x="4042" y="715"/>
                      <a:pt x="3456" y="544"/>
                      <a:pt x="2854" y="452"/>
                    </a:cubicBezTo>
                    <a:cubicBezTo>
                      <a:pt x="1900" y="304"/>
                      <a:pt x="906" y="340"/>
                      <a:pt x="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GB" noProof="1"/>
              </a:p>
            </p:txBody>
          </p:sp>
          <p:sp>
            <p:nvSpPr>
              <p:cNvPr id="1503" name="Google Shape;1503;p54"/>
              <p:cNvSpPr/>
              <p:nvPr/>
            </p:nvSpPr>
            <p:spPr>
              <a:xfrm>
                <a:off x="5111754" y="2486210"/>
                <a:ext cx="582377" cy="582377"/>
              </a:xfrm>
              <a:custGeom>
                <a:avLst/>
                <a:gdLst/>
                <a:ahLst/>
                <a:cxnLst/>
                <a:rect l="l" t="t" r="r" b="b"/>
                <a:pathLst>
                  <a:path w="7619" h="7619" extrusionOk="0">
                    <a:moveTo>
                      <a:pt x="3812" y="0"/>
                    </a:moveTo>
                    <a:cubicBezTo>
                      <a:pt x="1706" y="0"/>
                      <a:pt x="1" y="1705"/>
                      <a:pt x="1" y="3808"/>
                    </a:cubicBezTo>
                    <a:cubicBezTo>
                      <a:pt x="1" y="5910"/>
                      <a:pt x="1706" y="7618"/>
                      <a:pt x="3812" y="7618"/>
                    </a:cubicBezTo>
                    <a:cubicBezTo>
                      <a:pt x="5914" y="7618"/>
                      <a:pt x="7619" y="5910"/>
                      <a:pt x="7619" y="3808"/>
                    </a:cubicBezTo>
                    <a:cubicBezTo>
                      <a:pt x="7619" y="1705"/>
                      <a:pt x="5914" y="0"/>
                      <a:pt x="381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GB" noProof="1"/>
              </a:p>
            </p:txBody>
          </p:sp>
          <p:sp>
            <p:nvSpPr>
              <p:cNvPr id="1504" name="Google Shape;1504;p54"/>
              <p:cNvSpPr/>
              <p:nvPr/>
            </p:nvSpPr>
            <p:spPr>
              <a:xfrm>
                <a:off x="5619371" y="2636332"/>
                <a:ext cx="216624" cy="175195"/>
              </a:xfrm>
              <a:custGeom>
                <a:avLst/>
                <a:gdLst/>
                <a:ahLst/>
                <a:cxnLst/>
                <a:rect l="l" t="t" r="r" b="b"/>
                <a:pathLst>
                  <a:path w="2834" h="2292" extrusionOk="0">
                    <a:moveTo>
                      <a:pt x="2834" y="1"/>
                    </a:moveTo>
                    <a:cubicBezTo>
                      <a:pt x="1889" y="343"/>
                      <a:pt x="945" y="679"/>
                      <a:pt x="1" y="1021"/>
                    </a:cubicBezTo>
                    <a:lnTo>
                      <a:pt x="53" y="2291"/>
                    </a:lnTo>
                    <a:cubicBezTo>
                      <a:pt x="978" y="1528"/>
                      <a:pt x="1909" y="768"/>
                      <a:pt x="283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GB" noProof="1"/>
              </a:p>
            </p:txBody>
          </p:sp>
          <p:sp>
            <p:nvSpPr>
              <p:cNvPr id="1505" name="Google Shape;1505;p54"/>
              <p:cNvSpPr/>
              <p:nvPr/>
            </p:nvSpPr>
            <p:spPr>
              <a:xfrm>
                <a:off x="5203631" y="2576100"/>
                <a:ext cx="405042" cy="415973"/>
              </a:xfrm>
              <a:custGeom>
                <a:avLst/>
                <a:gdLst/>
                <a:ahLst/>
                <a:cxnLst/>
                <a:rect l="l" t="t" r="r" b="b"/>
                <a:pathLst>
                  <a:path w="5299" h="5442" extrusionOk="0">
                    <a:moveTo>
                      <a:pt x="3667" y="440"/>
                    </a:moveTo>
                    <a:cubicBezTo>
                      <a:pt x="3778" y="440"/>
                      <a:pt x="3891" y="451"/>
                      <a:pt x="3998" y="486"/>
                    </a:cubicBezTo>
                    <a:cubicBezTo>
                      <a:pt x="3916" y="529"/>
                      <a:pt x="3834" y="588"/>
                      <a:pt x="3761" y="644"/>
                    </a:cubicBezTo>
                    <a:cubicBezTo>
                      <a:pt x="3732" y="578"/>
                      <a:pt x="3682" y="509"/>
                      <a:pt x="3623" y="440"/>
                    </a:cubicBezTo>
                    <a:cubicBezTo>
                      <a:pt x="3638" y="440"/>
                      <a:pt x="3652" y="440"/>
                      <a:pt x="3667" y="440"/>
                    </a:cubicBezTo>
                    <a:close/>
                    <a:moveTo>
                      <a:pt x="2791" y="95"/>
                    </a:moveTo>
                    <a:cubicBezTo>
                      <a:pt x="2883" y="95"/>
                      <a:pt x="2965" y="108"/>
                      <a:pt x="3051" y="127"/>
                    </a:cubicBezTo>
                    <a:cubicBezTo>
                      <a:pt x="3153" y="154"/>
                      <a:pt x="3297" y="249"/>
                      <a:pt x="3419" y="361"/>
                    </a:cubicBezTo>
                    <a:cubicBezTo>
                      <a:pt x="3255" y="394"/>
                      <a:pt x="3093" y="450"/>
                      <a:pt x="2952" y="539"/>
                    </a:cubicBezTo>
                    <a:cubicBezTo>
                      <a:pt x="2856" y="509"/>
                      <a:pt x="2761" y="483"/>
                      <a:pt x="2662" y="466"/>
                    </a:cubicBezTo>
                    <a:cubicBezTo>
                      <a:pt x="2568" y="450"/>
                      <a:pt x="2478" y="442"/>
                      <a:pt x="2394" y="442"/>
                    </a:cubicBezTo>
                    <a:cubicBezTo>
                      <a:pt x="2173" y="442"/>
                      <a:pt x="1989" y="497"/>
                      <a:pt x="1856" y="605"/>
                    </a:cubicBezTo>
                    <a:cubicBezTo>
                      <a:pt x="1685" y="743"/>
                      <a:pt x="1596" y="963"/>
                      <a:pt x="1530" y="1154"/>
                    </a:cubicBezTo>
                    <a:cubicBezTo>
                      <a:pt x="1530" y="1161"/>
                      <a:pt x="1527" y="1164"/>
                      <a:pt x="1527" y="1167"/>
                    </a:cubicBezTo>
                    <a:cubicBezTo>
                      <a:pt x="1524" y="937"/>
                      <a:pt x="1576" y="743"/>
                      <a:pt x="1678" y="591"/>
                    </a:cubicBezTo>
                    <a:cubicBezTo>
                      <a:pt x="1820" y="391"/>
                      <a:pt x="2063" y="243"/>
                      <a:pt x="2399" y="151"/>
                    </a:cubicBezTo>
                    <a:cubicBezTo>
                      <a:pt x="2544" y="114"/>
                      <a:pt x="2672" y="95"/>
                      <a:pt x="2791" y="95"/>
                    </a:cubicBezTo>
                    <a:close/>
                    <a:moveTo>
                      <a:pt x="2383" y="539"/>
                    </a:moveTo>
                    <a:cubicBezTo>
                      <a:pt x="2478" y="539"/>
                      <a:pt x="2567" y="552"/>
                      <a:pt x="2649" y="559"/>
                    </a:cubicBezTo>
                    <a:cubicBezTo>
                      <a:pt x="2715" y="572"/>
                      <a:pt x="2781" y="588"/>
                      <a:pt x="2847" y="605"/>
                    </a:cubicBezTo>
                    <a:cubicBezTo>
                      <a:pt x="2662" y="736"/>
                      <a:pt x="2514" y="914"/>
                      <a:pt x="2432" y="1121"/>
                    </a:cubicBezTo>
                    <a:cubicBezTo>
                      <a:pt x="2429" y="1131"/>
                      <a:pt x="2429" y="1138"/>
                      <a:pt x="2422" y="1148"/>
                    </a:cubicBezTo>
                    <a:cubicBezTo>
                      <a:pt x="2334" y="1133"/>
                      <a:pt x="2245" y="1126"/>
                      <a:pt x="2154" y="1126"/>
                    </a:cubicBezTo>
                    <a:cubicBezTo>
                      <a:pt x="2038" y="1126"/>
                      <a:pt x="1920" y="1138"/>
                      <a:pt x="1803" y="1164"/>
                    </a:cubicBezTo>
                    <a:cubicBezTo>
                      <a:pt x="1738" y="1181"/>
                      <a:pt x="1672" y="1197"/>
                      <a:pt x="1609" y="1217"/>
                    </a:cubicBezTo>
                    <a:cubicBezTo>
                      <a:pt x="1613" y="1204"/>
                      <a:pt x="1619" y="1197"/>
                      <a:pt x="1622" y="1184"/>
                    </a:cubicBezTo>
                    <a:cubicBezTo>
                      <a:pt x="1678" y="1003"/>
                      <a:pt x="1761" y="802"/>
                      <a:pt x="1915" y="677"/>
                    </a:cubicBezTo>
                    <a:cubicBezTo>
                      <a:pt x="2047" y="572"/>
                      <a:pt x="2218" y="539"/>
                      <a:pt x="2383" y="539"/>
                    </a:cubicBezTo>
                    <a:close/>
                    <a:moveTo>
                      <a:pt x="2481" y="1263"/>
                    </a:moveTo>
                    <a:cubicBezTo>
                      <a:pt x="2656" y="1302"/>
                      <a:pt x="2820" y="1378"/>
                      <a:pt x="2958" y="1480"/>
                    </a:cubicBezTo>
                    <a:cubicBezTo>
                      <a:pt x="2985" y="1496"/>
                      <a:pt x="3008" y="1513"/>
                      <a:pt x="3028" y="1533"/>
                    </a:cubicBezTo>
                    <a:lnTo>
                      <a:pt x="2462" y="1378"/>
                    </a:lnTo>
                    <a:cubicBezTo>
                      <a:pt x="2465" y="1335"/>
                      <a:pt x="2471" y="1299"/>
                      <a:pt x="2481" y="1263"/>
                    </a:cubicBezTo>
                    <a:close/>
                    <a:moveTo>
                      <a:pt x="2958" y="644"/>
                    </a:moveTo>
                    <a:cubicBezTo>
                      <a:pt x="3445" y="805"/>
                      <a:pt x="3880" y="1131"/>
                      <a:pt x="4169" y="1556"/>
                    </a:cubicBezTo>
                    <a:cubicBezTo>
                      <a:pt x="4067" y="1483"/>
                      <a:pt x="3947" y="1433"/>
                      <a:pt x="3811" y="1433"/>
                    </a:cubicBezTo>
                    <a:cubicBezTo>
                      <a:pt x="3799" y="1433"/>
                      <a:pt x="3787" y="1433"/>
                      <a:pt x="3775" y="1434"/>
                    </a:cubicBezTo>
                    <a:cubicBezTo>
                      <a:pt x="3620" y="1450"/>
                      <a:pt x="3485" y="1533"/>
                      <a:pt x="3366" y="1628"/>
                    </a:cubicBezTo>
                    <a:cubicBezTo>
                      <a:pt x="3317" y="1615"/>
                      <a:pt x="3271" y="1598"/>
                      <a:pt x="3222" y="1589"/>
                    </a:cubicBezTo>
                    <a:cubicBezTo>
                      <a:pt x="3159" y="1516"/>
                      <a:pt x="3090" y="1457"/>
                      <a:pt x="3011" y="1401"/>
                    </a:cubicBezTo>
                    <a:cubicBezTo>
                      <a:pt x="2863" y="1292"/>
                      <a:pt x="2695" y="1217"/>
                      <a:pt x="2511" y="1171"/>
                    </a:cubicBezTo>
                    <a:cubicBezTo>
                      <a:pt x="2514" y="1167"/>
                      <a:pt x="2514" y="1167"/>
                      <a:pt x="2514" y="1164"/>
                    </a:cubicBezTo>
                    <a:cubicBezTo>
                      <a:pt x="2600" y="950"/>
                      <a:pt x="2761" y="772"/>
                      <a:pt x="2958" y="644"/>
                    </a:cubicBezTo>
                    <a:close/>
                    <a:moveTo>
                      <a:pt x="3722" y="1619"/>
                    </a:moveTo>
                    <a:cubicBezTo>
                      <a:pt x="3752" y="1619"/>
                      <a:pt x="3784" y="1625"/>
                      <a:pt x="3817" y="1638"/>
                    </a:cubicBezTo>
                    <a:cubicBezTo>
                      <a:pt x="3929" y="1687"/>
                      <a:pt x="3995" y="1812"/>
                      <a:pt x="4041" y="1921"/>
                    </a:cubicBezTo>
                    <a:cubicBezTo>
                      <a:pt x="4044" y="1921"/>
                      <a:pt x="4044" y="1924"/>
                      <a:pt x="4044" y="1924"/>
                    </a:cubicBezTo>
                    <a:cubicBezTo>
                      <a:pt x="3890" y="1822"/>
                      <a:pt x="3715" y="1746"/>
                      <a:pt x="3538" y="1687"/>
                    </a:cubicBezTo>
                    <a:cubicBezTo>
                      <a:pt x="3564" y="1671"/>
                      <a:pt x="3584" y="1658"/>
                      <a:pt x="3610" y="1644"/>
                    </a:cubicBezTo>
                    <a:cubicBezTo>
                      <a:pt x="3639" y="1631"/>
                      <a:pt x="3678" y="1619"/>
                      <a:pt x="3722" y="1619"/>
                    </a:cubicBezTo>
                    <a:close/>
                    <a:moveTo>
                      <a:pt x="1547" y="628"/>
                    </a:moveTo>
                    <a:lnTo>
                      <a:pt x="1547" y="628"/>
                    </a:lnTo>
                    <a:cubicBezTo>
                      <a:pt x="1455" y="809"/>
                      <a:pt x="1415" y="1032"/>
                      <a:pt x="1438" y="1286"/>
                    </a:cubicBezTo>
                    <a:cubicBezTo>
                      <a:pt x="1155" y="1414"/>
                      <a:pt x="931" y="1621"/>
                      <a:pt x="787" y="1875"/>
                    </a:cubicBezTo>
                    <a:cubicBezTo>
                      <a:pt x="750" y="1941"/>
                      <a:pt x="721" y="2003"/>
                      <a:pt x="698" y="2069"/>
                    </a:cubicBezTo>
                    <a:cubicBezTo>
                      <a:pt x="563" y="1898"/>
                      <a:pt x="490" y="1691"/>
                      <a:pt x="494" y="1480"/>
                    </a:cubicBezTo>
                    <a:cubicBezTo>
                      <a:pt x="507" y="1062"/>
                      <a:pt x="1102" y="710"/>
                      <a:pt x="1547" y="628"/>
                    </a:cubicBezTo>
                    <a:close/>
                    <a:moveTo>
                      <a:pt x="2448" y="1467"/>
                    </a:moveTo>
                    <a:lnTo>
                      <a:pt x="3041" y="1631"/>
                    </a:lnTo>
                    <a:cubicBezTo>
                      <a:pt x="3083" y="1644"/>
                      <a:pt x="3126" y="1658"/>
                      <a:pt x="3169" y="1668"/>
                    </a:cubicBezTo>
                    <a:cubicBezTo>
                      <a:pt x="3189" y="1691"/>
                      <a:pt x="3209" y="1714"/>
                      <a:pt x="3232" y="1740"/>
                    </a:cubicBezTo>
                    <a:cubicBezTo>
                      <a:pt x="3067" y="1881"/>
                      <a:pt x="2912" y="2039"/>
                      <a:pt x="2771" y="2204"/>
                    </a:cubicBezTo>
                    <a:cubicBezTo>
                      <a:pt x="2738" y="2201"/>
                      <a:pt x="2708" y="2197"/>
                      <a:pt x="2675" y="2197"/>
                    </a:cubicBezTo>
                    <a:cubicBezTo>
                      <a:pt x="2643" y="2155"/>
                      <a:pt x="2613" y="2105"/>
                      <a:pt x="2583" y="2053"/>
                    </a:cubicBezTo>
                    <a:cubicBezTo>
                      <a:pt x="2485" y="1865"/>
                      <a:pt x="2442" y="1661"/>
                      <a:pt x="2448" y="1467"/>
                    </a:cubicBezTo>
                    <a:close/>
                    <a:moveTo>
                      <a:pt x="2154" y="1227"/>
                    </a:moveTo>
                    <a:cubicBezTo>
                      <a:pt x="2236" y="1227"/>
                      <a:pt x="2318" y="1234"/>
                      <a:pt x="2396" y="1246"/>
                    </a:cubicBezTo>
                    <a:cubicBezTo>
                      <a:pt x="2383" y="1279"/>
                      <a:pt x="2373" y="1315"/>
                      <a:pt x="2369" y="1352"/>
                    </a:cubicBezTo>
                    <a:lnTo>
                      <a:pt x="2175" y="1299"/>
                    </a:lnTo>
                    <a:cubicBezTo>
                      <a:pt x="2154" y="1295"/>
                      <a:pt x="2129" y="1288"/>
                      <a:pt x="2101" y="1288"/>
                    </a:cubicBezTo>
                    <a:cubicBezTo>
                      <a:pt x="2086" y="1288"/>
                      <a:pt x="2070" y="1290"/>
                      <a:pt x="2053" y="1296"/>
                    </a:cubicBezTo>
                    <a:cubicBezTo>
                      <a:pt x="1984" y="1325"/>
                      <a:pt x="1961" y="1408"/>
                      <a:pt x="1955" y="1444"/>
                    </a:cubicBezTo>
                    <a:cubicBezTo>
                      <a:pt x="1886" y="1730"/>
                      <a:pt x="1823" y="2043"/>
                      <a:pt x="1846" y="2336"/>
                    </a:cubicBezTo>
                    <a:cubicBezTo>
                      <a:pt x="1754" y="2135"/>
                      <a:pt x="1675" y="1924"/>
                      <a:pt x="1613" y="1707"/>
                    </a:cubicBezTo>
                    <a:cubicBezTo>
                      <a:pt x="1586" y="1605"/>
                      <a:pt x="1560" y="1506"/>
                      <a:pt x="1547" y="1411"/>
                    </a:cubicBezTo>
                    <a:lnTo>
                      <a:pt x="1573" y="1335"/>
                    </a:lnTo>
                    <a:cubicBezTo>
                      <a:pt x="1655" y="1309"/>
                      <a:pt x="1738" y="1279"/>
                      <a:pt x="1823" y="1263"/>
                    </a:cubicBezTo>
                    <a:cubicBezTo>
                      <a:pt x="1934" y="1238"/>
                      <a:pt x="2045" y="1227"/>
                      <a:pt x="2154" y="1227"/>
                    </a:cubicBezTo>
                    <a:close/>
                    <a:moveTo>
                      <a:pt x="3505" y="447"/>
                    </a:moveTo>
                    <a:cubicBezTo>
                      <a:pt x="3600" y="545"/>
                      <a:pt x="3672" y="654"/>
                      <a:pt x="3686" y="730"/>
                    </a:cubicBezTo>
                    <a:lnTo>
                      <a:pt x="3699" y="809"/>
                    </a:lnTo>
                    <a:lnTo>
                      <a:pt x="3761" y="759"/>
                    </a:lnTo>
                    <a:cubicBezTo>
                      <a:pt x="3893" y="654"/>
                      <a:pt x="4011" y="575"/>
                      <a:pt x="4123" y="526"/>
                    </a:cubicBezTo>
                    <a:cubicBezTo>
                      <a:pt x="4311" y="605"/>
                      <a:pt x="4472" y="723"/>
                      <a:pt x="4587" y="871"/>
                    </a:cubicBezTo>
                    <a:cubicBezTo>
                      <a:pt x="4841" y="1200"/>
                      <a:pt x="4883" y="1704"/>
                      <a:pt x="4712" y="2352"/>
                    </a:cubicBezTo>
                    <a:cubicBezTo>
                      <a:pt x="4647" y="2155"/>
                      <a:pt x="4551" y="1960"/>
                      <a:pt x="4419" y="1796"/>
                    </a:cubicBezTo>
                    <a:cubicBezTo>
                      <a:pt x="4383" y="1723"/>
                      <a:pt x="4341" y="1648"/>
                      <a:pt x="4298" y="1575"/>
                    </a:cubicBezTo>
                    <a:cubicBezTo>
                      <a:pt x="4011" y="1121"/>
                      <a:pt x="3570" y="769"/>
                      <a:pt x="3070" y="582"/>
                    </a:cubicBezTo>
                    <a:cubicBezTo>
                      <a:pt x="3205" y="512"/>
                      <a:pt x="3353" y="466"/>
                      <a:pt x="3505" y="447"/>
                    </a:cubicBezTo>
                    <a:close/>
                    <a:moveTo>
                      <a:pt x="4382" y="470"/>
                    </a:moveTo>
                    <a:cubicBezTo>
                      <a:pt x="4504" y="470"/>
                      <a:pt x="4618" y="517"/>
                      <a:pt x="4729" y="608"/>
                    </a:cubicBezTo>
                    <a:cubicBezTo>
                      <a:pt x="5051" y="871"/>
                      <a:pt x="5209" y="1342"/>
                      <a:pt x="5111" y="1776"/>
                    </a:cubicBezTo>
                    <a:cubicBezTo>
                      <a:pt x="5061" y="1993"/>
                      <a:pt x="4953" y="2204"/>
                      <a:pt x="4801" y="2382"/>
                    </a:cubicBezTo>
                    <a:cubicBezTo>
                      <a:pt x="4982" y="1697"/>
                      <a:pt x="4936" y="1171"/>
                      <a:pt x="4663" y="815"/>
                    </a:cubicBezTo>
                    <a:cubicBezTo>
                      <a:pt x="4558" y="677"/>
                      <a:pt x="4419" y="568"/>
                      <a:pt x="4255" y="486"/>
                    </a:cubicBezTo>
                    <a:cubicBezTo>
                      <a:pt x="4298" y="475"/>
                      <a:pt x="4340" y="470"/>
                      <a:pt x="4382" y="470"/>
                    </a:cubicBezTo>
                    <a:close/>
                    <a:moveTo>
                      <a:pt x="3811" y="1532"/>
                    </a:moveTo>
                    <a:cubicBezTo>
                      <a:pt x="4041" y="1532"/>
                      <a:pt x="4238" y="1726"/>
                      <a:pt x="4334" y="1845"/>
                    </a:cubicBezTo>
                    <a:lnTo>
                      <a:pt x="4337" y="1852"/>
                    </a:lnTo>
                    <a:cubicBezTo>
                      <a:pt x="4423" y="2033"/>
                      <a:pt x="4485" y="2220"/>
                      <a:pt x="4525" y="2418"/>
                    </a:cubicBezTo>
                    <a:cubicBezTo>
                      <a:pt x="4436" y="2270"/>
                      <a:pt x="4321" y="2138"/>
                      <a:pt x="4186" y="2026"/>
                    </a:cubicBezTo>
                    <a:cubicBezTo>
                      <a:pt x="4173" y="1977"/>
                      <a:pt x="4153" y="1927"/>
                      <a:pt x="4130" y="1888"/>
                    </a:cubicBezTo>
                    <a:cubicBezTo>
                      <a:pt x="4077" y="1763"/>
                      <a:pt x="3998" y="1615"/>
                      <a:pt x="3857" y="1556"/>
                    </a:cubicBezTo>
                    <a:cubicBezTo>
                      <a:pt x="3834" y="1546"/>
                      <a:pt x="3814" y="1539"/>
                      <a:pt x="3794" y="1533"/>
                    </a:cubicBezTo>
                    <a:cubicBezTo>
                      <a:pt x="3800" y="1532"/>
                      <a:pt x="3806" y="1532"/>
                      <a:pt x="3811" y="1532"/>
                    </a:cubicBezTo>
                    <a:close/>
                    <a:moveTo>
                      <a:pt x="1455" y="1394"/>
                    </a:moveTo>
                    <a:lnTo>
                      <a:pt x="1455" y="1404"/>
                    </a:lnTo>
                    <a:cubicBezTo>
                      <a:pt x="1349" y="1740"/>
                      <a:pt x="1267" y="2079"/>
                      <a:pt x="1208" y="2428"/>
                    </a:cubicBezTo>
                    <a:cubicBezTo>
                      <a:pt x="1043" y="2378"/>
                      <a:pt x="889" y="2283"/>
                      <a:pt x="770" y="2155"/>
                    </a:cubicBezTo>
                    <a:cubicBezTo>
                      <a:pt x="796" y="2082"/>
                      <a:pt x="826" y="2003"/>
                      <a:pt x="872" y="1927"/>
                    </a:cubicBezTo>
                    <a:cubicBezTo>
                      <a:pt x="1000" y="1700"/>
                      <a:pt x="1208" y="1516"/>
                      <a:pt x="1455" y="1394"/>
                    </a:cubicBezTo>
                    <a:close/>
                    <a:moveTo>
                      <a:pt x="740" y="2266"/>
                    </a:moveTo>
                    <a:cubicBezTo>
                      <a:pt x="816" y="2336"/>
                      <a:pt x="898" y="2398"/>
                      <a:pt x="987" y="2438"/>
                    </a:cubicBezTo>
                    <a:cubicBezTo>
                      <a:pt x="902" y="2451"/>
                      <a:pt x="819" y="2477"/>
                      <a:pt x="737" y="2513"/>
                    </a:cubicBezTo>
                    <a:cubicBezTo>
                      <a:pt x="724" y="2434"/>
                      <a:pt x="724" y="2352"/>
                      <a:pt x="740" y="2266"/>
                    </a:cubicBezTo>
                    <a:close/>
                    <a:moveTo>
                      <a:pt x="2807" y="2312"/>
                    </a:moveTo>
                    <a:cubicBezTo>
                      <a:pt x="2837" y="2319"/>
                      <a:pt x="2870" y="2332"/>
                      <a:pt x="2896" y="2345"/>
                    </a:cubicBezTo>
                    <a:cubicBezTo>
                      <a:pt x="2995" y="2385"/>
                      <a:pt x="3074" y="2451"/>
                      <a:pt x="3123" y="2533"/>
                    </a:cubicBezTo>
                    <a:cubicBezTo>
                      <a:pt x="3001" y="2493"/>
                      <a:pt x="2889" y="2421"/>
                      <a:pt x="2791" y="2329"/>
                    </a:cubicBezTo>
                    <a:cubicBezTo>
                      <a:pt x="2797" y="2322"/>
                      <a:pt x="2800" y="2316"/>
                      <a:pt x="2807" y="2312"/>
                    </a:cubicBezTo>
                    <a:close/>
                    <a:moveTo>
                      <a:pt x="4607" y="2339"/>
                    </a:moveTo>
                    <a:cubicBezTo>
                      <a:pt x="4633" y="2401"/>
                      <a:pt x="4650" y="2464"/>
                      <a:pt x="4663" y="2526"/>
                    </a:cubicBezTo>
                    <a:lnTo>
                      <a:pt x="4647" y="2543"/>
                    </a:lnTo>
                    <a:cubicBezTo>
                      <a:pt x="4637" y="2470"/>
                      <a:pt x="4624" y="2405"/>
                      <a:pt x="4607" y="2339"/>
                    </a:cubicBezTo>
                    <a:close/>
                    <a:moveTo>
                      <a:pt x="2103" y="1381"/>
                    </a:moveTo>
                    <a:cubicBezTo>
                      <a:pt x="2116" y="1381"/>
                      <a:pt x="2136" y="1385"/>
                      <a:pt x="2149" y="1394"/>
                    </a:cubicBezTo>
                    <a:lnTo>
                      <a:pt x="2356" y="1450"/>
                    </a:lnTo>
                    <a:cubicBezTo>
                      <a:pt x="2340" y="1671"/>
                      <a:pt x="2389" y="1901"/>
                      <a:pt x="2501" y="2105"/>
                    </a:cubicBezTo>
                    <a:cubicBezTo>
                      <a:pt x="2521" y="2141"/>
                      <a:pt x="2544" y="2174"/>
                      <a:pt x="2564" y="2207"/>
                    </a:cubicBezTo>
                    <a:cubicBezTo>
                      <a:pt x="2504" y="2217"/>
                      <a:pt x="2448" y="2234"/>
                      <a:pt x="2396" y="2257"/>
                    </a:cubicBezTo>
                    <a:cubicBezTo>
                      <a:pt x="2225" y="2336"/>
                      <a:pt x="2096" y="2480"/>
                      <a:pt x="2017" y="2661"/>
                    </a:cubicBezTo>
                    <a:cubicBezTo>
                      <a:pt x="1869" y="2306"/>
                      <a:pt x="1951" y="1868"/>
                      <a:pt x="2044" y="1467"/>
                    </a:cubicBezTo>
                    <a:cubicBezTo>
                      <a:pt x="2053" y="1431"/>
                      <a:pt x="2067" y="1394"/>
                      <a:pt x="2086" y="1385"/>
                    </a:cubicBezTo>
                    <a:cubicBezTo>
                      <a:pt x="2090" y="1381"/>
                      <a:pt x="2100" y="1381"/>
                      <a:pt x="2103" y="1381"/>
                    </a:cubicBezTo>
                    <a:close/>
                    <a:moveTo>
                      <a:pt x="3373" y="1957"/>
                    </a:moveTo>
                    <a:lnTo>
                      <a:pt x="3373" y="1957"/>
                    </a:lnTo>
                    <a:cubicBezTo>
                      <a:pt x="3505" y="2187"/>
                      <a:pt x="3580" y="2461"/>
                      <a:pt x="3584" y="2734"/>
                    </a:cubicBezTo>
                    <a:cubicBezTo>
                      <a:pt x="3528" y="2635"/>
                      <a:pt x="3482" y="2543"/>
                      <a:pt x="3449" y="2454"/>
                    </a:cubicBezTo>
                    <a:cubicBezTo>
                      <a:pt x="3399" y="2312"/>
                      <a:pt x="3347" y="2132"/>
                      <a:pt x="3373" y="1957"/>
                    </a:cubicBezTo>
                    <a:close/>
                    <a:moveTo>
                      <a:pt x="4568" y="2727"/>
                    </a:moveTo>
                    <a:cubicBezTo>
                      <a:pt x="4568" y="2747"/>
                      <a:pt x="4571" y="2773"/>
                      <a:pt x="4571" y="2793"/>
                    </a:cubicBezTo>
                    <a:cubicBezTo>
                      <a:pt x="4551" y="2783"/>
                      <a:pt x="4525" y="2776"/>
                      <a:pt x="4502" y="2773"/>
                    </a:cubicBezTo>
                    <a:cubicBezTo>
                      <a:pt x="4525" y="2757"/>
                      <a:pt x="4548" y="2740"/>
                      <a:pt x="4568" y="2727"/>
                    </a:cubicBezTo>
                    <a:close/>
                    <a:moveTo>
                      <a:pt x="4235" y="2197"/>
                    </a:moveTo>
                    <a:lnTo>
                      <a:pt x="4235" y="2197"/>
                    </a:lnTo>
                    <a:cubicBezTo>
                      <a:pt x="4360" y="2322"/>
                      <a:pt x="4466" y="2470"/>
                      <a:pt x="4538" y="2632"/>
                    </a:cubicBezTo>
                    <a:cubicBezTo>
                      <a:pt x="4472" y="2681"/>
                      <a:pt x="4400" y="2727"/>
                      <a:pt x="4324" y="2767"/>
                    </a:cubicBezTo>
                    <a:lnTo>
                      <a:pt x="4189" y="2839"/>
                    </a:lnTo>
                    <a:cubicBezTo>
                      <a:pt x="4271" y="2661"/>
                      <a:pt x="4288" y="2438"/>
                      <a:pt x="4235" y="2197"/>
                    </a:cubicBezTo>
                    <a:close/>
                    <a:moveTo>
                      <a:pt x="4699" y="2740"/>
                    </a:moveTo>
                    <a:cubicBezTo>
                      <a:pt x="4706" y="2780"/>
                      <a:pt x="4706" y="2816"/>
                      <a:pt x="4712" y="2859"/>
                    </a:cubicBezTo>
                    <a:cubicBezTo>
                      <a:pt x="4706" y="2829"/>
                      <a:pt x="4699" y="2806"/>
                      <a:pt x="4689" y="2776"/>
                    </a:cubicBezTo>
                    <a:cubicBezTo>
                      <a:pt x="4693" y="2763"/>
                      <a:pt x="4699" y="2750"/>
                      <a:pt x="4699" y="2740"/>
                    </a:cubicBezTo>
                    <a:close/>
                    <a:moveTo>
                      <a:pt x="2639" y="2289"/>
                    </a:moveTo>
                    <a:cubicBezTo>
                      <a:pt x="2646" y="2306"/>
                      <a:pt x="2659" y="2319"/>
                      <a:pt x="2672" y="2332"/>
                    </a:cubicBezTo>
                    <a:cubicBezTo>
                      <a:pt x="2629" y="2378"/>
                      <a:pt x="2593" y="2428"/>
                      <a:pt x="2557" y="2477"/>
                    </a:cubicBezTo>
                    <a:cubicBezTo>
                      <a:pt x="2448" y="2619"/>
                      <a:pt x="2360" y="2757"/>
                      <a:pt x="2287" y="2888"/>
                    </a:cubicBezTo>
                    <a:cubicBezTo>
                      <a:pt x="2234" y="2875"/>
                      <a:pt x="2185" y="2862"/>
                      <a:pt x="2132" y="2849"/>
                    </a:cubicBezTo>
                    <a:cubicBezTo>
                      <a:pt x="2113" y="2826"/>
                      <a:pt x="2096" y="2796"/>
                      <a:pt x="2086" y="2763"/>
                    </a:cubicBezTo>
                    <a:cubicBezTo>
                      <a:pt x="2149" y="2576"/>
                      <a:pt x="2281" y="2415"/>
                      <a:pt x="2445" y="2336"/>
                    </a:cubicBezTo>
                    <a:cubicBezTo>
                      <a:pt x="2501" y="2312"/>
                      <a:pt x="2567" y="2296"/>
                      <a:pt x="2639" y="2289"/>
                    </a:cubicBezTo>
                    <a:close/>
                    <a:moveTo>
                      <a:pt x="1484" y="1605"/>
                    </a:moveTo>
                    <a:cubicBezTo>
                      <a:pt x="1494" y="1644"/>
                      <a:pt x="1507" y="1691"/>
                      <a:pt x="1517" y="1730"/>
                    </a:cubicBezTo>
                    <a:cubicBezTo>
                      <a:pt x="1616" y="2082"/>
                      <a:pt x="1757" y="2415"/>
                      <a:pt x="1942" y="2727"/>
                    </a:cubicBezTo>
                    <a:cubicBezTo>
                      <a:pt x="1951" y="2744"/>
                      <a:pt x="1961" y="2763"/>
                      <a:pt x="1971" y="2780"/>
                    </a:cubicBezTo>
                    <a:cubicBezTo>
                      <a:pt x="1968" y="2793"/>
                      <a:pt x="1968" y="2806"/>
                      <a:pt x="1961" y="2816"/>
                    </a:cubicBezTo>
                    <a:cubicBezTo>
                      <a:pt x="1911" y="2812"/>
                      <a:pt x="1860" y="2809"/>
                      <a:pt x="1809" y="2809"/>
                    </a:cubicBezTo>
                    <a:cubicBezTo>
                      <a:pt x="1737" y="2809"/>
                      <a:pt x="1664" y="2814"/>
                      <a:pt x="1593" y="2826"/>
                    </a:cubicBezTo>
                    <a:cubicBezTo>
                      <a:pt x="1468" y="2846"/>
                      <a:pt x="1333" y="2898"/>
                      <a:pt x="1218" y="2977"/>
                    </a:cubicBezTo>
                    <a:cubicBezTo>
                      <a:pt x="1218" y="2971"/>
                      <a:pt x="1221" y="2957"/>
                      <a:pt x="1221" y="2944"/>
                    </a:cubicBezTo>
                    <a:cubicBezTo>
                      <a:pt x="1237" y="2809"/>
                      <a:pt x="1260" y="2674"/>
                      <a:pt x="1280" y="2536"/>
                    </a:cubicBezTo>
                    <a:cubicBezTo>
                      <a:pt x="1283" y="2543"/>
                      <a:pt x="1290" y="2543"/>
                      <a:pt x="1293" y="2543"/>
                    </a:cubicBezTo>
                    <a:lnTo>
                      <a:pt x="1310" y="2447"/>
                    </a:lnTo>
                    <a:cubicBezTo>
                      <a:pt x="1300" y="2444"/>
                      <a:pt x="1297" y="2444"/>
                      <a:pt x="1293" y="2444"/>
                    </a:cubicBezTo>
                    <a:cubicBezTo>
                      <a:pt x="1343" y="2158"/>
                      <a:pt x="1409" y="1878"/>
                      <a:pt x="1484" y="1605"/>
                    </a:cubicBezTo>
                    <a:close/>
                    <a:moveTo>
                      <a:pt x="1124" y="2527"/>
                    </a:moveTo>
                    <a:cubicBezTo>
                      <a:pt x="1146" y="2527"/>
                      <a:pt x="1169" y="2528"/>
                      <a:pt x="1191" y="2530"/>
                    </a:cubicBezTo>
                    <a:cubicBezTo>
                      <a:pt x="1168" y="2665"/>
                      <a:pt x="1149" y="2806"/>
                      <a:pt x="1132" y="2941"/>
                    </a:cubicBezTo>
                    <a:cubicBezTo>
                      <a:pt x="1129" y="2964"/>
                      <a:pt x="1129" y="2987"/>
                      <a:pt x="1126" y="3010"/>
                    </a:cubicBezTo>
                    <a:cubicBezTo>
                      <a:pt x="971" y="2931"/>
                      <a:pt x="849" y="2826"/>
                      <a:pt x="783" y="2668"/>
                    </a:cubicBezTo>
                    <a:cubicBezTo>
                      <a:pt x="773" y="2648"/>
                      <a:pt x="767" y="2632"/>
                      <a:pt x="764" y="2612"/>
                    </a:cubicBezTo>
                    <a:cubicBezTo>
                      <a:pt x="877" y="2556"/>
                      <a:pt x="1001" y="2527"/>
                      <a:pt x="1124" y="2527"/>
                    </a:cubicBezTo>
                    <a:close/>
                    <a:moveTo>
                      <a:pt x="3465" y="1760"/>
                    </a:moveTo>
                    <a:cubicBezTo>
                      <a:pt x="3663" y="1825"/>
                      <a:pt x="3850" y="1908"/>
                      <a:pt x="4025" y="2023"/>
                    </a:cubicBezTo>
                    <a:cubicBezTo>
                      <a:pt x="4054" y="2043"/>
                      <a:pt x="4081" y="2066"/>
                      <a:pt x="4107" y="2085"/>
                    </a:cubicBezTo>
                    <a:cubicBezTo>
                      <a:pt x="4176" y="2312"/>
                      <a:pt x="4229" y="2648"/>
                      <a:pt x="4041" y="2898"/>
                    </a:cubicBezTo>
                    <a:cubicBezTo>
                      <a:pt x="3982" y="2974"/>
                      <a:pt x="3906" y="3036"/>
                      <a:pt x="3814" y="3079"/>
                    </a:cubicBezTo>
                    <a:cubicBezTo>
                      <a:pt x="3768" y="3013"/>
                      <a:pt x="3719" y="2948"/>
                      <a:pt x="3679" y="2882"/>
                    </a:cubicBezTo>
                    <a:cubicBezTo>
                      <a:pt x="3679" y="2859"/>
                      <a:pt x="3682" y="2832"/>
                      <a:pt x="3682" y="2813"/>
                    </a:cubicBezTo>
                    <a:cubicBezTo>
                      <a:pt x="3686" y="2464"/>
                      <a:pt x="3594" y="2122"/>
                      <a:pt x="3416" y="1839"/>
                    </a:cubicBezTo>
                    <a:cubicBezTo>
                      <a:pt x="3429" y="1809"/>
                      <a:pt x="3445" y="1786"/>
                      <a:pt x="3465" y="1760"/>
                    </a:cubicBezTo>
                    <a:close/>
                    <a:moveTo>
                      <a:pt x="3666" y="3030"/>
                    </a:moveTo>
                    <a:cubicBezTo>
                      <a:pt x="3686" y="3059"/>
                      <a:pt x="3705" y="3089"/>
                      <a:pt x="3732" y="3119"/>
                    </a:cubicBezTo>
                    <a:cubicBezTo>
                      <a:pt x="3702" y="3125"/>
                      <a:pt x="3679" y="3135"/>
                      <a:pt x="3649" y="3142"/>
                    </a:cubicBezTo>
                    <a:cubicBezTo>
                      <a:pt x="3653" y="3106"/>
                      <a:pt x="3663" y="3069"/>
                      <a:pt x="3666" y="3030"/>
                    </a:cubicBezTo>
                    <a:close/>
                    <a:moveTo>
                      <a:pt x="3291" y="1822"/>
                    </a:moveTo>
                    <a:cubicBezTo>
                      <a:pt x="3294" y="1829"/>
                      <a:pt x="3304" y="1839"/>
                      <a:pt x="3307" y="1845"/>
                    </a:cubicBezTo>
                    <a:cubicBezTo>
                      <a:pt x="3232" y="2069"/>
                      <a:pt x="3297" y="2306"/>
                      <a:pt x="3363" y="2487"/>
                    </a:cubicBezTo>
                    <a:cubicBezTo>
                      <a:pt x="3413" y="2612"/>
                      <a:pt x="3488" y="2760"/>
                      <a:pt x="3584" y="2908"/>
                    </a:cubicBezTo>
                    <a:cubicBezTo>
                      <a:pt x="3577" y="2994"/>
                      <a:pt x="3564" y="3076"/>
                      <a:pt x="3547" y="3161"/>
                    </a:cubicBezTo>
                    <a:cubicBezTo>
                      <a:pt x="3501" y="3170"/>
                      <a:pt x="3452" y="3173"/>
                      <a:pt x="3401" y="3173"/>
                    </a:cubicBezTo>
                    <a:cubicBezTo>
                      <a:pt x="3376" y="3173"/>
                      <a:pt x="3350" y="3172"/>
                      <a:pt x="3324" y="3171"/>
                    </a:cubicBezTo>
                    <a:cubicBezTo>
                      <a:pt x="3090" y="3155"/>
                      <a:pt x="2856" y="3076"/>
                      <a:pt x="2633" y="2997"/>
                    </a:cubicBezTo>
                    <a:lnTo>
                      <a:pt x="2524" y="2961"/>
                    </a:lnTo>
                    <a:cubicBezTo>
                      <a:pt x="2475" y="2944"/>
                      <a:pt x="2429" y="2931"/>
                      <a:pt x="2379" y="2915"/>
                    </a:cubicBezTo>
                    <a:cubicBezTo>
                      <a:pt x="2445" y="2793"/>
                      <a:pt x="2527" y="2668"/>
                      <a:pt x="2629" y="2536"/>
                    </a:cubicBezTo>
                    <a:cubicBezTo>
                      <a:pt x="2662" y="2493"/>
                      <a:pt x="2695" y="2447"/>
                      <a:pt x="2731" y="2401"/>
                    </a:cubicBezTo>
                    <a:cubicBezTo>
                      <a:pt x="2866" y="2530"/>
                      <a:pt x="3028" y="2615"/>
                      <a:pt x="3202" y="2651"/>
                    </a:cubicBezTo>
                    <a:lnTo>
                      <a:pt x="3278" y="2668"/>
                    </a:lnTo>
                    <a:lnTo>
                      <a:pt x="3255" y="2592"/>
                    </a:lnTo>
                    <a:cubicBezTo>
                      <a:pt x="3209" y="2447"/>
                      <a:pt x="3093" y="2329"/>
                      <a:pt x="2939" y="2257"/>
                    </a:cubicBezTo>
                    <a:lnTo>
                      <a:pt x="2876" y="2234"/>
                    </a:lnTo>
                    <a:cubicBezTo>
                      <a:pt x="3008" y="2089"/>
                      <a:pt x="3143" y="1951"/>
                      <a:pt x="3291" y="1822"/>
                    </a:cubicBezTo>
                    <a:close/>
                    <a:moveTo>
                      <a:pt x="1810" y="2908"/>
                    </a:moveTo>
                    <a:cubicBezTo>
                      <a:pt x="1857" y="2908"/>
                      <a:pt x="1904" y="2911"/>
                      <a:pt x="1951" y="2915"/>
                    </a:cubicBezTo>
                    <a:cubicBezTo>
                      <a:pt x="1942" y="2974"/>
                      <a:pt x="1942" y="3036"/>
                      <a:pt x="1948" y="3096"/>
                    </a:cubicBezTo>
                    <a:cubicBezTo>
                      <a:pt x="1951" y="3142"/>
                      <a:pt x="1958" y="3185"/>
                      <a:pt x="1968" y="3227"/>
                    </a:cubicBezTo>
                    <a:cubicBezTo>
                      <a:pt x="1938" y="3224"/>
                      <a:pt x="1915" y="3221"/>
                      <a:pt x="1889" y="3217"/>
                    </a:cubicBezTo>
                    <a:cubicBezTo>
                      <a:pt x="1678" y="3178"/>
                      <a:pt x="1458" y="3142"/>
                      <a:pt x="1264" y="3069"/>
                    </a:cubicBezTo>
                    <a:cubicBezTo>
                      <a:pt x="1366" y="2994"/>
                      <a:pt x="1491" y="2944"/>
                      <a:pt x="1613" y="2925"/>
                    </a:cubicBezTo>
                    <a:cubicBezTo>
                      <a:pt x="1678" y="2913"/>
                      <a:pt x="1744" y="2908"/>
                      <a:pt x="1810" y="2908"/>
                    </a:cubicBezTo>
                    <a:close/>
                    <a:moveTo>
                      <a:pt x="2047" y="2928"/>
                    </a:moveTo>
                    <a:cubicBezTo>
                      <a:pt x="2113" y="2941"/>
                      <a:pt x="2179" y="2957"/>
                      <a:pt x="2244" y="2974"/>
                    </a:cubicBezTo>
                    <a:cubicBezTo>
                      <a:pt x="2195" y="3073"/>
                      <a:pt x="2155" y="3168"/>
                      <a:pt x="2129" y="3260"/>
                    </a:cubicBezTo>
                    <a:lnTo>
                      <a:pt x="2067" y="3250"/>
                    </a:lnTo>
                    <a:cubicBezTo>
                      <a:pt x="2053" y="3194"/>
                      <a:pt x="2047" y="3142"/>
                      <a:pt x="2040" y="3089"/>
                    </a:cubicBezTo>
                    <a:cubicBezTo>
                      <a:pt x="2037" y="3036"/>
                      <a:pt x="2040" y="2980"/>
                      <a:pt x="2047" y="2928"/>
                    </a:cubicBezTo>
                    <a:close/>
                    <a:moveTo>
                      <a:pt x="2100" y="3352"/>
                    </a:moveTo>
                    <a:cubicBezTo>
                      <a:pt x="2103" y="3356"/>
                      <a:pt x="2103" y="3356"/>
                      <a:pt x="2100" y="3356"/>
                    </a:cubicBezTo>
                    <a:lnTo>
                      <a:pt x="2100" y="3352"/>
                    </a:lnTo>
                    <a:close/>
                    <a:moveTo>
                      <a:pt x="4650" y="3204"/>
                    </a:moveTo>
                    <a:cubicBezTo>
                      <a:pt x="4640" y="3339"/>
                      <a:pt x="4610" y="3474"/>
                      <a:pt x="4564" y="3599"/>
                    </a:cubicBezTo>
                    <a:cubicBezTo>
                      <a:pt x="4571" y="3573"/>
                      <a:pt x="4574" y="3550"/>
                      <a:pt x="4584" y="3523"/>
                    </a:cubicBezTo>
                    <a:cubicBezTo>
                      <a:pt x="4610" y="3418"/>
                      <a:pt x="4637" y="3310"/>
                      <a:pt x="4650" y="3204"/>
                    </a:cubicBezTo>
                    <a:close/>
                    <a:moveTo>
                      <a:pt x="2330" y="3000"/>
                    </a:moveTo>
                    <a:lnTo>
                      <a:pt x="2491" y="3050"/>
                    </a:lnTo>
                    <a:lnTo>
                      <a:pt x="2600" y="3089"/>
                    </a:lnTo>
                    <a:cubicBezTo>
                      <a:pt x="2830" y="3165"/>
                      <a:pt x="3070" y="3247"/>
                      <a:pt x="3317" y="3263"/>
                    </a:cubicBezTo>
                    <a:cubicBezTo>
                      <a:pt x="3348" y="3266"/>
                      <a:pt x="3379" y="3268"/>
                      <a:pt x="3409" y="3268"/>
                    </a:cubicBezTo>
                    <a:cubicBezTo>
                      <a:pt x="3445" y="3268"/>
                      <a:pt x="3482" y="3266"/>
                      <a:pt x="3518" y="3260"/>
                    </a:cubicBezTo>
                    <a:lnTo>
                      <a:pt x="3518" y="3260"/>
                    </a:lnTo>
                    <a:cubicBezTo>
                      <a:pt x="3478" y="3421"/>
                      <a:pt x="3413" y="3579"/>
                      <a:pt x="3330" y="3731"/>
                    </a:cubicBezTo>
                    <a:cubicBezTo>
                      <a:pt x="3258" y="3678"/>
                      <a:pt x="3182" y="3635"/>
                      <a:pt x="3106" y="3599"/>
                    </a:cubicBezTo>
                    <a:cubicBezTo>
                      <a:pt x="2823" y="3458"/>
                      <a:pt x="2527" y="3356"/>
                      <a:pt x="2218" y="3283"/>
                    </a:cubicBezTo>
                    <a:cubicBezTo>
                      <a:pt x="2248" y="3188"/>
                      <a:pt x="2287" y="3096"/>
                      <a:pt x="2330" y="3000"/>
                    </a:cubicBezTo>
                    <a:close/>
                    <a:moveTo>
                      <a:pt x="4398" y="2853"/>
                    </a:moveTo>
                    <a:cubicBezTo>
                      <a:pt x="4460" y="2853"/>
                      <a:pt x="4514" y="2867"/>
                      <a:pt x="4564" y="2888"/>
                    </a:cubicBezTo>
                    <a:cubicBezTo>
                      <a:pt x="4489" y="3155"/>
                      <a:pt x="4433" y="3425"/>
                      <a:pt x="4433" y="3698"/>
                    </a:cubicBezTo>
                    <a:cubicBezTo>
                      <a:pt x="4419" y="3727"/>
                      <a:pt x="4410" y="3751"/>
                      <a:pt x="4400" y="3777"/>
                    </a:cubicBezTo>
                    <a:cubicBezTo>
                      <a:pt x="4235" y="3602"/>
                      <a:pt x="4041" y="3385"/>
                      <a:pt x="3870" y="3158"/>
                    </a:cubicBezTo>
                    <a:cubicBezTo>
                      <a:pt x="3972" y="3106"/>
                      <a:pt x="4054" y="3040"/>
                      <a:pt x="4113" y="2954"/>
                    </a:cubicBezTo>
                    <a:cubicBezTo>
                      <a:pt x="4136" y="2928"/>
                      <a:pt x="4153" y="2898"/>
                      <a:pt x="4169" y="2872"/>
                    </a:cubicBezTo>
                    <a:lnTo>
                      <a:pt x="4350" y="2855"/>
                    </a:lnTo>
                    <a:cubicBezTo>
                      <a:pt x="4367" y="2853"/>
                      <a:pt x="4383" y="2853"/>
                      <a:pt x="4398" y="2853"/>
                    </a:cubicBezTo>
                    <a:close/>
                    <a:moveTo>
                      <a:pt x="2195" y="3369"/>
                    </a:moveTo>
                    <a:cubicBezTo>
                      <a:pt x="2494" y="3438"/>
                      <a:pt x="2787" y="3546"/>
                      <a:pt x="3067" y="3681"/>
                    </a:cubicBezTo>
                    <a:cubicBezTo>
                      <a:pt x="3133" y="3714"/>
                      <a:pt x="3209" y="3760"/>
                      <a:pt x="3284" y="3813"/>
                    </a:cubicBezTo>
                    <a:cubicBezTo>
                      <a:pt x="3205" y="3948"/>
                      <a:pt x="3110" y="4073"/>
                      <a:pt x="3004" y="4191"/>
                    </a:cubicBezTo>
                    <a:lnTo>
                      <a:pt x="3001" y="4195"/>
                    </a:lnTo>
                    <a:cubicBezTo>
                      <a:pt x="2804" y="4126"/>
                      <a:pt x="2623" y="4017"/>
                      <a:pt x="2475" y="3885"/>
                    </a:cubicBezTo>
                    <a:cubicBezTo>
                      <a:pt x="2346" y="3770"/>
                      <a:pt x="2244" y="3639"/>
                      <a:pt x="2169" y="3504"/>
                    </a:cubicBezTo>
                    <a:cubicBezTo>
                      <a:pt x="2172" y="3481"/>
                      <a:pt x="2179" y="3458"/>
                      <a:pt x="2182" y="3431"/>
                    </a:cubicBezTo>
                    <a:lnTo>
                      <a:pt x="2195" y="3369"/>
                    </a:lnTo>
                    <a:close/>
                    <a:moveTo>
                      <a:pt x="3781" y="3201"/>
                    </a:moveTo>
                    <a:cubicBezTo>
                      <a:pt x="3965" y="3448"/>
                      <a:pt x="4176" y="3685"/>
                      <a:pt x="4354" y="3869"/>
                    </a:cubicBezTo>
                    <a:cubicBezTo>
                      <a:pt x="4327" y="3925"/>
                      <a:pt x="4301" y="3974"/>
                      <a:pt x="4271" y="4024"/>
                    </a:cubicBezTo>
                    <a:cubicBezTo>
                      <a:pt x="4090" y="4178"/>
                      <a:pt x="3867" y="4261"/>
                      <a:pt x="3636" y="4280"/>
                    </a:cubicBezTo>
                    <a:cubicBezTo>
                      <a:pt x="3643" y="4274"/>
                      <a:pt x="3643" y="4261"/>
                      <a:pt x="3643" y="4247"/>
                    </a:cubicBezTo>
                    <a:cubicBezTo>
                      <a:pt x="3649" y="4060"/>
                      <a:pt x="3547" y="3912"/>
                      <a:pt x="3406" y="3793"/>
                    </a:cubicBezTo>
                    <a:cubicBezTo>
                      <a:pt x="3505" y="3616"/>
                      <a:pt x="3577" y="3431"/>
                      <a:pt x="3620" y="3250"/>
                    </a:cubicBezTo>
                    <a:cubicBezTo>
                      <a:pt x="3676" y="3237"/>
                      <a:pt x="3732" y="3221"/>
                      <a:pt x="3781" y="3201"/>
                    </a:cubicBezTo>
                    <a:close/>
                    <a:moveTo>
                      <a:pt x="3357" y="3876"/>
                    </a:moveTo>
                    <a:cubicBezTo>
                      <a:pt x="3465" y="3968"/>
                      <a:pt x="3551" y="4093"/>
                      <a:pt x="3541" y="4241"/>
                    </a:cubicBezTo>
                    <a:cubicBezTo>
                      <a:pt x="3541" y="4257"/>
                      <a:pt x="3541" y="4270"/>
                      <a:pt x="3538" y="4287"/>
                    </a:cubicBezTo>
                    <a:cubicBezTo>
                      <a:pt x="3527" y="4287"/>
                      <a:pt x="3517" y="4287"/>
                      <a:pt x="3507" y="4287"/>
                    </a:cubicBezTo>
                    <a:cubicBezTo>
                      <a:pt x="3374" y="4287"/>
                      <a:pt x="3231" y="4267"/>
                      <a:pt x="3100" y="4228"/>
                    </a:cubicBezTo>
                    <a:cubicBezTo>
                      <a:pt x="3199" y="4116"/>
                      <a:pt x="3284" y="3997"/>
                      <a:pt x="3357" y="3876"/>
                    </a:cubicBezTo>
                    <a:close/>
                    <a:moveTo>
                      <a:pt x="2152" y="3662"/>
                    </a:moveTo>
                    <a:lnTo>
                      <a:pt x="2152" y="3662"/>
                    </a:lnTo>
                    <a:cubicBezTo>
                      <a:pt x="2221" y="3767"/>
                      <a:pt x="2307" y="3866"/>
                      <a:pt x="2412" y="3958"/>
                    </a:cubicBezTo>
                    <a:cubicBezTo>
                      <a:pt x="2557" y="4089"/>
                      <a:pt x="2738" y="4195"/>
                      <a:pt x="2929" y="4270"/>
                    </a:cubicBezTo>
                    <a:cubicBezTo>
                      <a:pt x="2820" y="4376"/>
                      <a:pt x="2698" y="4471"/>
                      <a:pt x="2577" y="4553"/>
                    </a:cubicBezTo>
                    <a:cubicBezTo>
                      <a:pt x="2498" y="4504"/>
                      <a:pt x="2429" y="4442"/>
                      <a:pt x="2369" y="4372"/>
                    </a:cubicBezTo>
                    <a:cubicBezTo>
                      <a:pt x="2221" y="4188"/>
                      <a:pt x="2146" y="3932"/>
                      <a:pt x="2152" y="3662"/>
                    </a:cubicBezTo>
                    <a:close/>
                    <a:moveTo>
                      <a:pt x="4110" y="4244"/>
                    </a:moveTo>
                    <a:lnTo>
                      <a:pt x="4110" y="4244"/>
                    </a:lnTo>
                    <a:cubicBezTo>
                      <a:pt x="3979" y="4395"/>
                      <a:pt x="3827" y="4521"/>
                      <a:pt x="3653" y="4603"/>
                    </a:cubicBezTo>
                    <a:cubicBezTo>
                      <a:pt x="3649" y="4603"/>
                      <a:pt x="3646" y="4606"/>
                      <a:pt x="3643" y="4606"/>
                    </a:cubicBezTo>
                    <a:cubicBezTo>
                      <a:pt x="3597" y="4600"/>
                      <a:pt x="3551" y="4583"/>
                      <a:pt x="3505" y="4567"/>
                    </a:cubicBezTo>
                    <a:cubicBezTo>
                      <a:pt x="3561" y="4504"/>
                      <a:pt x="3594" y="4442"/>
                      <a:pt x="3617" y="4376"/>
                    </a:cubicBezTo>
                    <a:cubicBezTo>
                      <a:pt x="3791" y="4369"/>
                      <a:pt x="3959" y="4323"/>
                      <a:pt x="4110" y="4244"/>
                    </a:cubicBezTo>
                    <a:close/>
                    <a:moveTo>
                      <a:pt x="4804" y="3089"/>
                    </a:moveTo>
                    <a:cubicBezTo>
                      <a:pt x="4900" y="3217"/>
                      <a:pt x="4962" y="3382"/>
                      <a:pt x="4966" y="3537"/>
                    </a:cubicBezTo>
                    <a:cubicBezTo>
                      <a:pt x="4979" y="3912"/>
                      <a:pt x="4772" y="4293"/>
                      <a:pt x="4452" y="4488"/>
                    </a:cubicBezTo>
                    <a:cubicBezTo>
                      <a:pt x="4287" y="4588"/>
                      <a:pt x="4091" y="4637"/>
                      <a:pt x="3896" y="4637"/>
                    </a:cubicBezTo>
                    <a:cubicBezTo>
                      <a:pt x="3862" y="4637"/>
                      <a:pt x="3828" y="4635"/>
                      <a:pt x="3794" y="4632"/>
                    </a:cubicBezTo>
                    <a:cubicBezTo>
                      <a:pt x="4011" y="4504"/>
                      <a:pt x="4199" y="4313"/>
                      <a:pt x="4344" y="4076"/>
                    </a:cubicBezTo>
                    <a:cubicBezTo>
                      <a:pt x="4350" y="4076"/>
                      <a:pt x="4354" y="4073"/>
                      <a:pt x="4357" y="4066"/>
                    </a:cubicBezTo>
                    <a:cubicBezTo>
                      <a:pt x="4390" y="4040"/>
                      <a:pt x="4423" y="4007"/>
                      <a:pt x="4452" y="3968"/>
                    </a:cubicBezTo>
                    <a:lnTo>
                      <a:pt x="4469" y="4073"/>
                    </a:lnTo>
                    <a:lnTo>
                      <a:pt x="4535" y="3964"/>
                    </a:lnTo>
                    <a:cubicBezTo>
                      <a:pt x="4699" y="3701"/>
                      <a:pt x="4788" y="3398"/>
                      <a:pt x="4804" y="3089"/>
                    </a:cubicBezTo>
                    <a:close/>
                    <a:moveTo>
                      <a:pt x="3416" y="4655"/>
                    </a:moveTo>
                    <a:cubicBezTo>
                      <a:pt x="3422" y="4665"/>
                      <a:pt x="3429" y="4672"/>
                      <a:pt x="3429" y="4682"/>
                    </a:cubicBezTo>
                    <a:cubicBezTo>
                      <a:pt x="3413" y="4685"/>
                      <a:pt x="3389" y="4688"/>
                      <a:pt x="3370" y="4692"/>
                    </a:cubicBezTo>
                    <a:cubicBezTo>
                      <a:pt x="3386" y="4682"/>
                      <a:pt x="3403" y="4669"/>
                      <a:pt x="3416" y="4655"/>
                    </a:cubicBezTo>
                    <a:close/>
                    <a:moveTo>
                      <a:pt x="3034" y="4310"/>
                    </a:moveTo>
                    <a:cubicBezTo>
                      <a:pt x="3189" y="4356"/>
                      <a:pt x="3353" y="4386"/>
                      <a:pt x="3518" y="4386"/>
                    </a:cubicBezTo>
                    <a:cubicBezTo>
                      <a:pt x="3495" y="4435"/>
                      <a:pt x="3462" y="4478"/>
                      <a:pt x="3419" y="4527"/>
                    </a:cubicBezTo>
                    <a:cubicBezTo>
                      <a:pt x="3416" y="4527"/>
                      <a:pt x="3413" y="4524"/>
                      <a:pt x="3406" y="4524"/>
                    </a:cubicBezTo>
                    <a:cubicBezTo>
                      <a:pt x="3399" y="4517"/>
                      <a:pt x="3386" y="4507"/>
                      <a:pt x="3373" y="4504"/>
                    </a:cubicBezTo>
                    <a:lnTo>
                      <a:pt x="3330" y="4586"/>
                    </a:lnTo>
                    <a:cubicBezTo>
                      <a:pt x="3334" y="4586"/>
                      <a:pt x="3340" y="4590"/>
                      <a:pt x="3347" y="4593"/>
                    </a:cubicBezTo>
                    <a:cubicBezTo>
                      <a:pt x="3301" y="4632"/>
                      <a:pt x="3248" y="4672"/>
                      <a:pt x="3185" y="4715"/>
                    </a:cubicBezTo>
                    <a:cubicBezTo>
                      <a:pt x="3172" y="4715"/>
                      <a:pt x="3158" y="4715"/>
                      <a:pt x="3144" y="4715"/>
                    </a:cubicBezTo>
                    <a:cubicBezTo>
                      <a:pt x="2977" y="4715"/>
                      <a:pt x="2815" y="4679"/>
                      <a:pt x="2672" y="4606"/>
                    </a:cubicBezTo>
                    <a:cubicBezTo>
                      <a:pt x="2797" y="4521"/>
                      <a:pt x="2919" y="4419"/>
                      <a:pt x="3034" y="4310"/>
                    </a:cubicBezTo>
                    <a:close/>
                    <a:moveTo>
                      <a:pt x="1201" y="3145"/>
                    </a:moveTo>
                    <a:lnTo>
                      <a:pt x="1201" y="3145"/>
                    </a:lnTo>
                    <a:cubicBezTo>
                      <a:pt x="1412" y="3227"/>
                      <a:pt x="1649" y="3270"/>
                      <a:pt x="1869" y="3310"/>
                    </a:cubicBezTo>
                    <a:cubicBezTo>
                      <a:pt x="1905" y="3319"/>
                      <a:pt x="1948" y="3323"/>
                      <a:pt x="1984" y="3333"/>
                    </a:cubicBezTo>
                    <a:lnTo>
                      <a:pt x="1988" y="3333"/>
                    </a:lnTo>
                    <a:cubicBezTo>
                      <a:pt x="2007" y="3392"/>
                      <a:pt x="2034" y="3458"/>
                      <a:pt x="2067" y="3520"/>
                    </a:cubicBezTo>
                    <a:cubicBezTo>
                      <a:pt x="2024" y="3866"/>
                      <a:pt x="2106" y="4198"/>
                      <a:pt x="2297" y="4435"/>
                    </a:cubicBezTo>
                    <a:cubicBezTo>
                      <a:pt x="2350" y="4504"/>
                      <a:pt x="2415" y="4560"/>
                      <a:pt x="2485" y="4609"/>
                    </a:cubicBezTo>
                    <a:cubicBezTo>
                      <a:pt x="2267" y="4738"/>
                      <a:pt x="2034" y="4823"/>
                      <a:pt x="1794" y="4863"/>
                    </a:cubicBezTo>
                    <a:cubicBezTo>
                      <a:pt x="1573" y="4715"/>
                      <a:pt x="1392" y="4474"/>
                      <a:pt x="1293" y="4188"/>
                    </a:cubicBezTo>
                    <a:cubicBezTo>
                      <a:pt x="1175" y="3846"/>
                      <a:pt x="1175" y="3481"/>
                      <a:pt x="1201" y="3145"/>
                    </a:cubicBezTo>
                    <a:close/>
                    <a:moveTo>
                      <a:pt x="675" y="2651"/>
                    </a:moveTo>
                    <a:cubicBezTo>
                      <a:pt x="681" y="2668"/>
                      <a:pt x="688" y="2684"/>
                      <a:pt x="701" y="2694"/>
                    </a:cubicBezTo>
                    <a:cubicBezTo>
                      <a:pt x="780" y="2878"/>
                      <a:pt x="918" y="3004"/>
                      <a:pt x="1093" y="3089"/>
                    </a:cubicBezTo>
                    <a:cubicBezTo>
                      <a:pt x="1000" y="3185"/>
                      <a:pt x="935" y="3303"/>
                      <a:pt x="915" y="3441"/>
                    </a:cubicBezTo>
                    <a:cubicBezTo>
                      <a:pt x="885" y="3635"/>
                      <a:pt x="948" y="3826"/>
                      <a:pt x="1004" y="3991"/>
                    </a:cubicBezTo>
                    <a:cubicBezTo>
                      <a:pt x="1116" y="4313"/>
                      <a:pt x="1231" y="4623"/>
                      <a:pt x="1409" y="4873"/>
                    </a:cubicBezTo>
                    <a:cubicBezTo>
                      <a:pt x="1376" y="4873"/>
                      <a:pt x="1346" y="4869"/>
                      <a:pt x="1316" y="4866"/>
                    </a:cubicBezTo>
                    <a:cubicBezTo>
                      <a:pt x="668" y="4774"/>
                      <a:pt x="138" y="4231"/>
                      <a:pt x="112" y="3632"/>
                    </a:cubicBezTo>
                    <a:cubicBezTo>
                      <a:pt x="99" y="3323"/>
                      <a:pt x="250" y="2994"/>
                      <a:pt x="510" y="2773"/>
                    </a:cubicBezTo>
                    <a:cubicBezTo>
                      <a:pt x="566" y="2727"/>
                      <a:pt x="619" y="2684"/>
                      <a:pt x="675" y="2651"/>
                    </a:cubicBezTo>
                    <a:close/>
                    <a:moveTo>
                      <a:pt x="1099" y="3224"/>
                    </a:moveTo>
                    <a:lnTo>
                      <a:pt x="1099" y="3224"/>
                    </a:lnTo>
                    <a:cubicBezTo>
                      <a:pt x="1079" y="3546"/>
                      <a:pt x="1093" y="3885"/>
                      <a:pt x="1201" y="4214"/>
                    </a:cubicBezTo>
                    <a:cubicBezTo>
                      <a:pt x="1297" y="4491"/>
                      <a:pt x="1458" y="4718"/>
                      <a:pt x="1655" y="4879"/>
                    </a:cubicBezTo>
                    <a:cubicBezTo>
                      <a:pt x="1609" y="4883"/>
                      <a:pt x="1563" y="4883"/>
                      <a:pt x="1524" y="4883"/>
                    </a:cubicBezTo>
                    <a:cubicBezTo>
                      <a:pt x="1330" y="4636"/>
                      <a:pt x="1208" y="4307"/>
                      <a:pt x="1086" y="3961"/>
                    </a:cubicBezTo>
                    <a:cubicBezTo>
                      <a:pt x="1033" y="3803"/>
                      <a:pt x="974" y="3629"/>
                      <a:pt x="1000" y="3458"/>
                    </a:cubicBezTo>
                    <a:cubicBezTo>
                      <a:pt x="1014" y="3372"/>
                      <a:pt x="1050" y="3293"/>
                      <a:pt x="1099" y="3224"/>
                    </a:cubicBezTo>
                    <a:close/>
                    <a:moveTo>
                      <a:pt x="2577" y="4669"/>
                    </a:moveTo>
                    <a:cubicBezTo>
                      <a:pt x="2715" y="4748"/>
                      <a:pt x="2873" y="4790"/>
                      <a:pt x="3037" y="4807"/>
                    </a:cubicBezTo>
                    <a:cubicBezTo>
                      <a:pt x="2784" y="4951"/>
                      <a:pt x="2542" y="5024"/>
                      <a:pt x="2321" y="5024"/>
                    </a:cubicBezTo>
                    <a:cubicBezTo>
                      <a:pt x="2255" y="5024"/>
                      <a:pt x="2191" y="5017"/>
                      <a:pt x="2129" y="5004"/>
                    </a:cubicBezTo>
                    <a:cubicBezTo>
                      <a:pt x="2057" y="4988"/>
                      <a:pt x="1988" y="4968"/>
                      <a:pt x="1922" y="4935"/>
                    </a:cubicBezTo>
                    <a:cubicBezTo>
                      <a:pt x="2149" y="4886"/>
                      <a:pt x="2369" y="4790"/>
                      <a:pt x="2577" y="4669"/>
                    </a:cubicBezTo>
                    <a:close/>
                    <a:moveTo>
                      <a:pt x="3459" y="4771"/>
                    </a:moveTo>
                    <a:lnTo>
                      <a:pt x="3459" y="4771"/>
                    </a:lnTo>
                    <a:cubicBezTo>
                      <a:pt x="3485" y="4883"/>
                      <a:pt x="3455" y="5011"/>
                      <a:pt x="3383" y="5096"/>
                    </a:cubicBezTo>
                    <a:cubicBezTo>
                      <a:pt x="3271" y="5231"/>
                      <a:pt x="3087" y="5307"/>
                      <a:pt x="2800" y="5333"/>
                    </a:cubicBezTo>
                    <a:cubicBezTo>
                      <a:pt x="2718" y="5342"/>
                      <a:pt x="2639" y="5346"/>
                      <a:pt x="2563" y="5346"/>
                    </a:cubicBezTo>
                    <a:cubicBezTo>
                      <a:pt x="2266" y="5346"/>
                      <a:pt x="2015" y="5281"/>
                      <a:pt x="1813" y="5152"/>
                    </a:cubicBezTo>
                    <a:cubicBezTo>
                      <a:pt x="1738" y="5103"/>
                      <a:pt x="1668" y="5044"/>
                      <a:pt x="1606" y="4978"/>
                    </a:cubicBezTo>
                    <a:cubicBezTo>
                      <a:pt x="1659" y="4971"/>
                      <a:pt x="1718" y="4968"/>
                      <a:pt x="1767" y="4961"/>
                    </a:cubicBezTo>
                    <a:cubicBezTo>
                      <a:pt x="1872" y="5027"/>
                      <a:pt x="1984" y="5070"/>
                      <a:pt x="2103" y="5096"/>
                    </a:cubicBezTo>
                    <a:cubicBezTo>
                      <a:pt x="2172" y="5111"/>
                      <a:pt x="2242" y="5118"/>
                      <a:pt x="2314" y="5118"/>
                    </a:cubicBezTo>
                    <a:cubicBezTo>
                      <a:pt x="2591" y="5118"/>
                      <a:pt x="2893" y="5013"/>
                      <a:pt x="3209" y="4807"/>
                    </a:cubicBezTo>
                    <a:cubicBezTo>
                      <a:pt x="3291" y="4804"/>
                      <a:pt x="3376" y="4790"/>
                      <a:pt x="3459" y="4771"/>
                    </a:cubicBezTo>
                    <a:close/>
                    <a:moveTo>
                      <a:pt x="2777" y="1"/>
                    </a:moveTo>
                    <a:cubicBezTo>
                      <a:pt x="2653" y="1"/>
                      <a:pt x="2516" y="21"/>
                      <a:pt x="2366" y="62"/>
                    </a:cubicBezTo>
                    <a:cubicBezTo>
                      <a:pt x="2017" y="151"/>
                      <a:pt x="1757" y="308"/>
                      <a:pt x="1606" y="522"/>
                    </a:cubicBezTo>
                    <a:cubicBezTo>
                      <a:pt x="1116" y="578"/>
                      <a:pt x="408" y="970"/>
                      <a:pt x="395" y="1477"/>
                    </a:cubicBezTo>
                    <a:cubicBezTo>
                      <a:pt x="392" y="1740"/>
                      <a:pt x="490" y="1990"/>
                      <a:pt x="658" y="2184"/>
                    </a:cubicBezTo>
                    <a:cubicBezTo>
                      <a:pt x="629" y="2312"/>
                      <a:pt x="622" y="2438"/>
                      <a:pt x="645" y="2559"/>
                    </a:cubicBezTo>
                    <a:cubicBezTo>
                      <a:pt x="576" y="2595"/>
                      <a:pt x="510" y="2645"/>
                      <a:pt x="444" y="2698"/>
                    </a:cubicBezTo>
                    <a:cubicBezTo>
                      <a:pt x="161" y="2941"/>
                      <a:pt x="0" y="3290"/>
                      <a:pt x="13" y="3635"/>
                    </a:cubicBezTo>
                    <a:cubicBezTo>
                      <a:pt x="43" y="4280"/>
                      <a:pt x="606" y="4863"/>
                      <a:pt x="1300" y="4961"/>
                    </a:cubicBezTo>
                    <a:cubicBezTo>
                      <a:pt x="1359" y="4968"/>
                      <a:pt x="1415" y="4978"/>
                      <a:pt x="1478" y="4978"/>
                    </a:cubicBezTo>
                    <a:cubicBezTo>
                      <a:pt x="1560" y="5077"/>
                      <a:pt x="1655" y="5162"/>
                      <a:pt x="1767" y="5231"/>
                    </a:cubicBezTo>
                    <a:cubicBezTo>
                      <a:pt x="1984" y="5373"/>
                      <a:pt x="2254" y="5442"/>
                      <a:pt x="2573" y="5442"/>
                    </a:cubicBezTo>
                    <a:cubicBezTo>
                      <a:pt x="2646" y="5442"/>
                      <a:pt x="2728" y="5439"/>
                      <a:pt x="2804" y="5429"/>
                    </a:cubicBezTo>
                    <a:cubicBezTo>
                      <a:pt x="3110" y="5399"/>
                      <a:pt x="3317" y="5314"/>
                      <a:pt x="3449" y="5159"/>
                    </a:cubicBezTo>
                    <a:cubicBezTo>
                      <a:pt x="3538" y="5050"/>
                      <a:pt x="3580" y="4889"/>
                      <a:pt x="3547" y="4748"/>
                    </a:cubicBezTo>
                    <a:lnTo>
                      <a:pt x="3547" y="4741"/>
                    </a:lnTo>
                    <a:cubicBezTo>
                      <a:pt x="3580" y="4731"/>
                      <a:pt x="3613" y="4718"/>
                      <a:pt x="3643" y="4705"/>
                    </a:cubicBezTo>
                    <a:cubicBezTo>
                      <a:pt x="3726" y="4724"/>
                      <a:pt x="3811" y="4733"/>
                      <a:pt x="3896" y="4733"/>
                    </a:cubicBezTo>
                    <a:cubicBezTo>
                      <a:pt x="4104" y="4733"/>
                      <a:pt x="4312" y="4677"/>
                      <a:pt x="4492" y="4570"/>
                    </a:cubicBezTo>
                    <a:cubicBezTo>
                      <a:pt x="4847" y="4356"/>
                      <a:pt x="5068" y="3951"/>
                      <a:pt x="5051" y="3537"/>
                    </a:cubicBezTo>
                    <a:cubicBezTo>
                      <a:pt x="5045" y="3319"/>
                      <a:pt x="4949" y="3102"/>
                      <a:pt x="4801" y="2948"/>
                    </a:cubicBezTo>
                    <a:cubicBezTo>
                      <a:pt x="4801" y="2816"/>
                      <a:pt x="4788" y="2684"/>
                      <a:pt x="4762" y="2559"/>
                    </a:cubicBezTo>
                    <a:cubicBezTo>
                      <a:pt x="4979" y="2345"/>
                      <a:pt x="5134" y="2082"/>
                      <a:pt x="5196" y="1796"/>
                    </a:cubicBezTo>
                    <a:cubicBezTo>
                      <a:pt x="5298" y="1325"/>
                      <a:pt x="5134" y="819"/>
                      <a:pt x="4781" y="536"/>
                    </a:cubicBezTo>
                    <a:cubicBezTo>
                      <a:pt x="4639" y="419"/>
                      <a:pt x="4499" y="372"/>
                      <a:pt x="4364" y="372"/>
                    </a:cubicBezTo>
                    <a:cubicBezTo>
                      <a:pt x="4277" y="372"/>
                      <a:pt x="4192" y="392"/>
                      <a:pt x="4110" y="424"/>
                    </a:cubicBezTo>
                    <a:cubicBezTo>
                      <a:pt x="4081" y="414"/>
                      <a:pt x="4048" y="404"/>
                      <a:pt x="4021" y="394"/>
                    </a:cubicBezTo>
                    <a:cubicBezTo>
                      <a:pt x="3904" y="358"/>
                      <a:pt x="3784" y="341"/>
                      <a:pt x="3664" y="341"/>
                    </a:cubicBezTo>
                    <a:cubicBezTo>
                      <a:pt x="3620" y="341"/>
                      <a:pt x="3575" y="344"/>
                      <a:pt x="3531" y="348"/>
                    </a:cubicBezTo>
                    <a:cubicBezTo>
                      <a:pt x="3376" y="206"/>
                      <a:pt x="3192" y="78"/>
                      <a:pt x="3067" y="42"/>
                    </a:cubicBezTo>
                    <a:cubicBezTo>
                      <a:pt x="2978" y="15"/>
                      <a:pt x="2882" y="1"/>
                      <a:pt x="277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GB" noProof="1"/>
              </a:p>
            </p:txBody>
          </p:sp>
        </p:grpSp>
        <p:sp>
          <p:nvSpPr>
            <p:cNvPr id="1506" name="Google Shape;1506;p54"/>
            <p:cNvSpPr/>
            <p:nvPr/>
          </p:nvSpPr>
          <p:spPr>
            <a:xfrm>
              <a:off x="5514375" y="3506400"/>
              <a:ext cx="124425" cy="135725"/>
            </a:xfrm>
            <a:custGeom>
              <a:avLst/>
              <a:gdLst/>
              <a:ahLst/>
              <a:cxnLst/>
              <a:rect l="l" t="t" r="r" b="b"/>
              <a:pathLst>
                <a:path w="4977" h="5429" extrusionOk="0">
                  <a:moveTo>
                    <a:pt x="596" y="1071"/>
                  </a:moveTo>
                  <a:lnTo>
                    <a:pt x="357" y="2095"/>
                  </a:lnTo>
                  <a:lnTo>
                    <a:pt x="0" y="3667"/>
                  </a:lnTo>
                  <a:lnTo>
                    <a:pt x="3572" y="5429"/>
                  </a:lnTo>
                  <a:lnTo>
                    <a:pt x="4977" y="2286"/>
                  </a:lnTo>
                  <a:lnTo>
                    <a:pt x="3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/>
            <a:lstStyle/>
            <a:p>
              <a:endParaRPr lang="en-GB" noProof="1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0" name="Google Shape;2280;p61"/>
          <p:cNvSpPr txBox="1">
            <a:spLocks noGrp="1"/>
          </p:cNvSpPr>
          <p:nvPr>
            <p:ph type="title"/>
          </p:nvPr>
        </p:nvSpPr>
        <p:spPr>
          <a:xfrm>
            <a:off x="872625" y="3595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noProof="1"/>
              <a:t>Resources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A3DF5A0-FC90-9372-215B-C8F8838D7F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3225" y="1142925"/>
            <a:ext cx="4217100" cy="3354600"/>
          </a:xfrm>
        </p:spPr>
        <p:txBody>
          <a:bodyPr/>
          <a:lstStyle/>
          <a:p>
            <a:r>
              <a:rPr lang="en-GB" sz="1400" noProof="1"/>
              <a:t>Eissler, C., Sailer, M., Walter, S. &amp; Jerg-Bretzke, L. (2019). Psychische Gesundheit und Belastung bei Studierenden. Prävention und Gesundheitsförderung, 15(3), 242–249. https://doi.org/10.1007/s11553-019-00746-z</a:t>
            </a:r>
          </a:p>
          <a:p>
            <a:r>
              <a:rPr lang="en-GB" sz="1400" noProof="1"/>
              <a:t>Mofatteh, M. (2020). Risk factors associated with stress, anxiety, and depression among university undergraduate students. AIMS Public Health, 8(1), 36–65. https://doi.org/10.3934/publichealth.2021004</a:t>
            </a:r>
          </a:p>
          <a:p>
            <a:r>
              <a:rPr lang="en-GB" sz="1400" noProof="1"/>
              <a:t>Weber, R. (2024, 26. Februar). Wie belastet sind Studierende? Forschung &amp; Lehre. https://www.forschung-und-lehre.de/zeitfragen/wie-belastet-sind-studierende-6268</a:t>
            </a:r>
          </a:p>
          <a:p>
            <a:endParaRPr lang="en-GB" sz="1400" noProof="1"/>
          </a:p>
        </p:txBody>
      </p:sp>
      <p:pic>
        <p:nvPicPr>
          <p:cNvPr id="7" name="Grafik 6" descr="Bücher mit einfarbiger Füllung">
            <a:extLst>
              <a:ext uri="{FF2B5EF4-FFF2-40B4-BE49-F238E27FC236}">
                <a16:creationId xmlns:a16="http://schemas.microsoft.com/office/drawing/2014/main" id="{0DEF0E47-641B-125E-69B2-1992B14ACB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76175" y="894450"/>
            <a:ext cx="3354600" cy="3354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0" name="Google Shape;1610;p57"/>
          <p:cNvGrpSpPr/>
          <p:nvPr/>
        </p:nvGrpSpPr>
        <p:grpSpPr>
          <a:xfrm>
            <a:off x="4968975" y="2344223"/>
            <a:ext cx="2364280" cy="2808702"/>
            <a:chOff x="5319887" y="1228576"/>
            <a:chExt cx="2963713" cy="3924349"/>
          </a:xfrm>
        </p:grpSpPr>
        <p:sp>
          <p:nvSpPr>
            <p:cNvPr id="1611" name="Google Shape;1611;p57"/>
            <p:cNvSpPr/>
            <p:nvPr/>
          </p:nvSpPr>
          <p:spPr>
            <a:xfrm flipH="1">
              <a:off x="6021894" y="3574336"/>
              <a:ext cx="1167777" cy="1188271"/>
            </a:xfrm>
            <a:custGeom>
              <a:avLst/>
              <a:gdLst/>
              <a:ahLst/>
              <a:cxnLst/>
              <a:rect l="l" t="t" r="r" b="b"/>
              <a:pathLst>
                <a:path w="17550" h="17858" extrusionOk="0">
                  <a:moveTo>
                    <a:pt x="15098" y="1"/>
                  </a:moveTo>
                  <a:cubicBezTo>
                    <a:pt x="13249" y="4509"/>
                    <a:pt x="10152" y="10633"/>
                    <a:pt x="10152" y="10633"/>
                  </a:cubicBezTo>
                  <a:lnTo>
                    <a:pt x="3410" y="4183"/>
                  </a:lnTo>
                  <a:cubicBezTo>
                    <a:pt x="3410" y="4183"/>
                    <a:pt x="580" y="7188"/>
                    <a:pt x="244" y="9366"/>
                  </a:cubicBezTo>
                  <a:cubicBezTo>
                    <a:pt x="1" y="10955"/>
                    <a:pt x="310" y="13641"/>
                    <a:pt x="310" y="13641"/>
                  </a:cubicBezTo>
                  <a:cubicBezTo>
                    <a:pt x="310" y="13641"/>
                    <a:pt x="7986" y="17858"/>
                    <a:pt x="11014" y="17858"/>
                  </a:cubicBezTo>
                  <a:cubicBezTo>
                    <a:pt x="11322" y="17858"/>
                    <a:pt x="11582" y="17814"/>
                    <a:pt x="11781" y="17718"/>
                  </a:cubicBezTo>
                  <a:cubicBezTo>
                    <a:pt x="14039" y="16619"/>
                    <a:pt x="17550" y="975"/>
                    <a:pt x="17550" y="975"/>
                  </a:cubicBezTo>
                  <a:lnTo>
                    <a:pt x="15098" y="1"/>
                  </a:lnTo>
                  <a:close/>
                </a:path>
              </a:pathLst>
            </a:custGeom>
            <a:solidFill>
              <a:srgbClr val="FF70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612" name="Google Shape;1612;p57"/>
            <p:cNvSpPr/>
            <p:nvPr/>
          </p:nvSpPr>
          <p:spPr>
            <a:xfrm flipH="1">
              <a:off x="5319887" y="3337251"/>
              <a:ext cx="865153" cy="375552"/>
            </a:xfrm>
            <a:custGeom>
              <a:avLst/>
              <a:gdLst/>
              <a:ahLst/>
              <a:cxnLst/>
              <a:rect l="l" t="t" r="r" b="b"/>
              <a:pathLst>
                <a:path w="13002" h="5644" extrusionOk="0">
                  <a:moveTo>
                    <a:pt x="7407" y="0"/>
                  </a:moveTo>
                  <a:cubicBezTo>
                    <a:pt x="6165" y="0"/>
                    <a:pt x="1264" y="408"/>
                    <a:pt x="0" y="3560"/>
                  </a:cubicBezTo>
                  <a:lnTo>
                    <a:pt x="945" y="5643"/>
                  </a:lnTo>
                  <a:cubicBezTo>
                    <a:pt x="945" y="5643"/>
                    <a:pt x="958" y="5644"/>
                    <a:pt x="983" y="5644"/>
                  </a:cubicBezTo>
                  <a:cubicBezTo>
                    <a:pt x="1328" y="5644"/>
                    <a:pt x="3949" y="5604"/>
                    <a:pt x="7240" y="4442"/>
                  </a:cubicBezTo>
                  <a:cubicBezTo>
                    <a:pt x="10771" y="3202"/>
                    <a:pt x="13002" y="740"/>
                    <a:pt x="12920" y="263"/>
                  </a:cubicBezTo>
                  <a:cubicBezTo>
                    <a:pt x="12890" y="96"/>
                    <a:pt x="12770" y="42"/>
                    <a:pt x="12627" y="42"/>
                  </a:cubicBezTo>
                  <a:cubicBezTo>
                    <a:pt x="12367" y="42"/>
                    <a:pt x="12031" y="220"/>
                    <a:pt x="12031" y="220"/>
                  </a:cubicBezTo>
                  <a:cubicBezTo>
                    <a:pt x="12031" y="220"/>
                    <a:pt x="11821" y="89"/>
                    <a:pt x="11446" y="89"/>
                  </a:cubicBezTo>
                  <a:cubicBezTo>
                    <a:pt x="11294" y="89"/>
                    <a:pt x="11115" y="110"/>
                    <a:pt x="10912" y="171"/>
                  </a:cubicBezTo>
                  <a:cubicBezTo>
                    <a:pt x="10208" y="378"/>
                    <a:pt x="8793" y="1398"/>
                    <a:pt x="6852" y="2112"/>
                  </a:cubicBezTo>
                  <a:cubicBezTo>
                    <a:pt x="5427" y="2632"/>
                    <a:pt x="4695" y="2701"/>
                    <a:pt x="4406" y="2701"/>
                  </a:cubicBezTo>
                  <a:cubicBezTo>
                    <a:pt x="4302" y="2701"/>
                    <a:pt x="4255" y="2692"/>
                    <a:pt x="4255" y="2692"/>
                  </a:cubicBezTo>
                  <a:cubicBezTo>
                    <a:pt x="4255" y="2692"/>
                    <a:pt x="5423" y="1425"/>
                    <a:pt x="5749" y="1310"/>
                  </a:cubicBezTo>
                  <a:cubicBezTo>
                    <a:pt x="6075" y="1191"/>
                    <a:pt x="6868" y="928"/>
                    <a:pt x="7276" y="750"/>
                  </a:cubicBezTo>
                  <a:cubicBezTo>
                    <a:pt x="7789" y="533"/>
                    <a:pt x="7855" y="95"/>
                    <a:pt x="7691" y="16"/>
                  </a:cubicBezTo>
                  <a:cubicBezTo>
                    <a:pt x="7671" y="7"/>
                    <a:pt x="7571" y="0"/>
                    <a:pt x="7407" y="0"/>
                  </a:cubicBezTo>
                  <a:close/>
                </a:path>
              </a:pathLst>
            </a:custGeom>
            <a:solidFill>
              <a:srgbClr val="FF70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613" name="Google Shape;1613;p57"/>
            <p:cNvSpPr/>
            <p:nvPr/>
          </p:nvSpPr>
          <p:spPr>
            <a:xfrm flipH="1">
              <a:off x="5383561" y="3351225"/>
              <a:ext cx="335761" cy="219715"/>
            </a:xfrm>
            <a:custGeom>
              <a:avLst/>
              <a:gdLst/>
              <a:ahLst/>
              <a:cxnLst/>
              <a:rect l="l" t="t" r="r" b="b"/>
              <a:pathLst>
                <a:path w="5046" h="3302" extrusionOk="0">
                  <a:moveTo>
                    <a:pt x="5045" y="0"/>
                  </a:moveTo>
                  <a:lnTo>
                    <a:pt x="5045" y="0"/>
                  </a:lnTo>
                  <a:cubicBezTo>
                    <a:pt x="4989" y="119"/>
                    <a:pt x="4933" y="234"/>
                    <a:pt x="4868" y="339"/>
                  </a:cubicBezTo>
                  <a:cubicBezTo>
                    <a:pt x="4798" y="445"/>
                    <a:pt x="4719" y="547"/>
                    <a:pt x="4637" y="645"/>
                  </a:cubicBezTo>
                  <a:cubicBezTo>
                    <a:pt x="4473" y="843"/>
                    <a:pt x="4282" y="1021"/>
                    <a:pt x="4084" y="1182"/>
                  </a:cubicBezTo>
                  <a:cubicBezTo>
                    <a:pt x="3887" y="1346"/>
                    <a:pt x="3680" y="1494"/>
                    <a:pt x="3469" y="1643"/>
                  </a:cubicBezTo>
                  <a:cubicBezTo>
                    <a:pt x="3258" y="1791"/>
                    <a:pt x="3041" y="1926"/>
                    <a:pt x="2817" y="2057"/>
                  </a:cubicBezTo>
                  <a:cubicBezTo>
                    <a:pt x="2597" y="2189"/>
                    <a:pt x="2370" y="2314"/>
                    <a:pt x="2143" y="2432"/>
                  </a:cubicBezTo>
                  <a:cubicBezTo>
                    <a:pt x="1919" y="2551"/>
                    <a:pt x="1682" y="2659"/>
                    <a:pt x="1449" y="2765"/>
                  </a:cubicBezTo>
                  <a:cubicBezTo>
                    <a:pt x="975" y="2972"/>
                    <a:pt x="494" y="3146"/>
                    <a:pt x="1" y="3301"/>
                  </a:cubicBezTo>
                  <a:cubicBezTo>
                    <a:pt x="251" y="3239"/>
                    <a:pt x="498" y="3163"/>
                    <a:pt x="744" y="3087"/>
                  </a:cubicBezTo>
                  <a:cubicBezTo>
                    <a:pt x="988" y="3005"/>
                    <a:pt x="1231" y="2913"/>
                    <a:pt x="1468" y="2814"/>
                  </a:cubicBezTo>
                  <a:cubicBezTo>
                    <a:pt x="1945" y="2613"/>
                    <a:pt x="2406" y="2380"/>
                    <a:pt x="2850" y="2116"/>
                  </a:cubicBezTo>
                  <a:cubicBezTo>
                    <a:pt x="3074" y="1978"/>
                    <a:pt x="3291" y="1840"/>
                    <a:pt x="3502" y="1692"/>
                  </a:cubicBezTo>
                  <a:cubicBezTo>
                    <a:pt x="3713" y="1544"/>
                    <a:pt x="3920" y="1392"/>
                    <a:pt x="4117" y="1221"/>
                  </a:cubicBezTo>
                  <a:cubicBezTo>
                    <a:pt x="4315" y="1057"/>
                    <a:pt x="4499" y="873"/>
                    <a:pt x="4660" y="672"/>
                  </a:cubicBezTo>
                  <a:cubicBezTo>
                    <a:pt x="4821" y="471"/>
                    <a:pt x="4956" y="244"/>
                    <a:pt x="5045" y="0"/>
                  </a:cubicBezTo>
                  <a:close/>
                </a:path>
              </a:pathLst>
            </a:custGeom>
            <a:solidFill>
              <a:srgbClr val="180C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614" name="Google Shape;1614;p57"/>
            <p:cNvSpPr/>
            <p:nvPr/>
          </p:nvSpPr>
          <p:spPr>
            <a:xfrm flipH="1">
              <a:off x="6784311" y="3344903"/>
              <a:ext cx="505837" cy="863822"/>
            </a:xfrm>
            <a:custGeom>
              <a:avLst/>
              <a:gdLst/>
              <a:ahLst/>
              <a:cxnLst/>
              <a:rect l="l" t="t" r="r" b="b"/>
              <a:pathLst>
                <a:path w="7602" h="12982" extrusionOk="0">
                  <a:moveTo>
                    <a:pt x="0" y="0"/>
                  </a:moveTo>
                  <a:lnTo>
                    <a:pt x="3962" y="12982"/>
                  </a:lnTo>
                  <a:lnTo>
                    <a:pt x="7602" y="93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615" name="Google Shape;1615;p57"/>
            <p:cNvSpPr/>
            <p:nvPr/>
          </p:nvSpPr>
          <p:spPr>
            <a:xfrm flipH="1">
              <a:off x="6823035" y="3881754"/>
              <a:ext cx="257111" cy="251255"/>
            </a:xfrm>
            <a:custGeom>
              <a:avLst/>
              <a:gdLst/>
              <a:ahLst/>
              <a:cxnLst/>
              <a:rect l="l" t="t" r="r" b="b"/>
              <a:pathLst>
                <a:path w="3864" h="3776" extrusionOk="0">
                  <a:moveTo>
                    <a:pt x="3366" y="1"/>
                  </a:moveTo>
                  <a:cubicBezTo>
                    <a:pt x="2103" y="962"/>
                    <a:pt x="991" y="2057"/>
                    <a:pt x="0" y="3295"/>
                  </a:cubicBezTo>
                  <a:lnTo>
                    <a:pt x="602" y="3775"/>
                  </a:lnTo>
                  <a:cubicBezTo>
                    <a:pt x="1557" y="2587"/>
                    <a:pt x="2652" y="1514"/>
                    <a:pt x="3863" y="593"/>
                  </a:cubicBezTo>
                  <a:lnTo>
                    <a:pt x="336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616" name="Google Shape;1616;p57"/>
            <p:cNvSpPr/>
            <p:nvPr/>
          </p:nvSpPr>
          <p:spPr>
            <a:xfrm flipH="1">
              <a:off x="5397607" y="3224132"/>
              <a:ext cx="904345" cy="405961"/>
            </a:xfrm>
            <a:custGeom>
              <a:avLst/>
              <a:gdLst/>
              <a:ahLst/>
              <a:cxnLst/>
              <a:rect l="l" t="t" r="r" b="b"/>
              <a:pathLst>
                <a:path w="13591" h="6101" extrusionOk="0">
                  <a:moveTo>
                    <a:pt x="7053" y="1"/>
                  </a:moveTo>
                  <a:cubicBezTo>
                    <a:pt x="4366" y="1"/>
                    <a:pt x="1696" y="265"/>
                    <a:pt x="1119" y="887"/>
                  </a:cubicBezTo>
                  <a:cubicBezTo>
                    <a:pt x="0" y="2101"/>
                    <a:pt x="1349" y="5099"/>
                    <a:pt x="3139" y="5994"/>
                  </a:cubicBezTo>
                  <a:cubicBezTo>
                    <a:pt x="3284" y="6067"/>
                    <a:pt x="3473" y="6100"/>
                    <a:pt x="3700" y="6100"/>
                  </a:cubicBezTo>
                  <a:cubicBezTo>
                    <a:pt x="6273" y="6100"/>
                    <a:pt x="13591" y="1748"/>
                    <a:pt x="13219" y="841"/>
                  </a:cubicBezTo>
                  <a:cubicBezTo>
                    <a:pt x="13008" y="323"/>
                    <a:pt x="10020" y="1"/>
                    <a:pt x="70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617" name="Google Shape;1617;p57"/>
            <p:cNvSpPr/>
            <p:nvPr/>
          </p:nvSpPr>
          <p:spPr>
            <a:xfrm flipH="1">
              <a:off x="5469004" y="3043607"/>
              <a:ext cx="787634" cy="270552"/>
            </a:xfrm>
            <a:custGeom>
              <a:avLst/>
              <a:gdLst/>
              <a:ahLst/>
              <a:cxnLst/>
              <a:rect l="l" t="t" r="r" b="b"/>
              <a:pathLst>
                <a:path w="11837" h="4066" extrusionOk="0">
                  <a:moveTo>
                    <a:pt x="9739" y="0"/>
                  </a:moveTo>
                  <a:cubicBezTo>
                    <a:pt x="6947" y="0"/>
                    <a:pt x="1387" y="704"/>
                    <a:pt x="783" y="1389"/>
                  </a:cubicBezTo>
                  <a:cubicBezTo>
                    <a:pt x="0" y="2284"/>
                    <a:pt x="2179" y="4031"/>
                    <a:pt x="2853" y="4064"/>
                  </a:cubicBezTo>
                  <a:cubicBezTo>
                    <a:pt x="2869" y="4065"/>
                    <a:pt x="2889" y="4065"/>
                    <a:pt x="2913" y="4065"/>
                  </a:cubicBezTo>
                  <a:cubicBezTo>
                    <a:pt x="3788" y="4065"/>
                    <a:pt x="9716" y="3479"/>
                    <a:pt x="10376" y="3031"/>
                  </a:cubicBezTo>
                  <a:cubicBezTo>
                    <a:pt x="11054" y="2567"/>
                    <a:pt x="11837" y="856"/>
                    <a:pt x="11301" y="214"/>
                  </a:cubicBezTo>
                  <a:cubicBezTo>
                    <a:pt x="11177" y="65"/>
                    <a:pt x="10585" y="0"/>
                    <a:pt x="97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618" name="Google Shape;1618;p57"/>
            <p:cNvSpPr/>
            <p:nvPr/>
          </p:nvSpPr>
          <p:spPr>
            <a:xfrm flipH="1">
              <a:off x="5504136" y="2866742"/>
              <a:ext cx="691883" cy="267624"/>
            </a:xfrm>
            <a:custGeom>
              <a:avLst/>
              <a:gdLst/>
              <a:ahLst/>
              <a:cxnLst/>
              <a:rect l="l" t="t" r="r" b="b"/>
              <a:pathLst>
                <a:path w="10398" h="4022" extrusionOk="0">
                  <a:moveTo>
                    <a:pt x="7012" y="0"/>
                  </a:moveTo>
                  <a:cubicBezTo>
                    <a:pt x="4624" y="0"/>
                    <a:pt x="1282" y="456"/>
                    <a:pt x="777" y="1105"/>
                  </a:cubicBezTo>
                  <a:cubicBezTo>
                    <a:pt x="1" y="2095"/>
                    <a:pt x="3772" y="3984"/>
                    <a:pt x="5101" y="4020"/>
                  </a:cubicBezTo>
                  <a:cubicBezTo>
                    <a:pt x="5118" y="4021"/>
                    <a:pt x="5134" y="4021"/>
                    <a:pt x="5151" y="4021"/>
                  </a:cubicBezTo>
                  <a:cubicBezTo>
                    <a:pt x="6524" y="4021"/>
                    <a:pt x="10398" y="2452"/>
                    <a:pt x="9448" y="437"/>
                  </a:cubicBezTo>
                  <a:cubicBezTo>
                    <a:pt x="9305" y="132"/>
                    <a:pt x="8296" y="0"/>
                    <a:pt x="70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619" name="Google Shape;1619;p57"/>
            <p:cNvSpPr/>
            <p:nvPr/>
          </p:nvSpPr>
          <p:spPr>
            <a:xfrm flipH="1">
              <a:off x="5585181" y="2683821"/>
              <a:ext cx="503841" cy="214259"/>
            </a:xfrm>
            <a:custGeom>
              <a:avLst/>
              <a:gdLst/>
              <a:ahLst/>
              <a:cxnLst/>
              <a:rect l="l" t="t" r="r" b="b"/>
              <a:pathLst>
                <a:path w="7572" h="3220" extrusionOk="0">
                  <a:moveTo>
                    <a:pt x="5722" y="1"/>
                  </a:moveTo>
                  <a:cubicBezTo>
                    <a:pt x="5668" y="1"/>
                    <a:pt x="5612" y="3"/>
                    <a:pt x="5553" y="7"/>
                  </a:cubicBezTo>
                  <a:cubicBezTo>
                    <a:pt x="3503" y="162"/>
                    <a:pt x="193" y="1083"/>
                    <a:pt x="74" y="2218"/>
                  </a:cubicBezTo>
                  <a:cubicBezTo>
                    <a:pt x="0" y="2924"/>
                    <a:pt x="2201" y="3219"/>
                    <a:pt x="4044" y="3219"/>
                  </a:cubicBezTo>
                  <a:cubicBezTo>
                    <a:pt x="5149" y="3219"/>
                    <a:pt x="6127" y="3113"/>
                    <a:pt x="6409" y="2926"/>
                  </a:cubicBezTo>
                  <a:cubicBezTo>
                    <a:pt x="7141" y="2443"/>
                    <a:pt x="7572" y="1"/>
                    <a:pt x="57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620" name="Google Shape;1620;p57"/>
            <p:cNvSpPr/>
            <p:nvPr/>
          </p:nvSpPr>
          <p:spPr>
            <a:xfrm flipH="1">
              <a:off x="5686188" y="2615950"/>
              <a:ext cx="327310" cy="135209"/>
            </a:xfrm>
            <a:custGeom>
              <a:avLst/>
              <a:gdLst/>
              <a:ahLst/>
              <a:cxnLst/>
              <a:rect l="l" t="t" r="r" b="b"/>
              <a:pathLst>
                <a:path w="4919" h="2032" extrusionOk="0">
                  <a:moveTo>
                    <a:pt x="2843" y="0"/>
                  </a:moveTo>
                  <a:cubicBezTo>
                    <a:pt x="1794" y="0"/>
                    <a:pt x="639" y="236"/>
                    <a:pt x="321" y="816"/>
                  </a:cubicBezTo>
                  <a:cubicBezTo>
                    <a:pt x="0" y="1404"/>
                    <a:pt x="1968" y="2032"/>
                    <a:pt x="2990" y="2032"/>
                  </a:cubicBezTo>
                  <a:cubicBezTo>
                    <a:pt x="3016" y="2032"/>
                    <a:pt x="3041" y="2032"/>
                    <a:pt x="3066" y="2031"/>
                  </a:cubicBezTo>
                  <a:cubicBezTo>
                    <a:pt x="4060" y="1998"/>
                    <a:pt x="4919" y="1139"/>
                    <a:pt x="4738" y="497"/>
                  </a:cubicBezTo>
                  <a:cubicBezTo>
                    <a:pt x="4655" y="193"/>
                    <a:pt x="3792" y="0"/>
                    <a:pt x="284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621" name="Google Shape;1621;p57"/>
            <p:cNvSpPr/>
            <p:nvPr/>
          </p:nvSpPr>
          <p:spPr>
            <a:xfrm flipH="1">
              <a:off x="5721387" y="2527317"/>
              <a:ext cx="230228" cy="104801"/>
            </a:xfrm>
            <a:custGeom>
              <a:avLst/>
              <a:gdLst/>
              <a:ahLst/>
              <a:cxnLst/>
              <a:rect l="l" t="t" r="r" b="b"/>
              <a:pathLst>
                <a:path w="3460" h="1575" extrusionOk="0">
                  <a:moveTo>
                    <a:pt x="2282" y="1"/>
                  </a:moveTo>
                  <a:cubicBezTo>
                    <a:pt x="2202" y="1"/>
                    <a:pt x="2121" y="8"/>
                    <a:pt x="2040" y="23"/>
                  </a:cubicBezTo>
                  <a:cubicBezTo>
                    <a:pt x="1340" y="151"/>
                    <a:pt x="0" y="918"/>
                    <a:pt x="319" y="1286"/>
                  </a:cubicBezTo>
                  <a:cubicBezTo>
                    <a:pt x="500" y="1493"/>
                    <a:pt x="860" y="1575"/>
                    <a:pt x="1274" y="1575"/>
                  </a:cubicBezTo>
                  <a:cubicBezTo>
                    <a:pt x="2210" y="1575"/>
                    <a:pt x="3418" y="1158"/>
                    <a:pt x="3439" y="829"/>
                  </a:cubicBezTo>
                  <a:cubicBezTo>
                    <a:pt x="3459" y="410"/>
                    <a:pt x="2895" y="1"/>
                    <a:pt x="22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622" name="Google Shape;1622;p57"/>
            <p:cNvSpPr/>
            <p:nvPr/>
          </p:nvSpPr>
          <p:spPr>
            <a:xfrm flipH="1">
              <a:off x="6939758" y="3065698"/>
              <a:ext cx="1343842" cy="2087227"/>
            </a:xfrm>
            <a:custGeom>
              <a:avLst/>
              <a:gdLst/>
              <a:ahLst/>
              <a:cxnLst/>
              <a:rect l="l" t="t" r="r" b="b"/>
              <a:pathLst>
                <a:path w="20196" h="31368" extrusionOk="0">
                  <a:moveTo>
                    <a:pt x="7177" y="0"/>
                  </a:moveTo>
                  <a:cubicBezTo>
                    <a:pt x="5802" y="1590"/>
                    <a:pt x="3380" y="3535"/>
                    <a:pt x="1873" y="7530"/>
                  </a:cubicBezTo>
                  <a:cubicBezTo>
                    <a:pt x="0" y="12479"/>
                    <a:pt x="2590" y="22673"/>
                    <a:pt x="2590" y="24009"/>
                  </a:cubicBezTo>
                  <a:cubicBezTo>
                    <a:pt x="2590" y="25348"/>
                    <a:pt x="1521" y="31367"/>
                    <a:pt x="1521" y="31367"/>
                  </a:cubicBezTo>
                  <a:lnTo>
                    <a:pt x="20195" y="31367"/>
                  </a:lnTo>
                  <a:cubicBezTo>
                    <a:pt x="20195" y="31367"/>
                    <a:pt x="19596" y="23512"/>
                    <a:pt x="18859" y="17563"/>
                  </a:cubicBezTo>
                  <a:cubicBezTo>
                    <a:pt x="18349" y="13420"/>
                    <a:pt x="16223" y="7576"/>
                    <a:pt x="14930" y="4196"/>
                  </a:cubicBezTo>
                  <a:cubicBezTo>
                    <a:pt x="13354" y="4176"/>
                    <a:pt x="11771" y="3890"/>
                    <a:pt x="10369" y="3183"/>
                  </a:cubicBezTo>
                  <a:cubicBezTo>
                    <a:pt x="9004" y="2495"/>
                    <a:pt x="7819" y="1379"/>
                    <a:pt x="71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623" name="Google Shape;1623;p57"/>
            <p:cNvSpPr/>
            <p:nvPr/>
          </p:nvSpPr>
          <p:spPr>
            <a:xfrm flipH="1">
              <a:off x="7290353" y="3022780"/>
              <a:ext cx="515685" cy="322187"/>
            </a:xfrm>
            <a:custGeom>
              <a:avLst/>
              <a:gdLst/>
              <a:ahLst/>
              <a:cxnLst/>
              <a:rect l="l" t="t" r="r" b="b"/>
              <a:pathLst>
                <a:path w="7750" h="4842" extrusionOk="0">
                  <a:moveTo>
                    <a:pt x="507" y="0"/>
                  </a:moveTo>
                  <a:cubicBezTo>
                    <a:pt x="362" y="214"/>
                    <a:pt x="191" y="428"/>
                    <a:pt x="0" y="652"/>
                  </a:cubicBezTo>
                  <a:cubicBezTo>
                    <a:pt x="642" y="2028"/>
                    <a:pt x="1823" y="3140"/>
                    <a:pt x="3189" y="3824"/>
                  </a:cubicBezTo>
                  <a:cubicBezTo>
                    <a:pt x="4591" y="4532"/>
                    <a:pt x="6174" y="4821"/>
                    <a:pt x="7750" y="4841"/>
                  </a:cubicBezTo>
                  <a:cubicBezTo>
                    <a:pt x="7615" y="4489"/>
                    <a:pt x="7490" y="4163"/>
                    <a:pt x="7375" y="3867"/>
                  </a:cubicBezTo>
                  <a:cubicBezTo>
                    <a:pt x="6049" y="3778"/>
                    <a:pt x="4736" y="3475"/>
                    <a:pt x="3548" y="2880"/>
                  </a:cubicBezTo>
                  <a:cubicBezTo>
                    <a:pt x="2284" y="2241"/>
                    <a:pt x="1172" y="1238"/>
                    <a:pt x="50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624" name="Google Shape;1624;p57"/>
            <p:cNvSpPr/>
            <p:nvPr/>
          </p:nvSpPr>
          <p:spPr>
            <a:xfrm flipH="1">
              <a:off x="6648774" y="2017948"/>
              <a:ext cx="1123528" cy="1262397"/>
            </a:xfrm>
            <a:custGeom>
              <a:avLst/>
              <a:gdLst/>
              <a:ahLst/>
              <a:cxnLst/>
              <a:rect l="l" t="t" r="r" b="b"/>
              <a:pathLst>
                <a:path w="16885" h="18972" extrusionOk="0">
                  <a:moveTo>
                    <a:pt x="5420" y="1"/>
                  </a:moveTo>
                  <a:cubicBezTo>
                    <a:pt x="5420" y="1"/>
                    <a:pt x="1208" y="12778"/>
                    <a:pt x="270" y="14651"/>
                  </a:cubicBezTo>
                  <a:cubicBezTo>
                    <a:pt x="198" y="14802"/>
                    <a:pt x="102" y="14950"/>
                    <a:pt x="0" y="15101"/>
                  </a:cubicBezTo>
                  <a:cubicBezTo>
                    <a:pt x="665" y="16345"/>
                    <a:pt x="1777" y="17349"/>
                    <a:pt x="3044" y="17984"/>
                  </a:cubicBezTo>
                  <a:cubicBezTo>
                    <a:pt x="4229" y="18583"/>
                    <a:pt x="5545" y="18882"/>
                    <a:pt x="6874" y="18971"/>
                  </a:cubicBezTo>
                  <a:cubicBezTo>
                    <a:pt x="6509" y="18033"/>
                    <a:pt x="6269" y="17418"/>
                    <a:pt x="6236" y="17277"/>
                  </a:cubicBezTo>
                  <a:cubicBezTo>
                    <a:pt x="6104" y="16678"/>
                    <a:pt x="6634" y="14950"/>
                    <a:pt x="6634" y="14950"/>
                  </a:cubicBezTo>
                  <a:cubicBezTo>
                    <a:pt x="6634" y="14950"/>
                    <a:pt x="7550" y="15652"/>
                    <a:pt x="8994" y="15652"/>
                  </a:cubicBezTo>
                  <a:cubicBezTo>
                    <a:pt x="9436" y="15652"/>
                    <a:pt x="9928" y="15586"/>
                    <a:pt x="10458" y="15414"/>
                  </a:cubicBezTo>
                  <a:cubicBezTo>
                    <a:pt x="12722" y="14684"/>
                    <a:pt x="13755" y="11255"/>
                    <a:pt x="13755" y="11255"/>
                  </a:cubicBezTo>
                  <a:cubicBezTo>
                    <a:pt x="13755" y="11255"/>
                    <a:pt x="15651" y="11222"/>
                    <a:pt x="16049" y="10323"/>
                  </a:cubicBezTo>
                  <a:cubicBezTo>
                    <a:pt x="16454" y="9422"/>
                    <a:pt x="15519" y="8023"/>
                    <a:pt x="15654" y="7362"/>
                  </a:cubicBezTo>
                  <a:cubicBezTo>
                    <a:pt x="15786" y="6694"/>
                    <a:pt x="16885" y="2235"/>
                    <a:pt x="16885" y="2235"/>
                  </a:cubicBezTo>
                  <a:lnTo>
                    <a:pt x="14854" y="603"/>
                  </a:lnTo>
                  <a:lnTo>
                    <a:pt x="5420" y="1"/>
                  </a:lnTo>
                  <a:close/>
                </a:path>
              </a:pathLst>
            </a:custGeom>
            <a:solidFill>
              <a:srgbClr val="FF95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625" name="Google Shape;1625;p57"/>
            <p:cNvSpPr/>
            <p:nvPr/>
          </p:nvSpPr>
          <p:spPr>
            <a:xfrm flipH="1">
              <a:off x="6798546" y="2431366"/>
              <a:ext cx="101873" cy="101873"/>
            </a:xfrm>
            <a:custGeom>
              <a:avLst/>
              <a:gdLst/>
              <a:ahLst/>
              <a:cxnLst/>
              <a:rect l="l" t="t" r="r" b="b"/>
              <a:pathLst>
                <a:path w="1531" h="1531" extrusionOk="0">
                  <a:moveTo>
                    <a:pt x="767" y="0"/>
                  </a:moveTo>
                  <a:cubicBezTo>
                    <a:pt x="343" y="0"/>
                    <a:pt x="1" y="343"/>
                    <a:pt x="1" y="764"/>
                  </a:cubicBezTo>
                  <a:cubicBezTo>
                    <a:pt x="1" y="1188"/>
                    <a:pt x="343" y="1531"/>
                    <a:pt x="767" y="1531"/>
                  </a:cubicBezTo>
                  <a:cubicBezTo>
                    <a:pt x="1189" y="1531"/>
                    <a:pt x="1531" y="1188"/>
                    <a:pt x="1531" y="764"/>
                  </a:cubicBezTo>
                  <a:cubicBezTo>
                    <a:pt x="1531" y="343"/>
                    <a:pt x="1189" y="0"/>
                    <a:pt x="7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626" name="Google Shape;1626;p57"/>
            <p:cNvSpPr/>
            <p:nvPr/>
          </p:nvSpPr>
          <p:spPr>
            <a:xfrm flipH="1">
              <a:off x="6727549" y="2310195"/>
              <a:ext cx="234820" cy="105266"/>
            </a:xfrm>
            <a:custGeom>
              <a:avLst/>
              <a:gdLst/>
              <a:ahLst/>
              <a:cxnLst/>
              <a:rect l="l" t="t" r="r" b="b"/>
              <a:pathLst>
                <a:path w="3529" h="1582" extrusionOk="0">
                  <a:moveTo>
                    <a:pt x="2300" y="0"/>
                  </a:moveTo>
                  <a:cubicBezTo>
                    <a:pt x="2217" y="0"/>
                    <a:pt x="2133" y="6"/>
                    <a:pt x="2051" y="18"/>
                  </a:cubicBezTo>
                  <a:cubicBezTo>
                    <a:pt x="1870" y="48"/>
                    <a:pt x="1698" y="97"/>
                    <a:pt x="1531" y="163"/>
                  </a:cubicBezTo>
                  <a:cubicBezTo>
                    <a:pt x="1366" y="229"/>
                    <a:pt x="1205" y="311"/>
                    <a:pt x="1057" y="410"/>
                  </a:cubicBezTo>
                  <a:cubicBezTo>
                    <a:pt x="909" y="508"/>
                    <a:pt x="767" y="620"/>
                    <a:pt x="642" y="742"/>
                  </a:cubicBezTo>
                  <a:cubicBezTo>
                    <a:pt x="389" y="989"/>
                    <a:pt x="172" y="1269"/>
                    <a:pt x="0" y="1571"/>
                  </a:cubicBezTo>
                  <a:lnTo>
                    <a:pt x="10" y="1581"/>
                  </a:lnTo>
                  <a:cubicBezTo>
                    <a:pt x="211" y="1301"/>
                    <a:pt x="441" y="1045"/>
                    <a:pt x="705" y="824"/>
                  </a:cubicBezTo>
                  <a:cubicBezTo>
                    <a:pt x="836" y="716"/>
                    <a:pt x="978" y="617"/>
                    <a:pt x="1126" y="535"/>
                  </a:cubicBezTo>
                  <a:cubicBezTo>
                    <a:pt x="1274" y="452"/>
                    <a:pt x="1425" y="380"/>
                    <a:pt x="1587" y="327"/>
                  </a:cubicBezTo>
                  <a:cubicBezTo>
                    <a:pt x="1748" y="275"/>
                    <a:pt x="1912" y="245"/>
                    <a:pt x="2077" y="232"/>
                  </a:cubicBezTo>
                  <a:cubicBezTo>
                    <a:pt x="2149" y="228"/>
                    <a:pt x="2220" y="225"/>
                    <a:pt x="2292" y="225"/>
                  </a:cubicBezTo>
                  <a:cubicBezTo>
                    <a:pt x="2385" y="225"/>
                    <a:pt x="2478" y="229"/>
                    <a:pt x="2570" y="239"/>
                  </a:cubicBezTo>
                  <a:lnTo>
                    <a:pt x="2692" y="248"/>
                  </a:lnTo>
                  <a:lnTo>
                    <a:pt x="2817" y="271"/>
                  </a:lnTo>
                  <a:cubicBezTo>
                    <a:pt x="2853" y="278"/>
                    <a:pt x="2893" y="291"/>
                    <a:pt x="2936" y="298"/>
                  </a:cubicBezTo>
                  <a:cubicBezTo>
                    <a:pt x="2975" y="311"/>
                    <a:pt x="3015" y="324"/>
                    <a:pt x="3054" y="337"/>
                  </a:cubicBezTo>
                  <a:cubicBezTo>
                    <a:pt x="3212" y="390"/>
                    <a:pt x="3367" y="459"/>
                    <a:pt x="3515" y="551"/>
                  </a:cubicBezTo>
                  <a:lnTo>
                    <a:pt x="3528" y="535"/>
                  </a:lnTo>
                  <a:cubicBezTo>
                    <a:pt x="3416" y="393"/>
                    <a:pt x="3271" y="281"/>
                    <a:pt x="3113" y="196"/>
                  </a:cubicBezTo>
                  <a:cubicBezTo>
                    <a:pt x="3071" y="176"/>
                    <a:pt x="3031" y="156"/>
                    <a:pt x="2988" y="140"/>
                  </a:cubicBezTo>
                  <a:cubicBezTo>
                    <a:pt x="2949" y="123"/>
                    <a:pt x="2903" y="107"/>
                    <a:pt x="2860" y="90"/>
                  </a:cubicBezTo>
                  <a:cubicBezTo>
                    <a:pt x="2817" y="77"/>
                    <a:pt x="2774" y="64"/>
                    <a:pt x="2728" y="51"/>
                  </a:cubicBezTo>
                  <a:cubicBezTo>
                    <a:pt x="2686" y="44"/>
                    <a:pt x="2640" y="31"/>
                    <a:pt x="2593" y="25"/>
                  </a:cubicBezTo>
                  <a:cubicBezTo>
                    <a:pt x="2499" y="9"/>
                    <a:pt x="2400" y="0"/>
                    <a:pt x="23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627" name="Google Shape;1627;p57"/>
            <p:cNvSpPr/>
            <p:nvPr/>
          </p:nvSpPr>
          <p:spPr>
            <a:xfrm flipH="1">
              <a:off x="6914992" y="2721683"/>
              <a:ext cx="66673" cy="161958"/>
            </a:xfrm>
            <a:custGeom>
              <a:avLst/>
              <a:gdLst/>
              <a:ahLst/>
              <a:cxnLst/>
              <a:rect l="l" t="t" r="r" b="b"/>
              <a:pathLst>
                <a:path w="1002" h="2434" extrusionOk="0">
                  <a:moveTo>
                    <a:pt x="17" y="1"/>
                  </a:moveTo>
                  <a:cubicBezTo>
                    <a:pt x="1" y="870"/>
                    <a:pt x="317" y="1748"/>
                    <a:pt x="899" y="2416"/>
                  </a:cubicBezTo>
                  <a:cubicBezTo>
                    <a:pt x="909" y="2428"/>
                    <a:pt x="923" y="2433"/>
                    <a:pt x="937" y="2433"/>
                  </a:cubicBezTo>
                  <a:cubicBezTo>
                    <a:pt x="951" y="2433"/>
                    <a:pt x="965" y="2428"/>
                    <a:pt x="975" y="2416"/>
                  </a:cubicBezTo>
                  <a:cubicBezTo>
                    <a:pt x="1001" y="2400"/>
                    <a:pt x="1001" y="2364"/>
                    <a:pt x="981" y="2340"/>
                  </a:cubicBezTo>
                  <a:cubicBezTo>
                    <a:pt x="392" y="1722"/>
                    <a:pt x="37" y="870"/>
                    <a:pt x="1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628" name="Google Shape;1628;p57"/>
            <p:cNvSpPr/>
            <p:nvPr/>
          </p:nvSpPr>
          <p:spPr>
            <a:xfrm flipH="1">
              <a:off x="7328211" y="2716426"/>
              <a:ext cx="177861" cy="386331"/>
            </a:xfrm>
            <a:custGeom>
              <a:avLst/>
              <a:gdLst/>
              <a:ahLst/>
              <a:cxnLst/>
              <a:rect l="l" t="t" r="r" b="b"/>
              <a:pathLst>
                <a:path w="2673" h="5806" extrusionOk="0">
                  <a:moveTo>
                    <a:pt x="1" y="1"/>
                  </a:moveTo>
                  <a:lnTo>
                    <a:pt x="1" y="1"/>
                  </a:lnTo>
                  <a:cubicBezTo>
                    <a:pt x="132" y="1396"/>
                    <a:pt x="494" y="2755"/>
                    <a:pt x="1073" y="4029"/>
                  </a:cubicBezTo>
                  <a:cubicBezTo>
                    <a:pt x="1347" y="4631"/>
                    <a:pt x="1834" y="5342"/>
                    <a:pt x="2301" y="5806"/>
                  </a:cubicBezTo>
                  <a:lnTo>
                    <a:pt x="2673" y="4486"/>
                  </a:lnTo>
                  <a:cubicBezTo>
                    <a:pt x="1337" y="3338"/>
                    <a:pt x="534" y="1679"/>
                    <a:pt x="1" y="1"/>
                  </a:cubicBezTo>
                  <a:close/>
                </a:path>
              </a:pathLst>
            </a:custGeom>
            <a:solidFill>
              <a:srgbClr val="000000">
                <a:alpha val="28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629" name="Google Shape;1629;p57"/>
            <p:cNvSpPr/>
            <p:nvPr/>
          </p:nvSpPr>
          <p:spPr>
            <a:xfrm flipH="1">
              <a:off x="7141231" y="4443424"/>
              <a:ext cx="104069" cy="208270"/>
            </a:xfrm>
            <a:custGeom>
              <a:avLst/>
              <a:gdLst/>
              <a:ahLst/>
              <a:cxnLst/>
              <a:rect l="l" t="t" r="r" b="b"/>
              <a:pathLst>
                <a:path w="1564" h="3130" extrusionOk="0">
                  <a:moveTo>
                    <a:pt x="1564" y="0"/>
                  </a:moveTo>
                  <a:lnTo>
                    <a:pt x="1" y="497"/>
                  </a:lnTo>
                  <a:lnTo>
                    <a:pt x="412" y="3130"/>
                  </a:lnTo>
                  <a:lnTo>
                    <a:pt x="15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630" name="Google Shape;1630;p57"/>
            <p:cNvSpPr/>
            <p:nvPr/>
          </p:nvSpPr>
          <p:spPr>
            <a:xfrm flipH="1">
              <a:off x="6098083" y="3568879"/>
              <a:ext cx="1167977" cy="1188271"/>
            </a:xfrm>
            <a:custGeom>
              <a:avLst/>
              <a:gdLst/>
              <a:ahLst/>
              <a:cxnLst/>
              <a:rect l="l" t="t" r="r" b="b"/>
              <a:pathLst>
                <a:path w="17553" h="17858" extrusionOk="0">
                  <a:moveTo>
                    <a:pt x="15101" y="0"/>
                  </a:moveTo>
                  <a:cubicBezTo>
                    <a:pt x="13255" y="4509"/>
                    <a:pt x="10159" y="10633"/>
                    <a:pt x="10159" y="10633"/>
                  </a:cubicBezTo>
                  <a:lnTo>
                    <a:pt x="1718" y="5213"/>
                  </a:lnTo>
                  <a:cubicBezTo>
                    <a:pt x="1718" y="5213"/>
                    <a:pt x="586" y="7187"/>
                    <a:pt x="244" y="9366"/>
                  </a:cubicBezTo>
                  <a:cubicBezTo>
                    <a:pt x="0" y="10955"/>
                    <a:pt x="313" y="13640"/>
                    <a:pt x="313" y="13640"/>
                  </a:cubicBezTo>
                  <a:cubicBezTo>
                    <a:pt x="313" y="13640"/>
                    <a:pt x="7991" y="17858"/>
                    <a:pt x="11020" y="17858"/>
                  </a:cubicBezTo>
                  <a:cubicBezTo>
                    <a:pt x="11328" y="17858"/>
                    <a:pt x="11589" y="17814"/>
                    <a:pt x="11787" y="17717"/>
                  </a:cubicBezTo>
                  <a:cubicBezTo>
                    <a:pt x="14045" y="16618"/>
                    <a:pt x="17553" y="974"/>
                    <a:pt x="17553" y="974"/>
                  </a:cubicBezTo>
                  <a:lnTo>
                    <a:pt x="15101" y="0"/>
                  </a:lnTo>
                  <a:close/>
                </a:path>
              </a:pathLst>
            </a:custGeom>
            <a:solidFill>
              <a:srgbClr val="FF95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631" name="Google Shape;1631;p57"/>
            <p:cNvSpPr/>
            <p:nvPr/>
          </p:nvSpPr>
          <p:spPr>
            <a:xfrm flipH="1">
              <a:off x="5396276" y="3331795"/>
              <a:ext cx="865220" cy="375552"/>
            </a:xfrm>
            <a:custGeom>
              <a:avLst/>
              <a:gdLst/>
              <a:ahLst/>
              <a:cxnLst/>
              <a:rect l="l" t="t" r="r" b="b"/>
              <a:pathLst>
                <a:path w="13003" h="5644" extrusionOk="0">
                  <a:moveTo>
                    <a:pt x="7407" y="0"/>
                  </a:moveTo>
                  <a:cubicBezTo>
                    <a:pt x="6165" y="0"/>
                    <a:pt x="1265" y="407"/>
                    <a:pt x="1" y="3560"/>
                  </a:cubicBezTo>
                  <a:lnTo>
                    <a:pt x="945" y="5643"/>
                  </a:lnTo>
                  <a:cubicBezTo>
                    <a:pt x="945" y="5643"/>
                    <a:pt x="958" y="5643"/>
                    <a:pt x="984" y="5643"/>
                  </a:cubicBezTo>
                  <a:cubicBezTo>
                    <a:pt x="1329" y="5643"/>
                    <a:pt x="3949" y="5603"/>
                    <a:pt x="7240" y="4442"/>
                  </a:cubicBezTo>
                  <a:cubicBezTo>
                    <a:pt x="10775" y="3201"/>
                    <a:pt x="13002" y="740"/>
                    <a:pt x="12920" y="263"/>
                  </a:cubicBezTo>
                  <a:cubicBezTo>
                    <a:pt x="12891" y="96"/>
                    <a:pt x="12771" y="42"/>
                    <a:pt x="12627" y="42"/>
                  </a:cubicBezTo>
                  <a:cubicBezTo>
                    <a:pt x="12367" y="42"/>
                    <a:pt x="12032" y="220"/>
                    <a:pt x="12032" y="220"/>
                  </a:cubicBezTo>
                  <a:cubicBezTo>
                    <a:pt x="12032" y="220"/>
                    <a:pt x="11822" y="88"/>
                    <a:pt x="11447" y="88"/>
                  </a:cubicBezTo>
                  <a:cubicBezTo>
                    <a:pt x="11295" y="88"/>
                    <a:pt x="11116" y="110"/>
                    <a:pt x="10913" y="171"/>
                  </a:cubicBezTo>
                  <a:cubicBezTo>
                    <a:pt x="10209" y="378"/>
                    <a:pt x="8794" y="1398"/>
                    <a:pt x="6852" y="2112"/>
                  </a:cubicBezTo>
                  <a:cubicBezTo>
                    <a:pt x="5427" y="2631"/>
                    <a:pt x="4697" y="2700"/>
                    <a:pt x="4410" y="2700"/>
                  </a:cubicBezTo>
                  <a:cubicBezTo>
                    <a:pt x="4305" y="2700"/>
                    <a:pt x="4259" y="2691"/>
                    <a:pt x="4259" y="2691"/>
                  </a:cubicBezTo>
                  <a:cubicBezTo>
                    <a:pt x="4259" y="2691"/>
                    <a:pt x="5427" y="1424"/>
                    <a:pt x="5750" y="1309"/>
                  </a:cubicBezTo>
                  <a:cubicBezTo>
                    <a:pt x="6076" y="1191"/>
                    <a:pt x="6869" y="928"/>
                    <a:pt x="7277" y="750"/>
                  </a:cubicBezTo>
                  <a:cubicBezTo>
                    <a:pt x="7790" y="533"/>
                    <a:pt x="7856" y="95"/>
                    <a:pt x="7691" y="16"/>
                  </a:cubicBezTo>
                  <a:cubicBezTo>
                    <a:pt x="7672" y="7"/>
                    <a:pt x="7572" y="0"/>
                    <a:pt x="7407" y="0"/>
                  </a:cubicBezTo>
                  <a:close/>
                </a:path>
              </a:pathLst>
            </a:custGeom>
            <a:solidFill>
              <a:srgbClr val="FF95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632" name="Google Shape;1632;p57"/>
            <p:cNvSpPr/>
            <p:nvPr/>
          </p:nvSpPr>
          <p:spPr>
            <a:xfrm flipH="1">
              <a:off x="5460016" y="3345768"/>
              <a:ext cx="335694" cy="219649"/>
            </a:xfrm>
            <a:custGeom>
              <a:avLst/>
              <a:gdLst/>
              <a:ahLst/>
              <a:cxnLst/>
              <a:rect l="l" t="t" r="r" b="b"/>
              <a:pathLst>
                <a:path w="5045" h="3301" extrusionOk="0">
                  <a:moveTo>
                    <a:pt x="5045" y="0"/>
                  </a:moveTo>
                  <a:cubicBezTo>
                    <a:pt x="4992" y="119"/>
                    <a:pt x="4933" y="234"/>
                    <a:pt x="4867" y="339"/>
                  </a:cubicBezTo>
                  <a:cubicBezTo>
                    <a:pt x="4798" y="444"/>
                    <a:pt x="4719" y="546"/>
                    <a:pt x="4637" y="645"/>
                  </a:cubicBezTo>
                  <a:cubicBezTo>
                    <a:pt x="4472" y="843"/>
                    <a:pt x="4285" y="1020"/>
                    <a:pt x="4087" y="1182"/>
                  </a:cubicBezTo>
                  <a:cubicBezTo>
                    <a:pt x="3890" y="1346"/>
                    <a:pt x="3679" y="1494"/>
                    <a:pt x="3469" y="1642"/>
                  </a:cubicBezTo>
                  <a:cubicBezTo>
                    <a:pt x="3258" y="1790"/>
                    <a:pt x="3041" y="1925"/>
                    <a:pt x="2820" y="2057"/>
                  </a:cubicBezTo>
                  <a:cubicBezTo>
                    <a:pt x="2597" y="2189"/>
                    <a:pt x="2369" y="2314"/>
                    <a:pt x="2146" y="2432"/>
                  </a:cubicBezTo>
                  <a:cubicBezTo>
                    <a:pt x="1919" y="2550"/>
                    <a:pt x="1682" y="2659"/>
                    <a:pt x="1448" y="2764"/>
                  </a:cubicBezTo>
                  <a:cubicBezTo>
                    <a:pt x="978" y="2972"/>
                    <a:pt x="494" y="3146"/>
                    <a:pt x="0" y="3301"/>
                  </a:cubicBezTo>
                  <a:cubicBezTo>
                    <a:pt x="254" y="3238"/>
                    <a:pt x="500" y="3163"/>
                    <a:pt x="747" y="3087"/>
                  </a:cubicBezTo>
                  <a:cubicBezTo>
                    <a:pt x="987" y="3005"/>
                    <a:pt x="1231" y="2912"/>
                    <a:pt x="1471" y="2814"/>
                  </a:cubicBezTo>
                  <a:cubicBezTo>
                    <a:pt x="1945" y="2613"/>
                    <a:pt x="2406" y="2379"/>
                    <a:pt x="2850" y="2116"/>
                  </a:cubicBezTo>
                  <a:cubicBezTo>
                    <a:pt x="3074" y="1978"/>
                    <a:pt x="3291" y="1840"/>
                    <a:pt x="3501" y="1692"/>
                  </a:cubicBezTo>
                  <a:cubicBezTo>
                    <a:pt x="3712" y="1544"/>
                    <a:pt x="3919" y="1392"/>
                    <a:pt x="4120" y="1221"/>
                  </a:cubicBezTo>
                  <a:cubicBezTo>
                    <a:pt x="4314" y="1057"/>
                    <a:pt x="4502" y="872"/>
                    <a:pt x="4660" y="672"/>
                  </a:cubicBezTo>
                  <a:cubicBezTo>
                    <a:pt x="4821" y="471"/>
                    <a:pt x="4959" y="244"/>
                    <a:pt x="504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633" name="Google Shape;1633;p57"/>
            <p:cNvSpPr/>
            <p:nvPr/>
          </p:nvSpPr>
          <p:spPr>
            <a:xfrm flipH="1">
              <a:off x="5421893" y="3389552"/>
              <a:ext cx="729678" cy="315133"/>
            </a:xfrm>
            <a:custGeom>
              <a:avLst/>
              <a:gdLst/>
              <a:ahLst/>
              <a:cxnLst/>
              <a:rect l="l" t="t" r="r" b="b"/>
              <a:pathLst>
                <a:path w="10966" h="4736" extrusionOk="0">
                  <a:moveTo>
                    <a:pt x="10965" y="0"/>
                  </a:moveTo>
                  <a:lnTo>
                    <a:pt x="10844" y="152"/>
                  </a:lnTo>
                  <a:cubicBezTo>
                    <a:pt x="10827" y="178"/>
                    <a:pt x="10807" y="201"/>
                    <a:pt x="10788" y="227"/>
                  </a:cubicBezTo>
                  <a:lnTo>
                    <a:pt x="10725" y="300"/>
                  </a:lnTo>
                  <a:lnTo>
                    <a:pt x="10597" y="445"/>
                  </a:lnTo>
                  <a:lnTo>
                    <a:pt x="10465" y="586"/>
                  </a:lnTo>
                  <a:lnTo>
                    <a:pt x="10399" y="655"/>
                  </a:lnTo>
                  <a:lnTo>
                    <a:pt x="10330" y="721"/>
                  </a:lnTo>
                  <a:lnTo>
                    <a:pt x="10195" y="853"/>
                  </a:lnTo>
                  <a:lnTo>
                    <a:pt x="10054" y="981"/>
                  </a:lnTo>
                  <a:cubicBezTo>
                    <a:pt x="10005" y="1024"/>
                    <a:pt x="9958" y="1067"/>
                    <a:pt x="9909" y="1106"/>
                  </a:cubicBezTo>
                  <a:lnTo>
                    <a:pt x="9768" y="1231"/>
                  </a:lnTo>
                  <a:cubicBezTo>
                    <a:pt x="9718" y="1271"/>
                    <a:pt x="9669" y="1310"/>
                    <a:pt x="9619" y="1350"/>
                  </a:cubicBezTo>
                  <a:cubicBezTo>
                    <a:pt x="9521" y="1429"/>
                    <a:pt x="9415" y="1504"/>
                    <a:pt x="9317" y="1583"/>
                  </a:cubicBezTo>
                  <a:cubicBezTo>
                    <a:pt x="9113" y="1738"/>
                    <a:pt x="8905" y="1889"/>
                    <a:pt x="8692" y="2027"/>
                  </a:cubicBezTo>
                  <a:cubicBezTo>
                    <a:pt x="8264" y="2307"/>
                    <a:pt x="7833" y="2580"/>
                    <a:pt x="7369" y="2791"/>
                  </a:cubicBezTo>
                  <a:cubicBezTo>
                    <a:pt x="7135" y="2896"/>
                    <a:pt x="6898" y="2995"/>
                    <a:pt x="6664" y="3097"/>
                  </a:cubicBezTo>
                  <a:cubicBezTo>
                    <a:pt x="6431" y="3202"/>
                    <a:pt x="6197" y="3298"/>
                    <a:pt x="5957" y="3393"/>
                  </a:cubicBezTo>
                  <a:cubicBezTo>
                    <a:pt x="5013" y="3771"/>
                    <a:pt x="4025" y="4048"/>
                    <a:pt x="3028" y="4275"/>
                  </a:cubicBezTo>
                  <a:cubicBezTo>
                    <a:pt x="2531" y="4384"/>
                    <a:pt x="2031" y="4482"/>
                    <a:pt x="1524" y="4561"/>
                  </a:cubicBezTo>
                  <a:cubicBezTo>
                    <a:pt x="1018" y="4643"/>
                    <a:pt x="511" y="4706"/>
                    <a:pt x="1" y="4736"/>
                  </a:cubicBezTo>
                  <a:cubicBezTo>
                    <a:pt x="1028" y="4690"/>
                    <a:pt x="2038" y="4525"/>
                    <a:pt x="3038" y="4311"/>
                  </a:cubicBezTo>
                  <a:cubicBezTo>
                    <a:pt x="3538" y="4203"/>
                    <a:pt x="4038" y="4081"/>
                    <a:pt x="4526" y="3936"/>
                  </a:cubicBezTo>
                  <a:cubicBezTo>
                    <a:pt x="5016" y="3798"/>
                    <a:pt x="5503" y="3633"/>
                    <a:pt x="5980" y="3442"/>
                  </a:cubicBezTo>
                  <a:cubicBezTo>
                    <a:pt x="6217" y="3347"/>
                    <a:pt x="6451" y="3248"/>
                    <a:pt x="6687" y="3146"/>
                  </a:cubicBezTo>
                  <a:cubicBezTo>
                    <a:pt x="6921" y="3048"/>
                    <a:pt x="7155" y="2946"/>
                    <a:pt x="7388" y="2837"/>
                  </a:cubicBezTo>
                  <a:cubicBezTo>
                    <a:pt x="7504" y="2784"/>
                    <a:pt x="7619" y="2732"/>
                    <a:pt x="7734" y="2669"/>
                  </a:cubicBezTo>
                  <a:cubicBezTo>
                    <a:pt x="7846" y="2607"/>
                    <a:pt x="7958" y="2547"/>
                    <a:pt x="8070" y="2482"/>
                  </a:cubicBezTo>
                  <a:cubicBezTo>
                    <a:pt x="8287" y="2350"/>
                    <a:pt x="8504" y="2208"/>
                    <a:pt x="8715" y="2067"/>
                  </a:cubicBezTo>
                  <a:cubicBezTo>
                    <a:pt x="9139" y="1777"/>
                    <a:pt x="9544" y="1465"/>
                    <a:pt x="9926" y="1126"/>
                  </a:cubicBezTo>
                  <a:cubicBezTo>
                    <a:pt x="9972" y="1086"/>
                    <a:pt x="10021" y="1043"/>
                    <a:pt x="10067" y="1001"/>
                  </a:cubicBezTo>
                  <a:lnTo>
                    <a:pt x="10209" y="869"/>
                  </a:lnTo>
                  <a:lnTo>
                    <a:pt x="10343" y="734"/>
                  </a:lnTo>
                  <a:lnTo>
                    <a:pt x="10409" y="662"/>
                  </a:lnTo>
                  <a:lnTo>
                    <a:pt x="10475" y="593"/>
                  </a:lnTo>
                  <a:lnTo>
                    <a:pt x="10607" y="454"/>
                  </a:lnTo>
                  <a:lnTo>
                    <a:pt x="10728" y="306"/>
                  </a:lnTo>
                  <a:lnTo>
                    <a:pt x="10791" y="231"/>
                  </a:lnTo>
                  <a:cubicBezTo>
                    <a:pt x="10811" y="201"/>
                    <a:pt x="10827" y="178"/>
                    <a:pt x="10850" y="152"/>
                  </a:cubicBezTo>
                  <a:lnTo>
                    <a:pt x="1096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634" name="Google Shape;1634;p57"/>
            <p:cNvSpPr/>
            <p:nvPr/>
          </p:nvSpPr>
          <p:spPr>
            <a:xfrm flipH="1">
              <a:off x="7206042" y="3829852"/>
              <a:ext cx="183118" cy="790096"/>
            </a:xfrm>
            <a:custGeom>
              <a:avLst/>
              <a:gdLst/>
              <a:ahLst/>
              <a:cxnLst/>
              <a:rect l="l" t="t" r="r" b="b"/>
              <a:pathLst>
                <a:path w="2752" h="11874" extrusionOk="0">
                  <a:moveTo>
                    <a:pt x="2028" y="1"/>
                  </a:moveTo>
                  <a:cubicBezTo>
                    <a:pt x="991" y="1416"/>
                    <a:pt x="402" y="3245"/>
                    <a:pt x="182" y="5769"/>
                  </a:cubicBezTo>
                  <a:cubicBezTo>
                    <a:pt x="1" y="7780"/>
                    <a:pt x="21" y="9560"/>
                    <a:pt x="313" y="11561"/>
                  </a:cubicBezTo>
                  <a:lnTo>
                    <a:pt x="1307" y="11874"/>
                  </a:lnTo>
                  <a:cubicBezTo>
                    <a:pt x="1024" y="9949"/>
                    <a:pt x="903" y="7793"/>
                    <a:pt x="1074" y="5852"/>
                  </a:cubicBezTo>
                  <a:cubicBezTo>
                    <a:pt x="1284" y="3499"/>
                    <a:pt x="1814" y="1811"/>
                    <a:pt x="2752" y="534"/>
                  </a:cubicBezTo>
                  <a:lnTo>
                    <a:pt x="202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635" name="Google Shape;1635;p57"/>
            <p:cNvSpPr/>
            <p:nvPr/>
          </p:nvSpPr>
          <p:spPr>
            <a:xfrm flipH="1">
              <a:off x="6822645" y="3532615"/>
              <a:ext cx="1235448" cy="595799"/>
            </a:xfrm>
            <a:custGeom>
              <a:avLst/>
              <a:gdLst/>
              <a:ahLst/>
              <a:cxnLst/>
              <a:rect l="l" t="t" r="r" b="b"/>
              <a:pathLst>
                <a:path w="18567" h="8954" extrusionOk="0">
                  <a:moveTo>
                    <a:pt x="4107" y="0"/>
                  </a:moveTo>
                  <a:cubicBezTo>
                    <a:pt x="4008" y="0"/>
                    <a:pt x="3908" y="3"/>
                    <a:pt x="3808" y="9"/>
                  </a:cubicBezTo>
                  <a:cubicBezTo>
                    <a:pt x="3361" y="35"/>
                    <a:pt x="2913" y="118"/>
                    <a:pt x="2482" y="236"/>
                  </a:cubicBezTo>
                  <a:cubicBezTo>
                    <a:pt x="2048" y="355"/>
                    <a:pt x="1626" y="513"/>
                    <a:pt x="1215" y="684"/>
                  </a:cubicBezTo>
                  <a:cubicBezTo>
                    <a:pt x="1008" y="776"/>
                    <a:pt x="804" y="865"/>
                    <a:pt x="600" y="960"/>
                  </a:cubicBezTo>
                  <a:cubicBezTo>
                    <a:pt x="399" y="1055"/>
                    <a:pt x="202" y="1154"/>
                    <a:pt x="1" y="1256"/>
                  </a:cubicBezTo>
                  <a:cubicBezTo>
                    <a:pt x="202" y="1161"/>
                    <a:pt x="409" y="1072"/>
                    <a:pt x="600" y="976"/>
                  </a:cubicBezTo>
                  <a:cubicBezTo>
                    <a:pt x="807" y="891"/>
                    <a:pt x="1011" y="805"/>
                    <a:pt x="1222" y="723"/>
                  </a:cubicBezTo>
                  <a:cubicBezTo>
                    <a:pt x="1636" y="562"/>
                    <a:pt x="2061" y="417"/>
                    <a:pt x="2492" y="312"/>
                  </a:cubicBezTo>
                  <a:cubicBezTo>
                    <a:pt x="2926" y="200"/>
                    <a:pt x="3364" y="127"/>
                    <a:pt x="3808" y="108"/>
                  </a:cubicBezTo>
                  <a:cubicBezTo>
                    <a:pt x="3882" y="104"/>
                    <a:pt x="3955" y="103"/>
                    <a:pt x="4028" y="103"/>
                  </a:cubicBezTo>
                  <a:cubicBezTo>
                    <a:pt x="4399" y="103"/>
                    <a:pt x="4767" y="145"/>
                    <a:pt x="5124" y="233"/>
                  </a:cubicBezTo>
                  <a:cubicBezTo>
                    <a:pt x="5559" y="335"/>
                    <a:pt x="5973" y="496"/>
                    <a:pt x="6375" y="680"/>
                  </a:cubicBezTo>
                  <a:cubicBezTo>
                    <a:pt x="6780" y="865"/>
                    <a:pt x="7165" y="1085"/>
                    <a:pt x="7553" y="1309"/>
                  </a:cubicBezTo>
                  <a:cubicBezTo>
                    <a:pt x="7935" y="1536"/>
                    <a:pt x="8313" y="1773"/>
                    <a:pt x="8688" y="2016"/>
                  </a:cubicBezTo>
                  <a:cubicBezTo>
                    <a:pt x="9063" y="2263"/>
                    <a:pt x="9429" y="2513"/>
                    <a:pt x="9794" y="2773"/>
                  </a:cubicBezTo>
                  <a:cubicBezTo>
                    <a:pt x="11255" y="3806"/>
                    <a:pt x="12654" y="4925"/>
                    <a:pt x="14085" y="5998"/>
                  </a:cubicBezTo>
                  <a:cubicBezTo>
                    <a:pt x="14444" y="6271"/>
                    <a:pt x="14806" y="6534"/>
                    <a:pt x="15168" y="6798"/>
                  </a:cubicBezTo>
                  <a:cubicBezTo>
                    <a:pt x="15533" y="7058"/>
                    <a:pt x="15898" y="7314"/>
                    <a:pt x="16270" y="7568"/>
                  </a:cubicBezTo>
                  <a:cubicBezTo>
                    <a:pt x="17014" y="8065"/>
                    <a:pt x="17774" y="8538"/>
                    <a:pt x="18567" y="8953"/>
                  </a:cubicBezTo>
                  <a:cubicBezTo>
                    <a:pt x="18376" y="8841"/>
                    <a:pt x="18182" y="8729"/>
                    <a:pt x="17991" y="8611"/>
                  </a:cubicBezTo>
                  <a:lnTo>
                    <a:pt x="17849" y="8525"/>
                  </a:lnTo>
                  <a:lnTo>
                    <a:pt x="17705" y="8433"/>
                  </a:lnTo>
                  <a:cubicBezTo>
                    <a:pt x="17609" y="8374"/>
                    <a:pt x="17514" y="8315"/>
                    <a:pt x="17422" y="8252"/>
                  </a:cubicBezTo>
                  <a:cubicBezTo>
                    <a:pt x="17043" y="8009"/>
                    <a:pt x="16675" y="7759"/>
                    <a:pt x="16309" y="7499"/>
                  </a:cubicBezTo>
                  <a:cubicBezTo>
                    <a:pt x="15579" y="6985"/>
                    <a:pt x="14865" y="6446"/>
                    <a:pt x="14157" y="5899"/>
                  </a:cubicBezTo>
                  <a:cubicBezTo>
                    <a:pt x="12742" y="4807"/>
                    <a:pt x="11350" y="3685"/>
                    <a:pt x="9889" y="2642"/>
                  </a:cubicBezTo>
                  <a:cubicBezTo>
                    <a:pt x="9524" y="2382"/>
                    <a:pt x="9152" y="2132"/>
                    <a:pt x="8777" y="1885"/>
                  </a:cubicBezTo>
                  <a:cubicBezTo>
                    <a:pt x="8399" y="1638"/>
                    <a:pt x="8017" y="1404"/>
                    <a:pt x="7632" y="1177"/>
                  </a:cubicBezTo>
                  <a:cubicBezTo>
                    <a:pt x="7244" y="957"/>
                    <a:pt x="6849" y="740"/>
                    <a:pt x="6437" y="552"/>
                  </a:cubicBezTo>
                  <a:cubicBezTo>
                    <a:pt x="6029" y="364"/>
                    <a:pt x="5602" y="206"/>
                    <a:pt x="5157" y="114"/>
                  </a:cubicBezTo>
                  <a:cubicBezTo>
                    <a:pt x="4816" y="37"/>
                    <a:pt x="4462" y="0"/>
                    <a:pt x="410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636" name="Google Shape;1636;p57"/>
            <p:cNvSpPr/>
            <p:nvPr/>
          </p:nvSpPr>
          <p:spPr>
            <a:xfrm flipH="1">
              <a:off x="7217825" y="4415410"/>
              <a:ext cx="649297" cy="236284"/>
            </a:xfrm>
            <a:custGeom>
              <a:avLst/>
              <a:gdLst/>
              <a:ahLst/>
              <a:cxnLst/>
              <a:rect l="l" t="t" r="r" b="b"/>
              <a:pathLst>
                <a:path w="9758" h="3551" extrusionOk="0">
                  <a:moveTo>
                    <a:pt x="0" y="0"/>
                  </a:moveTo>
                  <a:lnTo>
                    <a:pt x="0" y="0"/>
                  </a:lnTo>
                  <a:cubicBezTo>
                    <a:pt x="405" y="161"/>
                    <a:pt x="807" y="313"/>
                    <a:pt x="1211" y="471"/>
                  </a:cubicBezTo>
                  <a:lnTo>
                    <a:pt x="2426" y="925"/>
                  </a:lnTo>
                  <a:cubicBezTo>
                    <a:pt x="2830" y="1083"/>
                    <a:pt x="3235" y="1228"/>
                    <a:pt x="3643" y="1379"/>
                  </a:cubicBezTo>
                  <a:lnTo>
                    <a:pt x="4861" y="1826"/>
                  </a:lnTo>
                  <a:lnTo>
                    <a:pt x="6081" y="2267"/>
                  </a:lnTo>
                  <a:cubicBezTo>
                    <a:pt x="6486" y="2412"/>
                    <a:pt x="6894" y="2564"/>
                    <a:pt x="7302" y="2702"/>
                  </a:cubicBezTo>
                  <a:lnTo>
                    <a:pt x="8530" y="3130"/>
                  </a:lnTo>
                  <a:cubicBezTo>
                    <a:pt x="8941" y="3271"/>
                    <a:pt x="9346" y="3416"/>
                    <a:pt x="9757" y="3551"/>
                  </a:cubicBezTo>
                  <a:lnTo>
                    <a:pt x="8549" y="3080"/>
                  </a:lnTo>
                  <a:lnTo>
                    <a:pt x="7335" y="2626"/>
                  </a:lnTo>
                  <a:cubicBezTo>
                    <a:pt x="6927" y="2468"/>
                    <a:pt x="6526" y="2320"/>
                    <a:pt x="6118" y="2172"/>
                  </a:cubicBezTo>
                  <a:lnTo>
                    <a:pt x="4900" y="1724"/>
                  </a:lnTo>
                  <a:lnTo>
                    <a:pt x="3679" y="1284"/>
                  </a:lnTo>
                  <a:cubicBezTo>
                    <a:pt x="3271" y="1139"/>
                    <a:pt x="2863" y="987"/>
                    <a:pt x="2458" y="849"/>
                  </a:cubicBezTo>
                  <a:lnTo>
                    <a:pt x="1231" y="421"/>
                  </a:lnTo>
                  <a:cubicBezTo>
                    <a:pt x="820" y="280"/>
                    <a:pt x="412" y="135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637" name="Google Shape;1637;p57"/>
            <p:cNvSpPr/>
            <p:nvPr/>
          </p:nvSpPr>
          <p:spPr>
            <a:xfrm flipH="1">
              <a:off x="6590074" y="4254249"/>
              <a:ext cx="80646" cy="200818"/>
            </a:xfrm>
            <a:custGeom>
              <a:avLst/>
              <a:gdLst/>
              <a:ahLst/>
              <a:cxnLst/>
              <a:rect l="l" t="t" r="r" b="b"/>
              <a:pathLst>
                <a:path w="1212" h="3018" extrusionOk="0">
                  <a:moveTo>
                    <a:pt x="695" y="0"/>
                  </a:moveTo>
                  <a:lnTo>
                    <a:pt x="1" y="3018"/>
                  </a:lnTo>
                  <a:lnTo>
                    <a:pt x="1212" y="329"/>
                  </a:lnTo>
                  <a:lnTo>
                    <a:pt x="695" y="0"/>
                  </a:lnTo>
                  <a:close/>
                </a:path>
              </a:pathLst>
            </a:custGeom>
            <a:solidFill>
              <a:srgbClr val="000000">
                <a:alpha val="28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638" name="Google Shape;1638;p57"/>
            <p:cNvSpPr/>
            <p:nvPr/>
          </p:nvSpPr>
          <p:spPr>
            <a:xfrm flipH="1">
              <a:off x="6431125" y="1649845"/>
              <a:ext cx="1719793" cy="1143956"/>
            </a:xfrm>
            <a:custGeom>
              <a:avLst/>
              <a:gdLst/>
              <a:ahLst/>
              <a:cxnLst/>
              <a:rect l="l" t="t" r="r" b="b"/>
              <a:pathLst>
                <a:path w="25846" h="17192" extrusionOk="0">
                  <a:moveTo>
                    <a:pt x="5282" y="1"/>
                  </a:moveTo>
                  <a:cubicBezTo>
                    <a:pt x="3436" y="942"/>
                    <a:pt x="1751" y="2676"/>
                    <a:pt x="646" y="4427"/>
                  </a:cubicBezTo>
                  <a:cubicBezTo>
                    <a:pt x="349" y="4891"/>
                    <a:pt x="86" y="5398"/>
                    <a:pt x="30" y="5944"/>
                  </a:cubicBezTo>
                  <a:cubicBezTo>
                    <a:pt x="1" y="6220"/>
                    <a:pt x="66" y="6563"/>
                    <a:pt x="330" y="6651"/>
                  </a:cubicBezTo>
                  <a:cubicBezTo>
                    <a:pt x="375" y="6668"/>
                    <a:pt x="422" y="6674"/>
                    <a:pt x="470" y="6674"/>
                  </a:cubicBezTo>
                  <a:cubicBezTo>
                    <a:pt x="548" y="6674"/>
                    <a:pt x="628" y="6658"/>
                    <a:pt x="705" y="6642"/>
                  </a:cubicBezTo>
                  <a:cubicBezTo>
                    <a:pt x="1189" y="6510"/>
                    <a:pt x="1636" y="6237"/>
                    <a:pt x="1978" y="5868"/>
                  </a:cubicBezTo>
                  <a:lnTo>
                    <a:pt x="1978" y="5868"/>
                  </a:lnTo>
                  <a:cubicBezTo>
                    <a:pt x="902" y="7820"/>
                    <a:pt x="672" y="10344"/>
                    <a:pt x="1412" y="12450"/>
                  </a:cubicBezTo>
                  <a:cubicBezTo>
                    <a:pt x="1485" y="12663"/>
                    <a:pt x="1577" y="12881"/>
                    <a:pt x="1748" y="13029"/>
                  </a:cubicBezTo>
                  <a:cubicBezTo>
                    <a:pt x="1850" y="13119"/>
                    <a:pt x="1990" y="13174"/>
                    <a:pt x="2125" y="13174"/>
                  </a:cubicBezTo>
                  <a:cubicBezTo>
                    <a:pt x="2213" y="13174"/>
                    <a:pt x="2299" y="13151"/>
                    <a:pt x="2370" y="13098"/>
                  </a:cubicBezTo>
                  <a:cubicBezTo>
                    <a:pt x="2469" y="13025"/>
                    <a:pt x="2528" y="12910"/>
                    <a:pt x="2574" y="12798"/>
                  </a:cubicBezTo>
                  <a:cubicBezTo>
                    <a:pt x="2781" y="12344"/>
                    <a:pt x="2962" y="11880"/>
                    <a:pt x="3117" y="11406"/>
                  </a:cubicBezTo>
                  <a:lnTo>
                    <a:pt x="3117" y="11406"/>
                  </a:lnTo>
                  <a:cubicBezTo>
                    <a:pt x="2952" y="12723"/>
                    <a:pt x="3321" y="14095"/>
                    <a:pt x="4121" y="15151"/>
                  </a:cubicBezTo>
                  <a:cubicBezTo>
                    <a:pt x="4923" y="16204"/>
                    <a:pt x="5825" y="16997"/>
                    <a:pt x="7131" y="17191"/>
                  </a:cubicBezTo>
                  <a:lnTo>
                    <a:pt x="9471" y="11304"/>
                  </a:lnTo>
                  <a:cubicBezTo>
                    <a:pt x="9749" y="11392"/>
                    <a:pt x="10039" y="11434"/>
                    <a:pt x="10331" y="11434"/>
                  </a:cubicBezTo>
                  <a:cubicBezTo>
                    <a:pt x="10870" y="11434"/>
                    <a:pt x="11413" y="11291"/>
                    <a:pt x="11890" y="11035"/>
                  </a:cubicBezTo>
                  <a:cubicBezTo>
                    <a:pt x="12620" y="10633"/>
                    <a:pt x="13196" y="9982"/>
                    <a:pt x="13575" y="9241"/>
                  </a:cubicBezTo>
                  <a:lnTo>
                    <a:pt x="13575" y="9241"/>
                  </a:lnTo>
                  <a:cubicBezTo>
                    <a:pt x="13446" y="9626"/>
                    <a:pt x="13305" y="10156"/>
                    <a:pt x="13176" y="10544"/>
                  </a:cubicBezTo>
                  <a:cubicBezTo>
                    <a:pt x="13150" y="10623"/>
                    <a:pt x="13127" y="10709"/>
                    <a:pt x="13160" y="10781"/>
                  </a:cubicBezTo>
                  <a:cubicBezTo>
                    <a:pt x="13201" y="10871"/>
                    <a:pt x="13307" y="10900"/>
                    <a:pt x="13407" y="10900"/>
                  </a:cubicBezTo>
                  <a:cubicBezTo>
                    <a:pt x="13428" y="10900"/>
                    <a:pt x="13449" y="10899"/>
                    <a:pt x="13469" y="10896"/>
                  </a:cubicBezTo>
                  <a:cubicBezTo>
                    <a:pt x="13884" y="10857"/>
                    <a:pt x="14243" y="10594"/>
                    <a:pt x="14545" y="10311"/>
                  </a:cubicBezTo>
                  <a:cubicBezTo>
                    <a:pt x="15595" y="9323"/>
                    <a:pt x="16210" y="7974"/>
                    <a:pt x="16796" y="6651"/>
                  </a:cubicBezTo>
                  <a:cubicBezTo>
                    <a:pt x="17096" y="7273"/>
                    <a:pt x="17560" y="7826"/>
                    <a:pt x="18132" y="8208"/>
                  </a:cubicBezTo>
                  <a:cubicBezTo>
                    <a:pt x="18231" y="8273"/>
                    <a:pt x="18355" y="8333"/>
                    <a:pt x="18467" y="8333"/>
                  </a:cubicBezTo>
                  <a:cubicBezTo>
                    <a:pt x="18524" y="8333"/>
                    <a:pt x="18577" y="8318"/>
                    <a:pt x="18623" y="8280"/>
                  </a:cubicBezTo>
                  <a:cubicBezTo>
                    <a:pt x="18738" y="8188"/>
                    <a:pt x="18725" y="8010"/>
                    <a:pt x="18702" y="7862"/>
                  </a:cubicBezTo>
                  <a:cubicBezTo>
                    <a:pt x="18639" y="7520"/>
                    <a:pt x="18557" y="7185"/>
                    <a:pt x="18448" y="6855"/>
                  </a:cubicBezTo>
                  <a:lnTo>
                    <a:pt x="18448" y="6855"/>
                  </a:lnTo>
                  <a:cubicBezTo>
                    <a:pt x="19514" y="7869"/>
                    <a:pt x="20923" y="8438"/>
                    <a:pt x="22305" y="8938"/>
                  </a:cubicBezTo>
                  <a:cubicBezTo>
                    <a:pt x="22706" y="9087"/>
                    <a:pt x="23118" y="9231"/>
                    <a:pt x="23542" y="9297"/>
                  </a:cubicBezTo>
                  <a:cubicBezTo>
                    <a:pt x="23654" y="9314"/>
                    <a:pt x="23768" y="9326"/>
                    <a:pt x="23882" y="9326"/>
                  </a:cubicBezTo>
                  <a:cubicBezTo>
                    <a:pt x="24007" y="9326"/>
                    <a:pt x="24131" y="9312"/>
                    <a:pt x="24250" y="9274"/>
                  </a:cubicBezTo>
                  <a:cubicBezTo>
                    <a:pt x="24477" y="9198"/>
                    <a:pt x="24681" y="9027"/>
                    <a:pt x="24747" y="8797"/>
                  </a:cubicBezTo>
                  <a:cubicBezTo>
                    <a:pt x="24812" y="8557"/>
                    <a:pt x="24717" y="8303"/>
                    <a:pt x="24579" y="8099"/>
                  </a:cubicBezTo>
                  <a:cubicBezTo>
                    <a:pt x="24437" y="7899"/>
                    <a:pt x="24253" y="7731"/>
                    <a:pt x="24102" y="7537"/>
                  </a:cubicBezTo>
                  <a:lnTo>
                    <a:pt x="24102" y="7537"/>
                  </a:lnTo>
                  <a:cubicBezTo>
                    <a:pt x="24380" y="7696"/>
                    <a:pt x="24702" y="7850"/>
                    <a:pt x="25008" y="7850"/>
                  </a:cubicBezTo>
                  <a:cubicBezTo>
                    <a:pt x="25132" y="7850"/>
                    <a:pt x="25253" y="7824"/>
                    <a:pt x="25368" y="7764"/>
                  </a:cubicBezTo>
                  <a:cubicBezTo>
                    <a:pt x="25721" y="7579"/>
                    <a:pt x="25846" y="7102"/>
                    <a:pt x="25737" y="6714"/>
                  </a:cubicBezTo>
                  <a:cubicBezTo>
                    <a:pt x="25632" y="6329"/>
                    <a:pt x="24641" y="5263"/>
                    <a:pt x="24102" y="4868"/>
                  </a:cubicBezTo>
                  <a:lnTo>
                    <a:pt x="528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639" name="Google Shape;1639;p57"/>
            <p:cNvSpPr/>
            <p:nvPr/>
          </p:nvSpPr>
          <p:spPr>
            <a:xfrm flipH="1">
              <a:off x="6530666" y="1641927"/>
              <a:ext cx="1301722" cy="346208"/>
            </a:xfrm>
            <a:custGeom>
              <a:avLst/>
              <a:gdLst/>
              <a:ahLst/>
              <a:cxnLst/>
              <a:rect l="l" t="t" r="r" b="b"/>
              <a:pathLst>
                <a:path w="19563" h="5203" extrusionOk="0">
                  <a:moveTo>
                    <a:pt x="1174" y="1"/>
                  </a:moveTo>
                  <a:cubicBezTo>
                    <a:pt x="742" y="1"/>
                    <a:pt x="474" y="63"/>
                    <a:pt x="416" y="202"/>
                  </a:cubicBezTo>
                  <a:cubicBezTo>
                    <a:pt x="1" y="1195"/>
                    <a:pt x="15986" y="5203"/>
                    <a:pt x="18900" y="5203"/>
                  </a:cubicBezTo>
                  <a:cubicBezTo>
                    <a:pt x="19172" y="5203"/>
                    <a:pt x="19331" y="5168"/>
                    <a:pt x="19351" y="5092"/>
                  </a:cubicBezTo>
                  <a:cubicBezTo>
                    <a:pt x="19562" y="4299"/>
                    <a:pt x="4749" y="1"/>
                    <a:pt x="117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640" name="Google Shape;1640;p57"/>
            <p:cNvSpPr/>
            <p:nvPr/>
          </p:nvSpPr>
          <p:spPr>
            <a:xfrm flipH="1">
              <a:off x="6595342" y="1496668"/>
              <a:ext cx="1153804" cy="490466"/>
            </a:xfrm>
            <a:custGeom>
              <a:avLst/>
              <a:gdLst/>
              <a:ahLst/>
              <a:cxnLst/>
              <a:rect l="l" t="t" r="r" b="b"/>
              <a:pathLst>
                <a:path w="17340" h="7371" extrusionOk="0">
                  <a:moveTo>
                    <a:pt x="4674" y="1"/>
                  </a:moveTo>
                  <a:cubicBezTo>
                    <a:pt x="4246" y="1"/>
                    <a:pt x="3820" y="226"/>
                    <a:pt x="3585" y="589"/>
                  </a:cubicBezTo>
                  <a:cubicBezTo>
                    <a:pt x="3424" y="342"/>
                    <a:pt x="3126" y="219"/>
                    <a:pt x="2828" y="219"/>
                  </a:cubicBezTo>
                  <a:cubicBezTo>
                    <a:pt x="2729" y="219"/>
                    <a:pt x="2629" y="232"/>
                    <a:pt x="2535" y="259"/>
                  </a:cubicBezTo>
                  <a:cubicBezTo>
                    <a:pt x="2156" y="365"/>
                    <a:pt x="1854" y="644"/>
                    <a:pt x="1613" y="964"/>
                  </a:cubicBezTo>
                  <a:cubicBezTo>
                    <a:pt x="1219" y="1484"/>
                    <a:pt x="978" y="2122"/>
                    <a:pt x="926" y="2774"/>
                  </a:cubicBezTo>
                  <a:cubicBezTo>
                    <a:pt x="838" y="2741"/>
                    <a:pt x="744" y="2726"/>
                    <a:pt x="651" y="2726"/>
                  </a:cubicBezTo>
                  <a:cubicBezTo>
                    <a:pt x="438" y="2726"/>
                    <a:pt x="225" y="2806"/>
                    <a:pt x="67" y="2948"/>
                  </a:cubicBezTo>
                  <a:cubicBezTo>
                    <a:pt x="44" y="2971"/>
                    <a:pt x="21" y="2994"/>
                    <a:pt x="1" y="3020"/>
                  </a:cubicBezTo>
                  <a:cubicBezTo>
                    <a:pt x="3176" y="4445"/>
                    <a:pt x="14319" y="7176"/>
                    <a:pt x="17340" y="7371"/>
                  </a:cubicBezTo>
                  <a:cubicBezTo>
                    <a:pt x="17340" y="7226"/>
                    <a:pt x="17326" y="7088"/>
                    <a:pt x="17294" y="6943"/>
                  </a:cubicBezTo>
                  <a:cubicBezTo>
                    <a:pt x="17198" y="6492"/>
                    <a:pt x="16902" y="6054"/>
                    <a:pt x="16458" y="5910"/>
                  </a:cubicBezTo>
                  <a:cubicBezTo>
                    <a:pt x="16665" y="5462"/>
                    <a:pt x="16754" y="4939"/>
                    <a:pt x="16596" y="4472"/>
                  </a:cubicBezTo>
                  <a:cubicBezTo>
                    <a:pt x="16439" y="4013"/>
                    <a:pt x="16009" y="3638"/>
                    <a:pt x="15530" y="3638"/>
                  </a:cubicBezTo>
                  <a:cubicBezTo>
                    <a:pt x="15518" y="3638"/>
                    <a:pt x="15506" y="3638"/>
                    <a:pt x="15494" y="3639"/>
                  </a:cubicBezTo>
                  <a:cubicBezTo>
                    <a:pt x="15526" y="3221"/>
                    <a:pt x="15290" y="2793"/>
                    <a:pt x="14918" y="2596"/>
                  </a:cubicBezTo>
                  <a:cubicBezTo>
                    <a:pt x="14763" y="2513"/>
                    <a:pt x="14587" y="2473"/>
                    <a:pt x="14411" y="2473"/>
                  </a:cubicBezTo>
                  <a:cubicBezTo>
                    <a:pt x="14165" y="2473"/>
                    <a:pt x="13918" y="2552"/>
                    <a:pt x="13726" y="2701"/>
                  </a:cubicBezTo>
                  <a:cubicBezTo>
                    <a:pt x="13647" y="2250"/>
                    <a:pt x="13555" y="1780"/>
                    <a:pt x="13289" y="1408"/>
                  </a:cubicBezTo>
                  <a:cubicBezTo>
                    <a:pt x="13002" y="1013"/>
                    <a:pt x="12532" y="756"/>
                    <a:pt x="12042" y="743"/>
                  </a:cubicBezTo>
                  <a:cubicBezTo>
                    <a:pt x="12025" y="743"/>
                    <a:pt x="12008" y="742"/>
                    <a:pt x="11992" y="742"/>
                  </a:cubicBezTo>
                  <a:cubicBezTo>
                    <a:pt x="11522" y="742"/>
                    <a:pt x="11057" y="967"/>
                    <a:pt x="10758" y="1329"/>
                  </a:cubicBezTo>
                  <a:cubicBezTo>
                    <a:pt x="10544" y="885"/>
                    <a:pt x="10084" y="569"/>
                    <a:pt x="9593" y="536"/>
                  </a:cubicBezTo>
                  <a:cubicBezTo>
                    <a:pt x="9564" y="534"/>
                    <a:pt x="9535" y="533"/>
                    <a:pt x="9505" y="533"/>
                  </a:cubicBezTo>
                  <a:cubicBezTo>
                    <a:pt x="9041" y="533"/>
                    <a:pt x="8587" y="774"/>
                    <a:pt x="8330" y="1161"/>
                  </a:cubicBezTo>
                  <a:cubicBezTo>
                    <a:pt x="8080" y="760"/>
                    <a:pt x="7622" y="493"/>
                    <a:pt x="7155" y="477"/>
                  </a:cubicBezTo>
                  <a:cubicBezTo>
                    <a:pt x="7136" y="476"/>
                    <a:pt x="7117" y="475"/>
                    <a:pt x="7098" y="475"/>
                  </a:cubicBezTo>
                  <a:cubicBezTo>
                    <a:pt x="6643" y="475"/>
                    <a:pt x="6196" y="699"/>
                    <a:pt x="5924" y="1062"/>
                  </a:cubicBezTo>
                  <a:cubicBezTo>
                    <a:pt x="5839" y="556"/>
                    <a:pt x="5417" y="128"/>
                    <a:pt x="4917" y="26"/>
                  </a:cubicBezTo>
                  <a:cubicBezTo>
                    <a:pt x="4837" y="9"/>
                    <a:pt x="4756" y="1"/>
                    <a:pt x="46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641" name="Google Shape;1641;p57"/>
            <p:cNvSpPr/>
            <p:nvPr/>
          </p:nvSpPr>
          <p:spPr>
            <a:xfrm flipH="1">
              <a:off x="7540807" y="1427200"/>
              <a:ext cx="35532" cy="350865"/>
            </a:xfrm>
            <a:custGeom>
              <a:avLst/>
              <a:gdLst/>
              <a:ahLst/>
              <a:cxnLst/>
              <a:rect l="l" t="t" r="r" b="b"/>
              <a:pathLst>
                <a:path w="534" h="5273" extrusionOk="0">
                  <a:moveTo>
                    <a:pt x="428" y="0"/>
                  </a:moveTo>
                  <a:cubicBezTo>
                    <a:pt x="375" y="1751"/>
                    <a:pt x="227" y="3521"/>
                    <a:pt x="0" y="5259"/>
                  </a:cubicBezTo>
                  <a:lnTo>
                    <a:pt x="106" y="5272"/>
                  </a:lnTo>
                  <a:cubicBezTo>
                    <a:pt x="336" y="3531"/>
                    <a:pt x="481" y="1754"/>
                    <a:pt x="533" y="4"/>
                  </a:cubicBezTo>
                  <a:lnTo>
                    <a:pt x="42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642" name="Google Shape;1642;p57"/>
            <p:cNvSpPr/>
            <p:nvPr/>
          </p:nvSpPr>
          <p:spPr>
            <a:xfrm flipH="1">
              <a:off x="7401806" y="1290525"/>
              <a:ext cx="294306" cy="291578"/>
            </a:xfrm>
            <a:custGeom>
              <a:avLst/>
              <a:gdLst/>
              <a:ahLst/>
              <a:cxnLst/>
              <a:rect l="l" t="t" r="r" b="b"/>
              <a:pathLst>
                <a:path w="4423" h="4382" extrusionOk="0">
                  <a:moveTo>
                    <a:pt x="2197" y="1"/>
                  </a:moveTo>
                  <a:cubicBezTo>
                    <a:pt x="1934" y="1"/>
                    <a:pt x="1684" y="167"/>
                    <a:pt x="1544" y="386"/>
                  </a:cubicBezTo>
                  <a:cubicBezTo>
                    <a:pt x="1392" y="630"/>
                    <a:pt x="1310" y="1005"/>
                    <a:pt x="1330" y="1288"/>
                  </a:cubicBezTo>
                  <a:cubicBezTo>
                    <a:pt x="1014" y="1307"/>
                    <a:pt x="691" y="1396"/>
                    <a:pt x="438" y="1584"/>
                  </a:cubicBezTo>
                  <a:cubicBezTo>
                    <a:pt x="181" y="1771"/>
                    <a:pt x="0" y="2081"/>
                    <a:pt x="10" y="2397"/>
                  </a:cubicBezTo>
                  <a:cubicBezTo>
                    <a:pt x="17" y="2716"/>
                    <a:pt x="244" y="3028"/>
                    <a:pt x="556" y="3094"/>
                  </a:cubicBezTo>
                  <a:cubicBezTo>
                    <a:pt x="602" y="3103"/>
                    <a:pt x="647" y="3107"/>
                    <a:pt x="692" y="3107"/>
                  </a:cubicBezTo>
                  <a:cubicBezTo>
                    <a:pt x="909" y="3107"/>
                    <a:pt x="1122" y="3012"/>
                    <a:pt x="1323" y="2920"/>
                  </a:cubicBezTo>
                  <a:lnTo>
                    <a:pt x="1323" y="2920"/>
                  </a:lnTo>
                  <a:cubicBezTo>
                    <a:pt x="1277" y="3315"/>
                    <a:pt x="1251" y="3752"/>
                    <a:pt x="1494" y="4065"/>
                  </a:cubicBezTo>
                  <a:cubicBezTo>
                    <a:pt x="1653" y="4271"/>
                    <a:pt x="1913" y="4382"/>
                    <a:pt x="2174" y="4382"/>
                  </a:cubicBezTo>
                  <a:cubicBezTo>
                    <a:pt x="2313" y="4382"/>
                    <a:pt x="2452" y="4351"/>
                    <a:pt x="2577" y="4285"/>
                  </a:cubicBezTo>
                  <a:cubicBezTo>
                    <a:pt x="2936" y="4101"/>
                    <a:pt x="3140" y="3687"/>
                    <a:pt x="3103" y="3288"/>
                  </a:cubicBezTo>
                  <a:lnTo>
                    <a:pt x="3103" y="3288"/>
                  </a:lnTo>
                  <a:cubicBezTo>
                    <a:pt x="3182" y="3352"/>
                    <a:pt x="3305" y="3381"/>
                    <a:pt x="3440" y="3381"/>
                  </a:cubicBezTo>
                  <a:cubicBezTo>
                    <a:pt x="3736" y="3381"/>
                    <a:pt x="4091" y="3241"/>
                    <a:pt x="4156" y="3022"/>
                  </a:cubicBezTo>
                  <a:cubicBezTo>
                    <a:pt x="4252" y="2709"/>
                    <a:pt x="4064" y="2360"/>
                    <a:pt x="3785" y="2193"/>
                  </a:cubicBezTo>
                  <a:cubicBezTo>
                    <a:pt x="4048" y="2179"/>
                    <a:pt x="4291" y="1982"/>
                    <a:pt x="4357" y="1729"/>
                  </a:cubicBezTo>
                  <a:cubicBezTo>
                    <a:pt x="4423" y="1472"/>
                    <a:pt x="4308" y="1179"/>
                    <a:pt x="4081" y="1044"/>
                  </a:cubicBezTo>
                  <a:cubicBezTo>
                    <a:pt x="3962" y="971"/>
                    <a:pt x="3829" y="943"/>
                    <a:pt x="3692" y="943"/>
                  </a:cubicBezTo>
                  <a:cubicBezTo>
                    <a:pt x="3481" y="943"/>
                    <a:pt x="3260" y="1009"/>
                    <a:pt x="3061" y="1080"/>
                  </a:cubicBezTo>
                  <a:cubicBezTo>
                    <a:pt x="3038" y="840"/>
                    <a:pt x="2978" y="597"/>
                    <a:pt x="2847" y="393"/>
                  </a:cubicBezTo>
                  <a:cubicBezTo>
                    <a:pt x="2715" y="189"/>
                    <a:pt x="2501" y="27"/>
                    <a:pt x="2261" y="4"/>
                  </a:cubicBezTo>
                  <a:cubicBezTo>
                    <a:pt x="2240" y="2"/>
                    <a:pt x="2218" y="1"/>
                    <a:pt x="21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643" name="Google Shape;1643;p57"/>
            <p:cNvSpPr/>
            <p:nvPr/>
          </p:nvSpPr>
          <p:spPr>
            <a:xfrm flipH="1">
              <a:off x="7570817" y="1428730"/>
              <a:ext cx="67738" cy="12110"/>
            </a:xfrm>
            <a:custGeom>
              <a:avLst/>
              <a:gdLst/>
              <a:ahLst/>
              <a:cxnLst/>
              <a:rect l="l" t="t" r="r" b="b"/>
              <a:pathLst>
                <a:path w="1018" h="182" extrusionOk="0">
                  <a:moveTo>
                    <a:pt x="648" y="0"/>
                  </a:moveTo>
                  <a:cubicBezTo>
                    <a:pt x="597" y="0"/>
                    <a:pt x="546" y="4"/>
                    <a:pt x="494" y="10"/>
                  </a:cubicBezTo>
                  <a:cubicBezTo>
                    <a:pt x="323" y="30"/>
                    <a:pt x="149" y="83"/>
                    <a:pt x="1" y="181"/>
                  </a:cubicBezTo>
                  <a:cubicBezTo>
                    <a:pt x="165" y="125"/>
                    <a:pt x="330" y="79"/>
                    <a:pt x="504" y="63"/>
                  </a:cubicBezTo>
                  <a:cubicBezTo>
                    <a:pt x="584" y="53"/>
                    <a:pt x="665" y="49"/>
                    <a:pt x="747" y="49"/>
                  </a:cubicBezTo>
                  <a:cubicBezTo>
                    <a:pt x="836" y="49"/>
                    <a:pt x="926" y="54"/>
                    <a:pt x="1018" y="63"/>
                  </a:cubicBezTo>
                  <a:cubicBezTo>
                    <a:pt x="900" y="21"/>
                    <a:pt x="775" y="0"/>
                    <a:pt x="6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644" name="Google Shape;1644;p57"/>
            <p:cNvSpPr/>
            <p:nvPr/>
          </p:nvSpPr>
          <p:spPr>
            <a:xfrm flipH="1">
              <a:off x="7539276" y="1346819"/>
              <a:ext cx="4458" cy="56559"/>
            </a:xfrm>
            <a:custGeom>
              <a:avLst/>
              <a:gdLst/>
              <a:ahLst/>
              <a:cxnLst/>
              <a:rect l="l" t="t" r="r" b="b"/>
              <a:pathLst>
                <a:path w="67" h="850" extrusionOk="0">
                  <a:moveTo>
                    <a:pt x="53" y="1"/>
                  </a:moveTo>
                  <a:cubicBezTo>
                    <a:pt x="40" y="70"/>
                    <a:pt x="34" y="142"/>
                    <a:pt x="24" y="211"/>
                  </a:cubicBezTo>
                  <a:cubicBezTo>
                    <a:pt x="17" y="287"/>
                    <a:pt x="11" y="356"/>
                    <a:pt x="7" y="425"/>
                  </a:cubicBezTo>
                  <a:cubicBezTo>
                    <a:pt x="4" y="563"/>
                    <a:pt x="1" y="705"/>
                    <a:pt x="17" y="850"/>
                  </a:cubicBezTo>
                  <a:cubicBezTo>
                    <a:pt x="40" y="708"/>
                    <a:pt x="53" y="570"/>
                    <a:pt x="60" y="428"/>
                  </a:cubicBezTo>
                  <a:cubicBezTo>
                    <a:pt x="66" y="356"/>
                    <a:pt x="66" y="287"/>
                    <a:pt x="66" y="215"/>
                  </a:cubicBezTo>
                  <a:cubicBezTo>
                    <a:pt x="66" y="145"/>
                    <a:pt x="60" y="73"/>
                    <a:pt x="5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645" name="Google Shape;1645;p57"/>
            <p:cNvSpPr/>
            <p:nvPr/>
          </p:nvSpPr>
          <p:spPr>
            <a:xfrm flipH="1">
              <a:off x="7452374" y="1403511"/>
              <a:ext cx="46445" cy="22224"/>
            </a:xfrm>
            <a:custGeom>
              <a:avLst/>
              <a:gdLst/>
              <a:ahLst/>
              <a:cxnLst/>
              <a:rect l="l" t="t" r="r" b="b"/>
              <a:pathLst>
                <a:path w="698" h="334" extrusionOk="0">
                  <a:moveTo>
                    <a:pt x="698" y="1"/>
                  </a:moveTo>
                  <a:lnTo>
                    <a:pt x="698" y="1"/>
                  </a:lnTo>
                  <a:cubicBezTo>
                    <a:pt x="566" y="4"/>
                    <a:pt x="435" y="40"/>
                    <a:pt x="316" y="100"/>
                  </a:cubicBezTo>
                  <a:cubicBezTo>
                    <a:pt x="198" y="159"/>
                    <a:pt x="86" y="235"/>
                    <a:pt x="0" y="333"/>
                  </a:cubicBezTo>
                  <a:cubicBezTo>
                    <a:pt x="115" y="264"/>
                    <a:pt x="224" y="198"/>
                    <a:pt x="336" y="146"/>
                  </a:cubicBezTo>
                  <a:cubicBezTo>
                    <a:pt x="454" y="93"/>
                    <a:pt x="576" y="47"/>
                    <a:pt x="69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646" name="Google Shape;1646;p57"/>
            <p:cNvSpPr/>
            <p:nvPr/>
          </p:nvSpPr>
          <p:spPr>
            <a:xfrm flipH="1">
              <a:off x="7467479" y="1454681"/>
              <a:ext cx="47110" cy="23622"/>
            </a:xfrm>
            <a:custGeom>
              <a:avLst/>
              <a:gdLst/>
              <a:ahLst/>
              <a:cxnLst/>
              <a:rect l="l" t="t" r="r" b="b"/>
              <a:pathLst>
                <a:path w="708" h="355" extrusionOk="0">
                  <a:moveTo>
                    <a:pt x="43" y="0"/>
                  </a:moveTo>
                  <a:cubicBezTo>
                    <a:pt x="29" y="0"/>
                    <a:pt x="15" y="1"/>
                    <a:pt x="0" y="2"/>
                  </a:cubicBezTo>
                  <a:cubicBezTo>
                    <a:pt x="132" y="38"/>
                    <a:pt x="260" y="81"/>
                    <a:pt x="375" y="137"/>
                  </a:cubicBezTo>
                  <a:cubicBezTo>
                    <a:pt x="494" y="196"/>
                    <a:pt x="602" y="269"/>
                    <a:pt x="708" y="354"/>
                  </a:cubicBezTo>
                  <a:cubicBezTo>
                    <a:pt x="635" y="239"/>
                    <a:pt x="524" y="150"/>
                    <a:pt x="398" y="88"/>
                  </a:cubicBezTo>
                  <a:cubicBezTo>
                    <a:pt x="289" y="37"/>
                    <a:pt x="167" y="0"/>
                    <a:pt x="4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647" name="Google Shape;1647;p57"/>
            <p:cNvSpPr/>
            <p:nvPr/>
          </p:nvSpPr>
          <p:spPr>
            <a:xfrm flipH="1">
              <a:off x="7549590" y="1471183"/>
              <a:ext cx="4192" cy="45181"/>
            </a:xfrm>
            <a:custGeom>
              <a:avLst/>
              <a:gdLst/>
              <a:ahLst/>
              <a:cxnLst/>
              <a:rect l="l" t="t" r="r" b="b"/>
              <a:pathLst>
                <a:path w="63" h="679" extrusionOk="0">
                  <a:moveTo>
                    <a:pt x="46" y="1"/>
                  </a:moveTo>
                  <a:cubicBezTo>
                    <a:pt x="23" y="113"/>
                    <a:pt x="10" y="228"/>
                    <a:pt x="7" y="336"/>
                  </a:cubicBezTo>
                  <a:cubicBezTo>
                    <a:pt x="0" y="392"/>
                    <a:pt x="0" y="448"/>
                    <a:pt x="0" y="504"/>
                  </a:cubicBezTo>
                  <a:cubicBezTo>
                    <a:pt x="0" y="563"/>
                    <a:pt x="7" y="619"/>
                    <a:pt x="13" y="679"/>
                  </a:cubicBezTo>
                  <a:cubicBezTo>
                    <a:pt x="27" y="623"/>
                    <a:pt x="36" y="567"/>
                    <a:pt x="43" y="511"/>
                  </a:cubicBezTo>
                  <a:cubicBezTo>
                    <a:pt x="46" y="458"/>
                    <a:pt x="53" y="399"/>
                    <a:pt x="56" y="343"/>
                  </a:cubicBezTo>
                  <a:cubicBezTo>
                    <a:pt x="63" y="228"/>
                    <a:pt x="63" y="116"/>
                    <a:pt x="4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648" name="Google Shape;1648;p57"/>
            <p:cNvSpPr/>
            <p:nvPr/>
          </p:nvSpPr>
          <p:spPr>
            <a:xfrm flipH="1">
              <a:off x="7492632" y="1383815"/>
              <a:ext cx="101873" cy="101873"/>
            </a:xfrm>
            <a:custGeom>
              <a:avLst/>
              <a:gdLst/>
              <a:ahLst/>
              <a:cxnLst/>
              <a:rect l="l" t="t" r="r" b="b"/>
              <a:pathLst>
                <a:path w="1531" h="1531" extrusionOk="0">
                  <a:moveTo>
                    <a:pt x="767" y="1"/>
                  </a:moveTo>
                  <a:cubicBezTo>
                    <a:pt x="342" y="1"/>
                    <a:pt x="0" y="343"/>
                    <a:pt x="0" y="768"/>
                  </a:cubicBezTo>
                  <a:cubicBezTo>
                    <a:pt x="0" y="1189"/>
                    <a:pt x="342" y="1531"/>
                    <a:pt x="767" y="1531"/>
                  </a:cubicBezTo>
                  <a:cubicBezTo>
                    <a:pt x="1188" y="1531"/>
                    <a:pt x="1530" y="1189"/>
                    <a:pt x="1530" y="768"/>
                  </a:cubicBezTo>
                  <a:cubicBezTo>
                    <a:pt x="1530" y="343"/>
                    <a:pt x="1191" y="1"/>
                    <a:pt x="76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649" name="Google Shape;1649;p57"/>
            <p:cNvSpPr/>
            <p:nvPr/>
          </p:nvSpPr>
          <p:spPr>
            <a:xfrm flipH="1">
              <a:off x="6710048" y="1703543"/>
              <a:ext cx="208071" cy="291911"/>
            </a:xfrm>
            <a:custGeom>
              <a:avLst/>
              <a:gdLst/>
              <a:ahLst/>
              <a:cxnLst/>
              <a:rect l="l" t="t" r="r" b="b"/>
              <a:pathLst>
                <a:path w="3127" h="4387" extrusionOk="0">
                  <a:moveTo>
                    <a:pt x="3037" y="0"/>
                  </a:moveTo>
                  <a:cubicBezTo>
                    <a:pt x="2100" y="1481"/>
                    <a:pt x="1076" y="2939"/>
                    <a:pt x="0" y="4321"/>
                  </a:cubicBezTo>
                  <a:lnTo>
                    <a:pt x="86" y="4387"/>
                  </a:lnTo>
                  <a:cubicBezTo>
                    <a:pt x="1165" y="2998"/>
                    <a:pt x="2188" y="1544"/>
                    <a:pt x="3126" y="59"/>
                  </a:cubicBezTo>
                  <a:lnTo>
                    <a:pt x="303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650" name="Google Shape;1650;p57"/>
            <p:cNvSpPr/>
            <p:nvPr/>
          </p:nvSpPr>
          <p:spPr>
            <a:xfrm flipH="1">
              <a:off x="6567519" y="1579245"/>
              <a:ext cx="297168" cy="264563"/>
            </a:xfrm>
            <a:custGeom>
              <a:avLst/>
              <a:gdLst/>
              <a:ahLst/>
              <a:cxnLst/>
              <a:rect l="l" t="t" r="r" b="b"/>
              <a:pathLst>
                <a:path w="4466" h="3976" extrusionOk="0">
                  <a:moveTo>
                    <a:pt x="2894" y="1"/>
                  </a:moveTo>
                  <a:cubicBezTo>
                    <a:pt x="2757" y="1"/>
                    <a:pt x="2618" y="34"/>
                    <a:pt x="2494" y="95"/>
                  </a:cubicBezTo>
                  <a:cubicBezTo>
                    <a:pt x="2241" y="223"/>
                    <a:pt x="1981" y="506"/>
                    <a:pt x="1856" y="763"/>
                  </a:cubicBezTo>
                  <a:cubicBezTo>
                    <a:pt x="1611" y="639"/>
                    <a:pt x="1342" y="558"/>
                    <a:pt x="1069" y="558"/>
                  </a:cubicBezTo>
                  <a:cubicBezTo>
                    <a:pt x="1023" y="558"/>
                    <a:pt x="977" y="560"/>
                    <a:pt x="931" y="565"/>
                  </a:cubicBezTo>
                  <a:cubicBezTo>
                    <a:pt x="615" y="598"/>
                    <a:pt x="303" y="769"/>
                    <a:pt x="151" y="1049"/>
                  </a:cubicBezTo>
                  <a:cubicBezTo>
                    <a:pt x="0" y="1325"/>
                    <a:pt x="36" y="1714"/>
                    <a:pt x="270" y="1927"/>
                  </a:cubicBezTo>
                  <a:cubicBezTo>
                    <a:pt x="467" y="2102"/>
                    <a:pt x="750" y="2141"/>
                    <a:pt x="1014" y="2164"/>
                  </a:cubicBezTo>
                  <a:cubicBezTo>
                    <a:pt x="777" y="2480"/>
                    <a:pt x="533" y="2849"/>
                    <a:pt x="583" y="3237"/>
                  </a:cubicBezTo>
                  <a:cubicBezTo>
                    <a:pt x="632" y="3632"/>
                    <a:pt x="1004" y="3954"/>
                    <a:pt x="1402" y="3974"/>
                  </a:cubicBezTo>
                  <a:cubicBezTo>
                    <a:pt x="1416" y="3975"/>
                    <a:pt x="1431" y="3975"/>
                    <a:pt x="1446" y="3975"/>
                  </a:cubicBezTo>
                  <a:cubicBezTo>
                    <a:pt x="1828" y="3975"/>
                    <a:pt x="2198" y="3727"/>
                    <a:pt x="2359" y="3379"/>
                  </a:cubicBezTo>
                  <a:cubicBezTo>
                    <a:pt x="2443" y="3598"/>
                    <a:pt x="2826" y="3777"/>
                    <a:pt x="3124" y="3777"/>
                  </a:cubicBezTo>
                  <a:cubicBezTo>
                    <a:pt x="3238" y="3777"/>
                    <a:pt x="3339" y="3751"/>
                    <a:pt x="3406" y="3691"/>
                  </a:cubicBezTo>
                  <a:cubicBezTo>
                    <a:pt x="3649" y="3474"/>
                    <a:pt x="3666" y="3079"/>
                    <a:pt x="3508" y="2790"/>
                  </a:cubicBezTo>
                  <a:lnTo>
                    <a:pt x="3508" y="2790"/>
                  </a:lnTo>
                  <a:cubicBezTo>
                    <a:pt x="3594" y="2836"/>
                    <a:pt x="3691" y="2859"/>
                    <a:pt x="3789" y="2859"/>
                  </a:cubicBezTo>
                  <a:cubicBezTo>
                    <a:pt x="3954" y="2859"/>
                    <a:pt x="4120" y="2795"/>
                    <a:pt x="4235" y="2678"/>
                  </a:cubicBezTo>
                  <a:cubicBezTo>
                    <a:pt x="4423" y="2493"/>
                    <a:pt x="4466" y="2181"/>
                    <a:pt x="4344" y="1950"/>
                  </a:cubicBezTo>
                  <a:cubicBezTo>
                    <a:pt x="4179" y="1638"/>
                    <a:pt x="3791" y="1533"/>
                    <a:pt x="3445" y="1467"/>
                  </a:cubicBezTo>
                  <a:cubicBezTo>
                    <a:pt x="3547" y="1243"/>
                    <a:pt x="3623" y="1006"/>
                    <a:pt x="3613" y="763"/>
                  </a:cubicBezTo>
                  <a:cubicBezTo>
                    <a:pt x="3607" y="519"/>
                    <a:pt x="3505" y="272"/>
                    <a:pt x="3307" y="127"/>
                  </a:cubicBezTo>
                  <a:cubicBezTo>
                    <a:pt x="3187" y="40"/>
                    <a:pt x="3042" y="1"/>
                    <a:pt x="28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651" name="Google Shape;1651;p57"/>
            <p:cNvSpPr/>
            <p:nvPr/>
          </p:nvSpPr>
          <p:spPr>
            <a:xfrm flipH="1">
              <a:off x="6738726" y="1669275"/>
              <a:ext cx="62481" cy="27747"/>
            </a:xfrm>
            <a:custGeom>
              <a:avLst/>
              <a:gdLst/>
              <a:ahLst/>
              <a:cxnLst/>
              <a:rect l="l" t="t" r="r" b="b"/>
              <a:pathLst>
                <a:path w="939" h="417" extrusionOk="0">
                  <a:moveTo>
                    <a:pt x="54" y="0"/>
                  </a:moveTo>
                  <a:cubicBezTo>
                    <a:pt x="36" y="0"/>
                    <a:pt x="18" y="1"/>
                    <a:pt x="0" y="2"/>
                  </a:cubicBezTo>
                  <a:cubicBezTo>
                    <a:pt x="171" y="35"/>
                    <a:pt x="336" y="84"/>
                    <a:pt x="494" y="153"/>
                  </a:cubicBezTo>
                  <a:cubicBezTo>
                    <a:pt x="649" y="222"/>
                    <a:pt x="797" y="314"/>
                    <a:pt x="938" y="416"/>
                  </a:cubicBezTo>
                  <a:cubicBezTo>
                    <a:pt x="826" y="282"/>
                    <a:pt x="675" y="173"/>
                    <a:pt x="514" y="104"/>
                  </a:cubicBezTo>
                  <a:cubicBezTo>
                    <a:pt x="369" y="39"/>
                    <a:pt x="213" y="0"/>
                    <a:pt x="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652" name="Google Shape;1652;p57"/>
            <p:cNvSpPr/>
            <p:nvPr/>
          </p:nvSpPr>
          <p:spPr>
            <a:xfrm flipH="1">
              <a:off x="6668924" y="1638067"/>
              <a:ext cx="30675" cy="47776"/>
            </a:xfrm>
            <a:custGeom>
              <a:avLst/>
              <a:gdLst/>
              <a:ahLst/>
              <a:cxnLst/>
              <a:rect l="l" t="t" r="r" b="b"/>
              <a:pathLst>
                <a:path w="461" h="718" extrusionOk="0">
                  <a:moveTo>
                    <a:pt x="461" y="0"/>
                  </a:moveTo>
                  <a:lnTo>
                    <a:pt x="461" y="0"/>
                  </a:lnTo>
                  <a:cubicBezTo>
                    <a:pt x="415" y="56"/>
                    <a:pt x="369" y="112"/>
                    <a:pt x="329" y="171"/>
                  </a:cubicBezTo>
                  <a:cubicBezTo>
                    <a:pt x="287" y="227"/>
                    <a:pt x="247" y="290"/>
                    <a:pt x="208" y="346"/>
                  </a:cubicBezTo>
                  <a:cubicBezTo>
                    <a:pt x="132" y="468"/>
                    <a:pt x="56" y="586"/>
                    <a:pt x="0" y="718"/>
                  </a:cubicBezTo>
                  <a:cubicBezTo>
                    <a:pt x="92" y="609"/>
                    <a:pt x="175" y="491"/>
                    <a:pt x="250" y="372"/>
                  </a:cubicBezTo>
                  <a:cubicBezTo>
                    <a:pt x="287" y="313"/>
                    <a:pt x="326" y="254"/>
                    <a:pt x="362" y="191"/>
                  </a:cubicBezTo>
                  <a:cubicBezTo>
                    <a:pt x="398" y="129"/>
                    <a:pt x="431" y="66"/>
                    <a:pt x="4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653" name="Google Shape;1653;p57"/>
            <p:cNvSpPr/>
            <p:nvPr/>
          </p:nvSpPr>
          <p:spPr>
            <a:xfrm flipH="1">
              <a:off x="6621614" y="1723971"/>
              <a:ext cx="51502" cy="7852"/>
            </a:xfrm>
            <a:custGeom>
              <a:avLst/>
              <a:gdLst/>
              <a:ahLst/>
              <a:cxnLst/>
              <a:rect l="l" t="t" r="r" b="b"/>
              <a:pathLst>
                <a:path w="774" h="118" extrusionOk="0">
                  <a:moveTo>
                    <a:pt x="296" y="1"/>
                  </a:moveTo>
                  <a:cubicBezTo>
                    <a:pt x="196" y="1"/>
                    <a:pt x="97" y="16"/>
                    <a:pt x="0" y="49"/>
                  </a:cubicBezTo>
                  <a:cubicBezTo>
                    <a:pt x="132" y="49"/>
                    <a:pt x="260" y="49"/>
                    <a:pt x="389" y="58"/>
                  </a:cubicBezTo>
                  <a:cubicBezTo>
                    <a:pt x="517" y="72"/>
                    <a:pt x="642" y="91"/>
                    <a:pt x="774" y="118"/>
                  </a:cubicBezTo>
                  <a:cubicBezTo>
                    <a:pt x="659" y="52"/>
                    <a:pt x="527" y="19"/>
                    <a:pt x="395" y="6"/>
                  </a:cubicBezTo>
                  <a:cubicBezTo>
                    <a:pt x="362" y="3"/>
                    <a:pt x="329" y="1"/>
                    <a:pt x="2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654" name="Google Shape;1654;p57"/>
            <p:cNvSpPr/>
            <p:nvPr/>
          </p:nvSpPr>
          <p:spPr>
            <a:xfrm flipH="1">
              <a:off x="6672650" y="1744266"/>
              <a:ext cx="28745" cy="44515"/>
            </a:xfrm>
            <a:custGeom>
              <a:avLst/>
              <a:gdLst/>
              <a:ahLst/>
              <a:cxnLst/>
              <a:rect l="l" t="t" r="r" b="b"/>
              <a:pathLst>
                <a:path w="432" h="669" extrusionOk="0">
                  <a:moveTo>
                    <a:pt x="1" y="0"/>
                  </a:moveTo>
                  <a:lnTo>
                    <a:pt x="1" y="0"/>
                  </a:lnTo>
                  <a:cubicBezTo>
                    <a:pt x="96" y="99"/>
                    <a:pt x="182" y="198"/>
                    <a:pt x="254" y="310"/>
                  </a:cubicBezTo>
                  <a:cubicBezTo>
                    <a:pt x="330" y="421"/>
                    <a:pt x="383" y="540"/>
                    <a:pt x="432" y="668"/>
                  </a:cubicBezTo>
                  <a:cubicBezTo>
                    <a:pt x="425" y="533"/>
                    <a:pt x="376" y="395"/>
                    <a:pt x="300" y="280"/>
                  </a:cubicBezTo>
                  <a:cubicBezTo>
                    <a:pt x="225" y="165"/>
                    <a:pt x="123" y="63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655" name="Google Shape;1655;p57"/>
            <p:cNvSpPr/>
            <p:nvPr/>
          </p:nvSpPr>
          <p:spPr>
            <a:xfrm flipH="1">
              <a:off x="6740722" y="1740340"/>
              <a:ext cx="25019" cy="37928"/>
            </a:xfrm>
            <a:custGeom>
              <a:avLst/>
              <a:gdLst/>
              <a:ahLst/>
              <a:cxnLst/>
              <a:rect l="l" t="t" r="r" b="b"/>
              <a:pathLst>
                <a:path w="376" h="570" extrusionOk="0">
                  <a:moveTo>
                    <a:pt x="376" y="0"/>
                  </a:moveTo>
                  <a:lnTo>
                    <a:pt x="376" y="0"/>
                  </a:lnTo>
                  <a:cubicBezTo>
                    <a:pt x="293" y="82"/>
                    <a:pt x="228" y="171"/>
                    <a:pt x="162" y="273"/>
                  </a:cubicBezTo>
                  <a:cubicBezTo>
                    <a:pt x="132" y="319"/>
                    <a:pt x="106" y="369"/>
                    <a:pt x="76" y="418"/>
                  </a:cubicBezTo>
                  <a:cubicBezTo>
                    <a:pt x="50" y="467"/>
                    <a:pt x="23" y="517"/>
                    <a:pt x="0" y="569"/>
                  </a:cubicBezTo>
                  <a:cubicBezTo>
                    <a:pt x="43" y="530"/>
                    <a:pt x="79" y="484"/>
                    <a:pt x="112" y="438"/>
                  </a:cubicBezTo>
                  <a:cubicBezTo>
                    <a:pt x="149" y="395"/>
                    <a:pt x="178" y="346"/>
                    <a:pt x="211" y="299"/>
                  </a:cubicBezTo>
                  <a:cubicBezTo>
                    <a:pt x="274" y="204"/>
                    <a:pt x="330" y="105"/>
                    <a:pt x="3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656" name="Google Shape;1656;p57"/>
            <p:cNvSpPr/>
            <p:nvPr/>
          </p:nvSpPr>
          <p:spPr>
            <a:xfrm flipH="1">
              <a:off x="6657946" y="1661223"/>
              <a:ext cx="116578" cy="102006"/>
            </a:xfrm>
            <a:custGeom>
              <a:avLst/>
              <a:gdLst/>
              <a:ahLst/>
              <a:cxnLst/>
              <a:rect l="l" t="t" r="r" b="b"/>
              <a:pathLst>
                <a:path w="1752" h="1533" extrusionOk="0">
                  <a:moveTo>
                    <a:pt x="874" y="0"/>
                  </a:moveTo>
                  <a:cubicBezTo>
                    <a:pt x="612" y="0"/>
                    <a:pt x="357" y="134"/>
                    <a:pt x="215" y="376"/>
                  </a:cubicBezTo>
                  <a:cubicBezTo>
                    <a:pt x="1" y="745"/>
                    <a:pt x="123" y="1212"/>
                    <a:pt x="488" y="1426"/>
                  </a:cubicBezTo>
                  <a:cubicBezTo>
                    <a:pt x="611" y="1498"/>
                    <a:pt x="745" y="1532"/>
                    <a:pt x="878" y="1532"/>
                  </a:cubicBezTo>
                  <a:cubicBezTo>
                    <a:pt x="1141" y="1532"/>
                    <a:pt x="1396" y="1399"/>
                    <a:pt x="1538" y="1156"/>
                  </a:cubicBezTo>
                  <a:cubicBezTo>
                    <a:pt x="1751" y="794"/>
                    <a:pt x="1626" y="324"/>
                    <a:pt x="1264" y="106"/>
                  </a:cubicBezTo>
                  <a:cubicBezTo>
                    <a:pt x="1142" y="34"/>
                    <a:pt x="1007" y="0"/>
                    <a:pt x="87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657" name="Google Shape;1657;p57"/>
            <p:cNvSpPr/>
            <p:nvPr/>
          </p:nvSpPr>
          <p:spPr>
            <a:xfrm flipH="1">
              <a:off x="7104833" y="1578513"/>
              <a:ext cx="90494" cy="343147"/>
            </a:xfrm>
            <a:custGeom>
              <a:avLst/>
              <a:gdLst/>
              <a:ahLst/>
              <a:cxnLst/>
              <a:rect l="l" t="t" r="r" b="b"/>
              <a:pathLst>
                <a:path w="1360" h="5157" extrusionOk="0">
                  <a:moveTo>
                    <a:pt x="1254" y="0"/>
                  </a:moveTo>
                  <a:cubicBezTo>
                    <a:pt x="922" y="1725"/>
                    <a:pt x="497" y="3446"/>
                    <a:pt x="0" y="5130"/>
                  </a:cubicBezTo>
                  <a:lnTo>
                    <a:pt x="102" y="5157"/>
                  </a:lnTo>
                  <a:cubicBezTo>
                    <a:pt x="606" y="3472"/>
                    <a:pt x="1027" y="1744"/>
                    <a:pt x="1359" y="20"/>
                  </a:cubicBezTo>
                  <a:lnTo>
                    <a:pt x="125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658" name="Google Shape;1658;p57"/>
            <p:cNvSpPr/>
            <p:nvPr/>
          </p:nvSpPr>
          <p:spPr>
            <a:xfrm flipH="1">
              <a:off x="6960974" y="1442770"/>
              <a:ext cx="302890" cy="288784"/>
            </a:xfrm>
            <a:custGeom>
              <a:avLst/>
              <a:gdLst/>
              <a:ahLst/>
              <a:cxnLst/>
              <a:rect l="l" t="t" r="r" b="b"/>
              <a:pathLst>
                <a:path w="4552" h="4340" extrusionOk="0">
                  <a:moveTo>
                    <a:pt x="2486" y="0"/>
                  </a:moveTo>
                  <a:cubicBezTo>
                    <a:pt x="2258" y="0"/>
                    <a:pt x="2030" y="113"/>
                    <a:pt x="1876" y="286"/>
                  </a:cubicBezTo>
                  <a:cubicBezTo>
                    <a:pt x="1688" y="500"/>
                    <a:pt x="1547" y="859"/>
                    <a:pt x="1524" y="1142"/>
                  </a:cubicBezTo>
                  <a:cubicBezTo>
                    <a:pt x="1460" y="1137"/>
                    <a:pt x="1395" y="1134"/>
                    <a:pt x="1330" y="1134"/>
                  </a:cubicBezTo>
                  <a:cubicBezTo>
                    <a:pt x="1076" y="1134"/>
                    <a:pt x="821" y="1178"/>
                    <a:pt x="592" y="1297"/>
                  </a:cubicBezTo>
                  <a:cubicBezTo>
                    <a:pt x="309" y="1445"/>
                    <a:pt x="82" y="1714"/>
                    <a:pt x="43" y="2030"/>
                  </a:cubicBezTo>
                  <a:cubicBezTo>
                    <a:pt x="0" y="2350"/>
                    <a:pt x="178" y="2695"/>
                    <a:pt x="474" y="2804"/>
                  </a:cubicBezTo>
                  <a:cubicBezTo>
                    <a:pt x="560" y="2837"/>
                    <a:pt x="650" y="2850"/>
                    <a:pt x="741" y="2850"/>
                  </a:cubicBezTo>
                  <a:cubicBezTo>
                    <a:pt x="913" y="2850"/>
                    <a:pt x="1090" y="2804"/>
                    <a:pt x="1257" y="2754"/>
                  </a:cubicBezTo>
                  <a:lnTo>
                    <a:pt x="1257" y="2754"/>
                  </a:lnTo>
                  <a:cubicBezTo>
                    <a:pt x="1145" y="3139"/>
                    <a:pt x="1053" y="3564"/>
                    <a:pt x="1244" y="3913"/>
                  </a:cubicBezTo>
                  <a:cubicBezTo>
                    <a:pt x="1389" y="4182"/>
                    <a:pt x="1701" y="4340"/>
                    <a:pt x="2010" y="4340"/>
                  </a:cubicBezTo>
                  <a:cubicBezTo>
                    <a:pt x="2101" y="4340"/>
                    <a:pt x="2191" y="4326"/>
                    <a:pt x="2277" y="4298"/>
                  </a:cubicBezTo>
                  <a:cubicBezTo>
                    <a:pt x="2656" y="4169"/>
                    <a:pt x="2922" y="3791"/>
                    <a:pt x="2952" y="3393"/>
                  </a:cubicBezTo>
                  <a:cubicBezTo>
                    <a:pt x="3048" y="3500"/>
                    <a:pt x="3243" y="3553"/>
                    <a:pt x="3444" y="3553"/>
                  </a:cubicBezTo>
                  <a:cubicBezTo>
                    <a:pt x="3697" y="3553"/>
                    <a:pt x="3958" y="3469"/>
                    <a:pt x="4041" y="3304"/>
                  </a:cubicBezTo>
                  <a:cubicBezTo>
                    <a:pt x="4183" y="3011"/>
                    <a:pt x="4058" y="2636"/>
                    <a:pt x="3804" y="2425"/>
                  </a:cubicBezTo>
                  <a:lnTo>
                    <a:pt x="3804" y="2425"/>
                  </a:lnTo>
                  <a:cubicBezTo>
                    <a:pt x="3826" y="2428"/>
                    <a:pt x="3847" y="2429"/>
                    <a:pt x="3868" y="2429"/>
                  </a:cubicBezTo>
                  <a:cubicBezTo>
                    <a:pt x="4108" y="2429"/>
                    <a:pt x="4346" y="2280"/>
                    <a:pt x="4443" y="2057"/>
                  </a:cubicBezTo>
                  <a:cubicBezTo>
                    <a:pt x="4551" y="1813"/>
                    <a:pt x="4482" y="1510"/>
                    <a:pt x="4278" y="1336"/>
                  </a:cubicBezTo>
                  <a:cubicBezTo>
                    <a:pt x="4125" y="1205"/>
                    <a:pt x="3928" y="1163"/>
                    <a:pt x="3723" y="1163"/>
                  </a:cubicBezTo>
                  <a:cubicBezTo>
                    <a:pt x="3571" y="1163"/>
                    <a:pt x="3415" y="1186"/>
                    <a:pt x="3268" y="1214"/>
                  </a:cubicBezTo>
                  <a:cubicBezTo>
                    <a:pt x="3281" y="971"/>
                    <a:pt x="3264" y="721"/>
                    <a:pt x="3166" y="497"/>
                  </a:cubicBezTo>
                  <a:cubicBezTo>
                    <a:pt x="3070" y="276"/>
                    <a:pt x="2879" y="82"/>
                    <a:pt x="2646" y="20"/>
                  </a:cubicBezTo>
                  <a:cubicBezTo>
                    <a:pt x="2593" y="7"/>
                    <a:pt x="2540" y="0"/>
                    <a:pt x="24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659" name="Google Shape;1659;p57"/>
            <p:cNvSpPr/>
            <p:nvPr/>
          </p:nvSpPr>
          <p:spPr>
            <a:xfrm flipH="1">
              <a:off x="7135707" y="1571260"/>
              <a:ext cx="68204" cy="9249"/>
            </a:xfrm>
            <a:custGeom>
              <a:avLst/>
              <a:gdLst/>
              <a:ahLst/>
              <a:cxnLst/>
              <a:rect l="l" t="t" r="r" b="b"/>
              <a:pathLst>
                <a:path w="1025" h="139" extrusionOk="0">
                  <a:moveTo>
                    <a:pt x="489" y="0"/>
                  </a:moveTo>
                  <a:cubicBezTo>
                    <a:pt x="323" y="0"/>
                    <a:pt x="153" y="28"/>
                    <a:pt x="1" y="96"/>
                  </a:cubicBezTo>
                  <a:cubicBezTo>
                    <a:pt x="141" y="70"/>
                    <a:pt x="277" y="54"/>
                    <a:pt x="415" y="54"/>
                  </a:cubicBezTo>
                  <a:cubicBezTo>
                    <a:pt x="448" y="54"/>
                    <a:pt x="481" y="55"/>
                    <a:pt x="514" y="57"/>
                  </a:cubicBezTo>
                  <a:cubicBezTo>
                    <a:pt x="689" y="63"/>
                    <a:pt x="856" y="93"/>
                    <a:pt x="1024" y="139"/>
                  </a:cubicBezTo>
                  <a:cubicBezTo>
                    <a:pt x="873" y="50"/>
                    <a:pt x="695" y="10"/>
                    <a:pt x="517" y="1"/>
                  </a:cubicBezTo>
                  <a:cubicBezTo>
                    <a:pt x="508" y="0"/>
                    <a:pt x="498" y="0"/>
                    <a:pt x="4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660" name="Google Shape;1660;p57"/>
            <p:cNvSpPr/>
            <p:nvPr/>
          </p:nvSpPr>
          <p:spPr>
            <a:xfrm flipH="1">
              <a:off x="7092123" y="1500128"/>
              <a:ext cx="11245" cy="55627"/>
            </a:xfrm>
            <a:custGeom>
              <a:avLst/>
              <a:gdLst/>
              <a:ahLst/>
              <a:cxnLst/>
              <a:rect l="l" t="t" r="r" b="b"/>
              <a:pathLst>
                <a:path w="169" h="836" extrusionOk="0">
                  <a:moveTo>
                    <a:pt x="168" y="0"/>
                  </a:moveTo>
                  <a:cubicBezTo>
                    <a:pt x="145" y="73"/>
                    <a:pt x="122" y="138"/>
                    <a:pt x="106" y="207"/>
                  </a:cubicBezTo>
                  <a:cubicBezTo>
                    <a:pt x="86" y="273"/>
                    <a:pt x="73" y="342"/>
                    <a:pt x="56" y="411"/>
                  </a:cubicBezTo>
                  <a:cubicBezTo>
                    <a:pt x="30" y="553"/>
                    <a:pt x="7" y="691"/>
                    <a:pt x="0" y="836"/>
                  </a:cubicBezTo>
                  <a:cubicBezTo>
                    <a:pt x="50" y="701"/>
                    <a:pt x="82" y="566"/>
                    <a:pt x="112" y="425"/>
                  </a:cubicBezTo>
                  <a:cubicBezTo>
                    <a:pt x="122" y="356"/>
                    <a:pt x="138" y="286"/>
                    <a:pt x="148" y="214"/>
                  </a:cubicBezTo>
                  <a:cubicBezTo>
                    <a:pt x="155" y="145"/>
                    <a:pt x="165" y="73"/>
                    <a:pt x="1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661" name="Google Shape;1661;p57"/>
            <p:cNvSpPr/>
            <p:nvPr/>
          </p:nvSpPr>
          <p:spPr>
            <a:xfrm flipH="1">
              <a:off x="7013738" y="1569530"/>
              <a:ext cx="49772" cy="14972"/>
            </a:xfrm>
            <a:custGeom>
              <a:avLst/>
              <a:gdLst/>
              <a:ahLst/>
              <a:cxnLst/>
              <a:rect l="l" t="t" r="r" b="b"/>
              <a:pathLst>
                <a:path w="748" h="225" extrusionOk="0">
                  <a:moveTo>
                    <a:pt x="642" y="0"/>
                  </a:moveTo>
                  <a:cubicBezTo>
                    <a:pt x="543" y="0"/>
                    <a:pt x="444" y="16"/>
                    <a:pt x="352" y="43"/>
                  </a:cubicBezTo>
                  <a:cubicBezTo>
                    <a:pt x="224" y="83"/>
                    <a:pt x="105" y="139"/>
                    <a:pt x="0" y="224"/>
                  </a:cubicBezTo>
                  <a:cubicBezTo>
                    <a:pt x="125" y="181"/>
                    <a:pt x="244" y="132"/>
                    <a:pt x="369" y="92"/>
                  </a:cubicBezTo>
                  <a:cubicBezTo>
                    <a:pt x="490" y="56"/>
                    <a:pt x="615" y="30"/>
                    <a:pt x="747" y="7"/>
                  </a:cubicBezTo>
                  <a:cubicBezTo>
                    <a:pt x="712" y="3"/>
                    <a:pt x="677" y="0"/>
                    <a:pt x="64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662" name="Google Shape;1662;p57"/>
            <p:cNvSpPr/>
            <p:nvPr/>
          </p:nvSpPr>
          <p:spPr>
            <a:xfrm flipH="1">
              <a:off x="7040687" y="1611118"/>
              <a:ext cx="42785" cy="30475"/>
            </a:xfrm>
            <a:custGeom>
              <a:avLst/>
              <a:gdLst/>
              <a:ahLst/>
              <a:cxnLst/>
              <a:rect l="l" t="t" r="r" b="b"/>
              <a:pathLst>
                <a:path w="643" h="458" extrusionOk="0">
                  <a:moveTo>
                    <a:pt x="1" y="1"/>
                  </a:moveTo>
                  <a:lnTo>
                    <a:pt x="1" y="1"/>
                  </a:lnTo>
                  <a:cubicBezTo>
                    <a:pt x="126" y="53"/>
                    <a:pt x="244" y="116"/>
                    <a:pt x="346" y="191"/>
                  </a:cubicBezTo>
                  <a:cubicBezTo>
                    <a:pt x="458" y="267"/>
                    <a:pt x="553" y="356"/>
                    <a:pt x="642" y="458"/>
                  </a:cubicBezTo>
                  <a:cubicBezTo>
                    <a:pt x="583" y="333"/>
                    <a:pt x="491" y="231"/>
                    <a:pt x="379" y="149"/>
                  </a:cubicBezTo>
                  <a:cubicBezTo>
                    <a:pt x="267" y="70"/>
                    <a:pt x="136" y="10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663" name="Google Shape;1663;p57"/>
            <p:cNvSpPr/>
            <p:nvPr/>
          </p:nvSpPr>
          <p:spPr>
            <a:xfrm flipH="1">
              <a:off x="7121733" y="1621432"/>
              <a:ext cx="9648" cy="44049"/>
            </a:xfrm>
            <a:custGeom>
              <a:avLst/>
              <a:gdLst/>
              <a:ahLst/>
              <a:cxnLst/>
              <a:rect l="l" t="t" r="r" b="b"/>
              <a:pathLst>
                <a:path w="145" h="662" extrusionOk="0">
                  <a:moveTo>
                    <a:pt x="145" y="0"/>
                  </a:moveTo>
                  <a:lnTo>
                    <a:pt x="145" y="0"/>
                  </a:lnTo>
                  <a:cubicBezTo>
                    <a:pt x="99" y="109"/>
                    <a:pt x="72" y="217"/>
                    <a:pt x="46" y="326"/>
                  </a:cubicBezTo>
                  <a:cubicBezTo>
                    <a:pt x="33" y="382"/>
                    <a:pt x="26" y="438"/>
                    <a:pt x="16" y="494"/>
                  </a:cubicBezTo>
                  <a:cubicBezTo>
                    <a:pt x="10" y="546"/>
                    <a:pt x="0" y="606"/>
                    <a:pt x="0" y="662"/>
                  </a:cubicBezTo>
                  <a:cubicBezTo>
                    <a:pt x="26" y="609"/>
                    <a:pt x="43" y="556"/>
                    <a:pt x="59" y="504"/>
                  </a:cubicBezTo>
                  <a:cubicBezTo>
                    <a:pt x="76" y="448"/>
                    <a:pt x="86" y="392"/>
                    <a:pt x="99" y="339"/>
                  </a:cubicBezTo>
                  <a:cubicBezTo>
                    <a:pt x="125" y="227"/>
                    <a:pt x="142" y="115"/>
                    <a:pt x="14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664" name="Google Shape;1664;p57"/>
            <p:cNvSpPr/>
            <p:nvPr/>
          </p:nvSpPr>
          <p:spPr>
            <a:xfrm flipH="1">
              <a:off x="7054462" y="1535528"/>
              <a:ext cx="109591" cy="101939"/>
            </a:xfrm>
            <a:custGeom>
              <a:avLst/>
              <a:gdLst/>
              <a:ahLst/>
              <a:cxnLst/>
              <a:rect l="l" t="t" r="r" b="b"/>
              <a:pathLst>
                <a:path w="1647" h="1532" extrusionOk="0">
                  <a:moveTo>
                    <a:pt x="823" y="1"/>
                  </a:moveTo>
                  <a:cubicBezTo>
                    <a:pt x="457" y="1"/>
                    <a:pt x="132" y="268"/>
                    <a:pt x="73" y="646"/>
                  </a:cubicBezTo>
                  <a:cubicBezTo>
                    <a:pt x="1" y="1061"/>
                    <a:pt x="287" y="1456"/>
                    <a:pt x="705" y="1522"/>
                  </a:cubicBezTo>
                  <a:cubicBezTo>
                    <a:pt x="747" y="1529"/>
                    <a:pt x="789" y="1532"/>
                    <a:pt x="831" y="1532"/>
                  </a:cubicBezTo>
                  <a:cubicBezTo>
                    <a:pt x="1199" y="1532"/>
                    <a:pt x="1524" y="1265"/>
                    <a:pt x="1584" y="890"/>
                  </a:cubicBezTo>
                  <a:cubicBezTo>
                    <a:pt x="1646" y="469"/>
                    <a:pt x="1363" y="77"/>
                    <a:pt x="948" y="11"/>
                  </a:cubicBezTo>
                  <a:cubicBezTo>
                    <a:pt x="906" y="4"/>
                    <a:pt x="865" y="1"/>
                    <a:pt x="82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665" name="Google Shape;1665;p57"/>
            <p:cNvSpPr/>
            <p:nvPr/>
          </p:nvSpPr>
          <p:spPr>
            <a:xfrm flipH="1">
              <a:off x="7190006" y="1228576"/>
              <a:ext cx="207472" cy="138669"/>
            </a:xfrm>
            <a:custGeom>
              <a:avLst/>
              <a:gdLst/>
              <a:ahLst/>
              <a:cxnLst/>
              <a:rect l="l" t="t" r="r" b="b"/>
              <a:pathLst>
                <a:path w="3118" h="2084" extrusionOk="0">
                  <a:moveTo>
                    <a:pt x="820" y="1"/>
                  </a:moveTo>
                  <a:cubicBezTo>
                    <a:pt x="501" y="343"/>
                    <a:pt x="225" y="725"/>
                    <a:pt x="1" y="1136"/>
                  </a:cubicBezTo>
                  <a:cubicBezTo>
                    <a:pt x="218" y="1639"/>
                    <a:pt x="922" y="2038"/>
                    <a:pt x="1472" y="2080"/>
                  </a:cubicBezTo>
                  <a:cubicBezTo>
                    <a:pt x="1504" y="2083"/>
                    <a:pt x="1536" y="2084"/>
                    <a:pt x="1569" y="2084"/>
                  </a:cubicBezTo>
                  <a:cubicBezTo>
                    <a:pt x="2086" y="2084"/>
                    <a:pt x="2631" y="1822"/>
                    <a:pt x="3117" y="1643"/>
                  </a:cubicBezTo>
                  <a:cubicBezTo>
                    <a:pt x="2969" y="1136"/>
                    <a:pt x="2781" y="639"/>
                    <a:pt x="2564" y="162"/>
                  </a:cubicBezTo>
                  <a:cubicBezTo>
                    <a:pt x="2271" y="517"/>
                    <a:pt x="1942" y="840"/>
                    <a:pt x="1587" y="1129"/>
                  </a:cubicBezTo>
                  <a:cubicBezTo>
                    <a:pt x="1565" y="1146"/>
                    <a:pt x="1540" y="1162"/>
                    <a:pt x="1515" y="1162"/>
                  </a:cubicBezTo>
                  <a:cubicBezTo>
                    <a:pt x="1509" y="1162"/>
                    <a:pt x="1504" y="1161"/>
                    <a:pt x="1498" y="1159"/>
                  </a:cubicBezTo>
                  <a:cubicBezTo>
                    <a:pt x="1478" y="1149"/>
                    <a:pt x="1472" y="1126"/>
                    <a:pt x="1462" y="1103"/>
                  </a:cubicBezTo>
                  <a:cubicBezTo>
                    <a:pt x="1314" y="702"/>
                    <a:pt x="1097" y="326"/>
                    <a:pt x="8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666" name="Google Shape;1666;p57"/>
            <p:cNvSpPr/>
            <p:nvPr/>
          </p:nvSpPr>
          <p:spPr>
            <a:xfrm flipH="1">
              <a:off x="7308714" y="1459605"/>
              <a:ext cx="116578" cy="409088"/>
            </a:xfrm>
            <a:custGeom>
              <a:avLst/>
              <a:gdLst/>
              <a:ahLst/>
              <a:cxnLst/>
              <a:rect l="l" t="t" r="r" b="b"/>
              <a:pathLst>
                <a:path w="1752" h="6148" extrusionOk="0">
                  <a:moveTo>
                    <a:pt x="1646" y="0"/>
                  </a:moveTo>
                  <a:cubicBezTo>
                    <a:pt x="1406" y="2110"/>
                    <a:pt x="692" y="4143"/>
                    <a:pt x="1" y="6108"/>
                  </a:cubicBezTo>
                  <a:lnTo>
                    <a:pt x="103" y="6147"/>
                  </a:lnTo>
                  <a:cubicBezTo>
                    <a:pt x="794" y="4173"/>
                    <a:pt x="1511" y="2136"/>
                    <a:pt x="1752" y="14"/>
                  </a:cubicBezTo>
                  <a:lnTo>
                    <a:pt x="164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667" name="Google Shape;1667;p57"/>
            <p:cNvSpPr/>
            <p:nvPr/>
          </p:nvSpPr>
          <p:spPr>
            <a:xfrm flipH="1">
              <a:off x="7151081" y="1231637"/>
              <a:ext cx="285124" cy="264829"/>
            </a:xfrm>
            <a:custGeom>
              <a:avLst/>
              <a:gdLst/>
              <a:ahLst/>
              <a:cxnLst/>
              <a:rect l="l" t="t" r="r" b="b"/>
              <a:pathLst>
                <a:path w="4285" h="3980" extrusionOk="0">
                  <a:moveTo>
                    <a:pt x="2172" y="1"/>
                  </a:moveTo>
                  <a:cubicBezTo>
                    <a:pt x="1846" y="409"/>
                    <a:pt x="1527" y="820"/>
                    <a:pt x="1201" y="1228"/>
                  </a:cubicBezTo>
                  <a:cubicBezTo>
                    <a:pt x="1188" y="1245"/>
                    <a:pt x="1172" y="1261"/>
                    <a:pt x="1152" y="1264"/>
                  </a:cubicBezTo>
                  <a:cubicBezTo>
                    <a:pt x="1151" y="1265"/>
                    <a:pt x="1149" y="1265"/>
                    <a:pt x="1148" y="1265"/>
                  </a:cubicBezTo>
                  <a:cubicBezTo>
                    <a:pt x="1120" y="1265"/>
                    <a:pt x="1102" y="1237"/>
                    <a:pt x="1086" y="1215"/>
                  </a:cubicBezTo>
                  <a:cubicBezTo>
                    <a:pt x="856" y="837"/>
                    <a:pt x="580" y="471"/>
                    <a:pt x="349" y="96"/>
                  </a:cubicBezTo>
                  <a:cubicBezTo>
                    <a:pt x="155" y="672"/>
                    <a:pt x="0" y="1268"/>
                    <a:pt x="23" y="1873"/>
                  </a:cubicBezTo>
                  <a:cubicBezTo>
                    <a:pt x="50" y="2479"/>
                    <a:pt x="280" y="3094"/>
                    <a:pt x="744" y="3482"/>
                  </a:cubicBezTo>
                  <a:cubicBezTo>
                    <a:pt x="1024" y="3716"/>
                    <a:pt x="1379" y="3854"/>
                    <a:pt x="1735" y="3930"/>
                  </a:cubicBezTo>
                  <a:cubicBezTo>
                    <a:pt x="1884" y="3958"/>
                    <a:pt x="2039" y="3980"/>
                    <a:pt x="2192" y="3980"/>
                  </a:cubicBezTo>
                  <a:cubicBezTo>
                    <a:pt x="2252" y="3980"/>
                    <a:pt x="2311" y="3977"/>
                    <a:pt x="2370" y="3969"/>
                  </a:cubicBezTo>
                  <a:cubicBezTo>
                    <a:pt x="3140" y="3880"/>
                    <a:pt x="3702" y="3186"/>
                    <a:pt x="3969" y="2456"/>
                  </a:cubicBezTo>
                  <a:cubicBezTo>
                    <a:pt x="4232" y="1742"/>
                    <a:pt x="4285" y="949"/>
                    <a:pt x="4120" y="198"/>
                  </a:cubicBezTo>
                  <a:lnTo>
                    <a:pt x="4120" y="198"/>
                  </a:lnTo>
                  <a:cubicBezTo>
                    <a:pt x="3824" y="577"/>
                    <a:pt x="3433" y="972"/>
                    <a:pt x="3140" y="1360"/>
                  </a:cubicBezTo>
                  <a:cubicBezTo>
                    <a:pt x="3123" y="1380"/>
                    <a:pt x="3100" y="1399"/>
                    <a:pt x="3077" y="1399"/>
                  </a:cubicBezTo>
                  <a:cubicBezTo>
                    <a:pt x="3048" y="1396"/>
                    <a:pt x="3031" y="1363"/>
                    <a:pt x="3018" y="1334"/>
                  </a:cubicBezTo>
                  <a:cubicBezTo>
                    <a:pt x="2830" y="840"/>
                    <a:pt x="2537" y="383"/>
                    <a:pt x="217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668" name="Google Shape;1668;p57"/>
            <p:cNvSpPr/>
            <p:nvPr/>
          </p:nvSpPr>
          <p:spPr>
            <a:xfrm flipH="1">
              <a:off x="6724754" y="1321666"/>
              <a:ext cx="195361" cy="148983"/>
            </a:xfrm>
            <a:custGeom>
              <a:avLst/>
              <a:gdLst/>
              <a:ahLst/>
              <a:cxnLst/>
              <a:rect l="l" t="t" r="r" b="b"/>
              <a:pathLst>
                <a:path w="2936" h="2239" extrusionOk="0">
                  <a:moveTo>
                    <a:pt x="1047" y="0"/>
                  </a:moveTo>
                  <a:cubicBezTo>
                    <a:pt x="659" y="270"/>
                    <a:pt x="310" y="583"/>
                    <a:pt x="1" y="935"/>
                  </a:cubicBezTo>
                  <a:cubicBezTo>
                    <a:pt x="109" y="1474"/>
                    <a:pt x="708" y="2017"/>
                    <a:pt x="1235" y="2172"/>
                  </a:cubicBezTo>
                  <a:cubicBezTo>
                    <a:pt x="1398" y="2220"/>
                    <a:pt x="1573" y="2238"/>
                    <a:pt x="1751" y="2238"/>
                  </a:cubicBezTo>
                  <a:cubicBezTo>
                    <a:pt x="2146" y="2238"/>
                    <a:pt x="2562" y="2150"/>
                    <a:pt x="2936" y="2100"/>
                  </a:cubicBezTo>
                  <a:cubicBezTo>
                    <a:pt x="2896" y="1573"/>
                    <a:pt x="2827" y="1050"/>
                    <a:pt x="2715" y="537"/>
                  </a:cubicBezTo>
                  <a:cubicBezTo>
                    <a:pt x="2353" y="816"/>
                    <a:pt x="1965" y="1063"/>
                    <a:pt x="1554" y="1267"/>
                  </a:cubicBezTo>
                  <a:cubicBezTo>
                    <a:pt x="1534" y="1276"/>
                    <a:pt x="1511" y="1286"/>
                    <a:pt x="1491" y="1286"/>
                  </a:cubicBezTo>
                  <a:cubicBezTo>
                    <a:pt x="1480" y="1286"/>
                    <a:pt x="1470" y="1284"/>
                    <a:pt x="1462" y="1277"/>
                  </a:cubicBezTo>
                  <a:cubicBezTo>
                    <a:pt x="1445" y="1264"/>
                    <a:pt x="1442" y="1241"/>
                    <a:pt x="1439" y="1215"/>
                  </a:cubicBezTo>
                  <a:cubicBezTo>
                    <a:pt x="1379" y="790"/>
                    <a:pt x="1248" y="379"/>
                    <a:pt x="104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669" name="Google Shape;1669;p57"/>
            <p:cNvSpPr/>
            <p:nvPr/>
          </p:nvSpPr>
          <p:spPr>
            <a:xfrm flipH="1">
              <a:off x="6866818" y="1553561"/>
              <a:ext cx="201284" cy="377282"/>
            </a:xfrm>
            <a:custGeom>
              <a:avLst/>
              <a:gdLst/>
              <a:ahLst/>
              <a:cxnLst/>
              <a:rect l="l" t="t" r="r" b="b"/>
              <a:pathLst>
                <a:path w="3025" h="5670" extrusionOk="0">
                  <a:moveTo>
                    <a:pt x="2922" y="0"/>
                  </a:moveTo>
                  <a:cubicBezTo>
                    <a:pt x="2234" y="2007"/>
                    <a:pt x="1099" y="3837"/>
                    <a:pt x="0" y="5611"/>
                  </a:cubicBezTo>
                  <a:lnTo>
                    <a:pt x="92" y="5670"/>
                  </a:lnTo>
                  <a:cubicBezTo>
                    <a:pt x="1188" y="3893"/>
                    <a:pt x="2330" y="2053"/>
                    <a:pt x="3024" y="33"/>
                  </a:cubicBezTo>
                  <a:lnTo>
                    <a:pt x="292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670" name="Google Shape;1670;p57"/>
            <p:cNvSpPr/>
            <p:nvPr/>
          </p:nvSpPr>
          <p:spPr>
            <a:xfrm flipH="1">
              <a:off x="6677245" y="1315544"/>
              <a:ext cx="297168" cy="281531"/>
            </a:xfrm>
            <a:custGeom>
              <a:avLst/>
              <a:gdLst/>
              <a:ahLst/>
              <a:cxnLst/>
              <a:rect l="l" t="t" r="r" b="b"/>
              <a:pathLst>
                <a:path w="4466" h="4231" extrusionOk="0">
                  <a:moveTo>
                    <a:pt x="807" y="0"/>
                  </a:moveTo>
                  <a:cubicBezTo>
                    <a:pt x="494" y="517"/>
                    <a:pt x="208" y="1070"/>
                    <a:pt x="106" y="1665"/>
                  </a:cubicBezTo>
                  <a:cubicBezTo>
                    <a:pt x="0" y="2261"/>
                    <a:pt x="89" y="2916"/>
                    <a:pt x="461" y="3393"/>
                  </a:cubicBezTo>
                  <a:cubicBezTo>
                    <a:pt x="682" y="3686"/>
                    <a:pt x="998" y="3893"/>
                    <a:pt x="1330" y="4048"/>
                  </a:cubicBezTo>
                  <a:cubicBezTo>
                    <a:pt x="1531" y="4133"/>
                    <a:pt x="1731" y="4202"/>
                    <a:pt x="1945" y="4222"/>
                  </a:cubicBezTo>
                  <a:cubicBezTo>
                    <a:pt x="1996" y="4227"/>
                    <a:pt x="2047" y="4230"/>
                    <a:pt x="2097" y="4230"/>
                  </a:cubicBezTo>
                  <a:cubicBezTo>
                    <a:pt x="2806" y="4230"/>
                    <a:pt x="3444" y="3702"/>
                    <a:pt x="3834" y="3093"/>
                  </a:cubicBezTo>
                  <a:cubicBezTo>
                    <a:pt x="4245" y="2452"/>
                    <a:pt x="4466" y="1685"/>
                    <a:pt x="4466" y="922"/>
                  </a:cubicBezTo>
                  <a:lnTo>
                    <a:pt x="4466" y="922"/>
                  </a:lnTo>
                  <a:cubicBezTo>
                    <a:pt x="4091" y="1224"/>
                    <a:pt x="3627" y="1530"/>
                    <a:pt x="3258" y="1830"/>
                  </a:cubicBezTo>
                  <a:cubicBezTo>
                    <a:pt x="3240" y="1843"/>
                    <a:pt x="3222" y="1856"/>
                    <a:pt x="3202" y="1856"/>
                  </a:cubicBezTo>
                  <a:cubicBezTo>
                    <a:pt x="3197" y="1856"/>
                    <a:pt x="3191" y="1855"/>
                    <a:pt x="3186" y="1853"/>
                  </a:cubicBezTo>
                  <a:cubicBezTo>
                    <a:pt x="3153" y="1846"/>
                    <a:pt x="3146" y="1810"/>
                    <a:pt x="3143" y="1780"/>
                  </a:cubicBezTo>
                  <a:cubicBezTo>
                    <a:pt x="3061" y="1257"/>
                    <a:pt x="2873" y="750"/>
                    <a:pt x="2600" y="300"/>
                  </a:cubicBezTo>
                  <a:cubicBezTo>
                    <a:pt x="2195" y="632"/>
                    <a:pt x="1794" y="961"/>
                    <a:pt x="1389" y="1290"/>
                  </a:cubicBezTo>
                  <a:cubicBezTo>
                    <a:pt x="1377" y="1302"/>
                    <a:pt x="1360" y="1317"/>
                    <a:pt x="1342" y="1317"/>
                  </a:cubicBezTo>
                  <a:cubicBezTo>
                    <a:pt x="1340" y="1317"/>
                    <a:pt x="1338" y="1317"/>
                    <a:pt x="1336" y="1316"/>
                  </a:cubicBezTo>
                  <a:cubicBezTo>
                    <a:pt x="1307" y="1310"/>
                    <a:pt x="1290" y="1277"/>
                    <a:pt x="1284" y="1251"/>
                  </a:cubicBezTo>
                  <a:cubicBezTo>
                    <a:pt x="1139" y="833"/>
                    <a:pt x="948" y="415"/>
                    <a:pt x="80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671" name="Google Shape;1671;p57"/>
            <p:cNvSpPr/>
            <p:nvPr/>
          </p:nvSpPr>
          <p:spPr>
            <a:xfrm flipH="1">
              <a:off x="7371130" y="1574854"/>
              <a:ext cx="188375" cy="161293"/>
            </a:xfrm>
            <a:custGeom>
              <a:avLst/>
              <a:gdLst/>
              <a:ahLst/>
              <a:cxnLst/>
              <a:rect l="l" t="t" r="r" b="b"/>
              <a:pathLst>
                <a:path w="2831" h="2424" extrusionOk="0">
                  <a:moveTo>
                    <a:pt x="2272" y="1"/>
                  </a:moveTo>
                  <a:cubicBezTo>
                    <a:pt x="1837" y="1"/>
                    <a:pt x="1234" y="80"/>
                    <a:pt x="787" y="450"/>
                  </a:cubicBezTo>
                  <a:cubicBezTo>
                    <a:pt x="7" y="1092"/>
                    <a:pt x="1" y="2378"/>
                    <a:pt x="1" y="2378"/>
                  </a:cubicBezTo>
                  <a:cubicBezTo>
                    <a:pt x="1" y="2378"/>
                    <a:pt x="235" y="2424"/>
                    <a:pt x="564" y="2424"/>
                  </a:cubicBezTo>
                  <a:cubicBezTo>
                    <a:pt x="999" y="2424"/>
                    <a:pt x="1601" y="2344"/>
                    <a:pt x="2048" y="1977"/>
                  </a:cubicBezTo>
                  <a:cubicBezTo>
                    <a:pt x="2827" y="1329"/>
                    <a:pt x="2831" y="45"/>
                    <a:pt x="2831" y="45"/>
                  </a:cubicBezTo>
                  <a:cubicBezTo>
                    <a:pt x="2831" y="45"/>
                    <a:pt x="2599" y="1"/>
                    <a:pt x="22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672" name="Google Shape;1672;p57"/>
            <p:cNvSpPr/>
            <p:nvPr/>
          </p:nvSpPr>
          <p:spPr>
            <a:xfrm flipH="1">
              <a:off x="7396282" y="1597078"/>
              <a:ext cx="162358" cy="134743"/>
            </a:xfrm>
            <a:custGeom>
              <a:avLst/>
              <a:gdLst/>
              <a:ahLst/>
              <a:cxnLst/>
              <a:rect l="l" t="t" r="r" b="b"/>
              <a:pathLst>
                <a:path w="2440" h="2025" extrusionOk="0">
                  <a:moveTo>
                    <a:pt x="2439" y="1"/>
                  </a:moveTo>
                  <a:cubicBezTo>
                    <a:pt x="2189" y="93"/>
                    <a:pt x="1946" y="215"/>
                    <a:pt x="1715" y="350"/>
                  </a:cubicBezTo>
                  <a:cubicBezTo>
                    <a:pt x="1485" y="485"/>
                    <a:pt x="1264" y="643"/>
                    <a:pt x="1057" y="814"/>
                  </a:cubicBezTo>
                  <a:cubicBezTo>
                    <a:pt x="850" y="988"/>
                    <a:pt x="656" y="1176"/>
                    <a:pt x="478" y="1380"/>
                  </a:cubicBezTo>
                  <a:cubicBezTo>
                    <a:pt x="300" y="1580"/>
                    <a:pt x="142" y="1794"/>
                    <a:pt x="1" y="2025"/>
                  </a:cubicBezTo>
                  <a:cubicBezTo>
                    <a:pt x="165" y="1814"/>
                    <a:pt x="343" y="1613"/>
                    <a:pt x="524" y="1419"/>
                  </a:cubicBezTo>
                  <a:cubicBezTo>
                    <a:pt x="708" y="1225"/>
                    <a:pt x="903" y="1044"/>
                    <a:pt x="1107" y="876"/>
                  </a:cubicBezTo>
                  <a:cubicBezTo>
                    <a:pt x="1314" y="708"/>
                    <a:pt x="1528" y="550"/>
                    <a:pt x="1748" y="402"/>
                  </a:cubicBezTo>
                  <a:cubicBezTo>
                    <a:pt x="1972" y="258"/>
                    <a:pt x="2202" y="123"/>
                    <a:pt x="24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673" name="Google Shape;1673;p57"/>
            <p:cNvSpPr/>
            <p:nvPr/>
          </p:nvSpPr>
          <p:spPr>
            <a:xfrm flipH="1">
              <a:off x="7176432" y="1667412"/>
              <a:ext cx="188641" cy="161027"/>
            </a:xfrm>
            <a:custGeom>
              <a:avLst/>
              <a:gdLst/>
              <a:ahLst/>
              <a:cxnLst/>
              <a:rect l="l" t="t" r="r" b="b"/>
              <a:pathLst>
                <a:path w="2835" h="2420" extrusionOk="0">
                  <a:moveTo>
                    <a:pt x="566" y="1"/>
                  </a:moveTo>
                  <a:cubicBezTo>
                    <a:pt x="236" y="1"/>
                    <a:pt x="1" y="46"/>
                    <a:pt x="1" y="46"/>
                  </a:cubicBezTo>
                  <a:cubicBezTo>
                    <a:pt x="1" y="46"/>
                    <a:pt x="7" y="1333"/>
                    <a:pt x="791" y="1975"/>
                  </a:cubicBezTo>
                  <a:cubicBezTo>
                    <a:pt x="1232" y="2340"/>
                    <a:pt x="1829" y="2419"/>
                    <a:pt x="2264" y="2419"/>
                  </a:cubicBezTo>
                  <a:cubicBezTo>
                    <a:pt x="2597" y="2419"/>
                    <a:pt x="2834" y="2373"/>
                    <a:pt x="2834" y="2373"/>
                  </a:cubicBezTo>
                  <a:cubicBezTo>
                    <a:pt x="2834" y="2373"/>
                    <a:pt x="2828" y="1086"/>
                    <a:pt x="2044" y="444"/>
                  </a:cubicBezTo>
                  <a:cubicBezTo>
                    <a:pt x="1601" y="80"/>
                    <a:pt x="1001" y="1"/>
                    <a:pt x="5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674" name="Google Shape;1674;p57"/>
            <p:cNvSpPr/>
            <p:nvPr/>
          </p:nvSpPr>
          <p:spPr>
            <a:xfrm flipH="1">
              <a:off x="7177762" y="1691500"/>
              <a:ext cx="163422" cy="133413"/>
            </a:xfrm>
            <a:custGeom>
              <a:avLst/>
              <a:gdLst/>
              <a:ahLst/>
              <a:cxnLst/>
              <a:rect l="l" t="t" r="r" b="b"/>
              <a:pathLst>
                <a:path w="2456" h="2005" extrusionOk="0">
                  <a:moveTo>
                    <a:pt x="1" y="0"/>
                  </a:moveTo>
                  <a:lnTo>
                    <a:pt x="1" y="0"/>
                  </a:lnTo>
                  <a:cubicBezTo>
                    <a:pt x="139" y="231"/>
                    <a:pt x="300" y="444"/>
                    <a:pt x="481" y="645"/>
                  </a:cubicBezTo>
                  <a:cubicBezTo>
                    <a:pt x="662" y="843"/>
                    <a:pt x="856" y="1030"/>
                    <a:pt x="1063" y="1201"/>
                  </a:cubicBezTo>
                  <a:cubicBezTo>
                    <a:pt x="1274" y="1376"/>
                    <a:pt x="1491" y="1527"/>
                    <a:pt x="1728" y="1662"/>
                  </a:cubicBezTo>
                  <a:cubicBezTo>
                    <a:pt x="1962" y="1797"/>
                    <a:pt x="2205" y="1912"/>
                    <a:pt x="2455" y="2004"/>
                  </a:cubicBezTo>
                  <a:cubicBezTo>
                    <a:pt x="2215" y="1879"/>
                    <a:pt x="1985" y="1748"/>
                    <a:pt x="1764" y="1606"/>
                  </a:cubicBezTo>
                  <a:cubicBezTo>
                    <a:pt x="1537" y="1461"/>
                    <a:pt x="1323" y="1303"/>
                    <a:pt x="1119" y="1135"/>
                  </a:cubicBezTo>
                  <a:cubicBezTo>
                    <a:pt x="912" y="971"/>
                    <a:pt x="715" y="790"/>
                    <a:pt x="530" y="599"/>
                  </a:cubicBezTo>
                  <a:cubicBezTo>
                    <a:pt x="346" y="408"/>
                    <a:pt x="168" y="211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675" name="Google Shape;1675;p57"/>
            <p:cNvSpPr/>
            <p:nvPr/>
          </p:nvSpPr>
          <p:spPr>
            <a:xfrm flipH="1">
              <a:off x="6809460" y="1699817"/>
              <a:ext cx="196692" cy="155437"/>
            </a:xfrm>
            <a:custGeom>
              <a:avLst/>
              <a:gdLst/>
              <a:ahLst/>
              <a:cxnLst/>
              <a:rect l="l" t="t" r="r" b="b"/>
              <a:pathLst>
                <a:path w="2956" h="2336" extrusionOk="0">
                  <a:moveTo>
                    <a:pt x="2202" y="1"/>
                  </a:moveTo>
                  <a:cubicBezTo>
                    <a:pt x="1792" y="1"/>
                    <a:pt x="1290" y="76"/>
                    <a:pt x="892" y="369"/>
                  </a:cubicBezTo>
                  <a:cubicBezTo>
                    <a:pt x="73" y="971"/>
                    <a:pt x="0" y="2254"/>
                    <a:pt x="0" y="2254"/>
                  </a:cubicBezTo>
                  <a:cubicBezTo>
                    <a:pt x="0" y="2254"/>
                    <a:pt x="324" y="2335"/>
                    <a:pt x="749" y="2335"/>
                  </a:cubicBezTo>
                  <a:cubicBezTo>
                    <a:pt x="1159" y="2335"/>
                    <a:pt x="1663" y="2260"/>
                    <a:pt x="2064" y="1965"/>
                  </a:cubicBezTo>
                  <a:cubicBezTo>
                    <a:pt x="2883" y="1366"/>
                    <a:pt x="2955" y="83"/>
                    <a:pt x="2955" y="83"/>
                  </a:cubicBezTo>
                  <a:cubicBezTo>
                    <a:pt x="2955" y="83"/>
                    <a:pt x="2629" y="1"/>
                    <a:pt x="22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676" name="Google Shape;1676;p57"/>
            <p:cNvSpPr/>
            <p:nvPr/>
          </p:nvSpPr>
          <p:spPr>
            <a:xfrm flipH="1">
              <a:off x="6835544" y="1722774"/>
              <a:ext cx="169744" cy="125561"/>
            </a:xfrm>
            <a:custGeom>
              <a:avLst/>
              <a:gdLst/>
              <a:ahLst/>
              <a:cxnLst/>
              <a:rect l="l" t="t" r="r" b="b"/>
              <a:pathLst>
                <a:path w="2551" h="1887" extrusionOk="0">
                  <a:moveTo>
                    <a:pt x="2551" y="1"/>
                  </a:moveTo>
                  <a:cubicBezTo>
                    <a:pt x="2294" y="83"/>
                    <a:pt x="2047" y="185"/>
                    <a:pt x="1807" y="307"/>
                  </a:cubicBezTo>
                  <a:cubicBezTo>
                    <a:pt x="1570" y="432"/>
                    <a:pt x="1343" y="577"/>
                    <a:pt x="1126" y="735"/>
                  </a:cubicBezTo>
                  <a:cubicBezTo>
                    <a:pt x="905" y="899"/>
                    <a:pt x="705" y="1074"/>
                    <a:pt x="517" y="1268"/>
                  </a:cubicBezTo>
                  <a:cubicBezTo>
                    <a:pt x="326" y="1459"/>
                    <a:pt x="155" y="1666"/>
                    <a:pt x="0" y="1886"/>
                  </a:cubicBezTo>
                  <a:cubicBezTo>
                    <a:pt x="178" y="1689"/>
                    <a:pt x="366" y="1498"/>
                    <a:pt x="560" y="1307"/>
                  </a:cubicBezTo>
                  <a:cubicBezTo>
                    <a:pt x="754" y="1129"/>
                    <a:pt x="961" y="958"/>
                    <a:pt x="1175" y="800"/>
                  </a:cubicBezTo>
                  <a:cubicBezTo>
                    <a:pt x="1389" y="646"/>
                    <a:pt x="1610" y="501"/>
                    <a:pt x="1840" y="366"/>
                  </a:cubicBezTo>
                  <a:cubicBezTo>
                    <a:pt x="2070" y="234"/>
                    <a:pt x="2310" y="109"/>
                    <a:pt x="25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677" name="Google Shape;1677;p57"/>
            <p:cNvSpPr/>
            <p:nvPr/>
          </p:nvSpPr>
          <p:spPr>
            <a:xfrm flipH="1">
              <a:off x="6574306" y="1822452"/>
              <a:ext cx="243536" cy="132082"/>
            </a:xfrm>
            <a:custGeom>
              <a:avLst/>
              <a:gdLst/>
              <a:ahLst/>
              <a:cxnLst/>
              <a:rect l="l" t="t" r="r" b="b"/>
              <a:pathLst>
                <a:path w="3660" h="1985" extrusionOk="0">
                  <a:moveTo>
                    <a:pt x="1795" y="0"/>
                  </a:moveTo>
                  <a:cubicBezTo>
                    <a:pt x="823" y="0"/>
                    <a:pt x="0" y="879"/>
                    <a:pt x="0" y="879"/>
                  </a:cubicBezTo>
                  <a:cubicBezTo>
                    <a:pt x="0" y="879"/>
                    <a:pt x="757" y="1918"/>
                    <a:pt x="1767" y="1981"/>
                  </a:cubicBezTo>
                  <a:cubicBezTo>
                    <a:pt x="1801" y="1983"/>
                    <a:pt x="1835" y="1984"/>
                    <a:pt x="1869" y="1984"/>
                  </a:cubicBezTo>
                  <a:cubicBezTo>
                    <a:pt x="2836" y="1984"/>
                    <a:pt x="3660" y="1106"/>
                    <a:pt x="3660" y="1106"/>
                  </a:cubicBezTo>
                  <a:cubicBezTo>
                    <a:pt x="3660" y="1106"/>
                    <a:pt x="2903" y="66"/>
                    <a:pt x="1892" y="3"/>
                  </a:cubicBezTo>
                  <a:cubicBezTo>
                    <a:pt x="1860" y="1"/>
                    <a:pt x="1827" y="0"/>
                    <a:pt x="17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678" name="Google Shape;1678;p57"/>
            <p:cNvSpPr/>
            <p:nvPr/>
          </p:nvSpPr>
          <p:spPr>
            <a:xfrm flipH="1">
              <a:off x="6606045" y="1869030"/>
              <a:ext cx="210466" cy="23954"/>
            </a:xfrm>
            <a:custGeom>
              <a:avLst/>
              <a:gdLst/>
              <a:ahLst/>
              <a:cxnLst/>
              <a:rect l="l" t="t" r="r" b="b"/>
              <a:pathLst>
                <a:path w="3163" h="360" extrusionOk="0">
                  <a:moveTo>
                    <a:pt x="1280" y="1"/>
                  </a:moveTo>
                  <a:cubicBezTo>
                    <a:pt x="1116" y="1"/>
                    <a:pt x="952" y="9"/>
                    <a:pt x="790" y="27"/>
                  </a:cubicBezTo>
                  <a:cubicBezTo>
                    <a:pt x="520" y="50"/>
                    <a:pt x="260" y="100"/>
                    <a:pt x="0" y="175"/>
                  </a:cubicBezTo>
                  <a:cubicBezTo>
                    <a:pt x="267" y="139"/>
                    <a:pt x="530" y="110"/>
                    <a:pt x="793" y="90"/>
                  </a:cubicBezTo>
                  <a:cubicBezTo>
                    <a:pt x="919" y="84"/>
                    <a:pt x="1045" y="80"/>
                    <a:pt x="1170" y="80"/>
                  </a:cubicBezTo>
                  <a:cubicBezTo>
                    <a:pt x="1311" y="80"/>
                    <a:pt x="1450" y="84"/>
                    <a:pt x="1589" y="93"/>
                  </a:cubicBezTo>
                  <a:cubicBezTo>
                    <a:pt x="1853" y="106"/>
                    <a:pt x="2116" y="139"/>
                    <a:pt x="2379" y="182"/>
                  </a:cubicBezTo>
                  <a:cubicBezTo>
                    <a:pt x="2642" y="231"/>
                    <a:pt x="2902" y="291"/>
                    <a:pt x="3162" y="360"/>
                  </a:cubicBezTo>
                  <a:cubicBezTo>
                    <a:pt x="2912" y="258"/>
                    <a:pt x="2656" y="179"/>
                    <a:pt x="2392" y="123"/>
                  </a:cubicBezTo>
                  <a:cubicBezTo>
                    <a:pt x="2129" y="63"/>
                    <a:pt x="1863" y="27"/>
                    <a:pt x="1596" y="11"/>
                  </a:cubicBezTo>
                  <a:cubicBezTo>
                    <a:pt x="1490" y="4"/>
                    <a:pt x="1385" y="1"/>
                    <a:pt x="12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679" name="Google Shape;1679;p57"/>
            <p:cNvSpPr/>
            <p:nvPr/>
          </p:nvSpPr>
          <p:spPr>
            <a:xfrm flipH="1">
              <a:off x="7218290" y="1983547"/>
              <a:ext cx="650362" cy="282130"/>
            </a:xfrm>
            <a:custGeom>
              <a:avLst/>
              <a:gdLst/>
              <a:ahLst/>
              <a:cxnLst/>
              <a:rect l="l" t="t" r="r" b="b"/>
              <a:pathLst>
                <a:path w="9774" h="4240" extrusionOk="0">
                  <a:moveTo>
                    <a:pt x="9774" y="1"/>
                  </a:moveTo>
                  <a:cubicBezTo>
                    <a:pt x="9083" y="827"/>
                    <a:pt x="8260" y="1538"/>
                    <a:pt x="7355" y="2097"/>
                  </a:cubicBezTo>
                  <a:cubicBezTo>
                    <a:pt x="7243" y="2166"/>
                    <a:pt x="7125" y="2235"/>
                    <a:pt x="7009" y="2298"/>
                  </a:cubicBezTo>
                  <a:cubicBezTo>
                    <a:pt x="6894" y="2364"/>
                    <a:pt x="6769" y="2426"/>
                    <a:pt x="6641" y="2443"/>
                  </a:cubicBezTo>
                  <a:cubicBezTo>
                    <a:pt x="6621" y="2445"/>
                    <a:pt x="6602" y="2446"/>
                    <a:pt x="6582" y="2446"/>
                  </a:cubicBezTo>
                  <a:cubicBezTo>
                    <a:pt x="6474" y="2446"/>
                    <a:pt x="6364" y="2409"/>
                    <a:pt x="6292" y="2331"/>
                  </a:cubicBezTo>
                  <a:cubicBezTo>
                    <a:pt x="6253" y="2288"/>
                    <a:pt x="6226" y="2225"/>
                    <a:pt x="6226" y="2163"/>
                  </a:cubicBezTo>
                  <a:cubicBezTo>
                    <a:pt x="6223" y="2100"/>
                    <a:pt x="6239" y="2038"/>
                    <a:pt x="6259" y="1975"/>
                  </a:cubicBezTo>
                  <a:cubicBezTo>
                    <a:pt x="6440" y="1475"/>
                    <a:pt x="6710" y="1001"/>
                    <a:pt x="7039" y="580"/>
                  </a:cubicBezTo>
                  <a:lnTo>
                    <a:pt x="6996" y="547"/>
                  </a:lnTo>
                  <a:cubicBezTo>
                    <a:pt x="6995" y="548"/>
                    <a:pt x="6994" y="549"/>
                    <a:pt x="6993" y="550"/>
                  </a:cubicBezTo>
                  <a:lnTo>
                    <a:pt x="6993" y="550"/>
                  </a:lnTo>
                  <a:lnTo>
                    <a:pt x="6990" y="547"/>
                  </a:lnTo>
                  <a:cubicBezTo>
                    <a:pt x="6977" y="564"/>
                    <a:pt x="6965" y="580"/>
                    <a:pt x="6952" y="596"/>
                  </a:cubicBezTo>
                  <a:lnTo>
                    <a:pt x="6952" y="596"/>
                  </a:lnTo>
                  <a:cubicBezTo>
                    <a:pt x="6516" y="1081"/>
                    <a:pt x="6038" y="1525"/>
                    <a:pt x="5525" y="1926"/>
                  </a:cubicBezTo>
                  <a:cubicBezTo>
                    <a:pt x="4992" y="2341"/>
                    <a:pt x="4426" y="2706"/>
                    <a:pt x="3831" y="3019"/>
                  </a:cubicBezTo>
                  <a:cubicBezTo>
                    <a:pt x="3232" y="3334"/>
                    <a:pt x="2613" y="3594"/>
                    <a:pt x="1971" y="3802"/>
                  </a:cubicBezTo>
                  <a:cubicBezTo>
                    <a:pt x="1330" y="4006"/>
                    <a:pt x="672" y="4154"/>
                    <a:pt x="0" y="4239"/>
                  </a:cubicBezTo>
                  <a:cubicBezTo>
                    <a:pt x="672" y="4164"/>
                    <a:pt x="1333" y="4022"/>
                    <a:pt x="1978" y="3825"/>
                  </a:cubicBezTo>
                  <a:cubicBezTo>
                    <a:pt x="2623" y="3624"/>
                    <a:pt x="3248" y="3367"/>
                    <a:pt x="3850" y="3058"/>
                  </a:cubicBezTo>
                  <a:cubicBezTo>
                    <a:pt x="4446" y="2745"/>
                    <a:pt x="5019" y="2377"/>
                    <a:pt x="5552" y="1962"/>
                  </a:cubicBezTo>
                  <a:cubicBezTo>
                    <a:pt x="5976" y="1635"/>
                    <a:pt x="6377" y="1275"/>
                    <a:pt x="6748" y="886"/>
                  </a:cubicBezTo>
                  <a:lnTo>
                    <a:pt x="6748" y="886"/>
                  </a:lnTo>
                  <a:cubicBezTo>
                    <a:pt x="6528" y="1221"/>
                    <a:pt x="6343" y="1580"/>
                    <a:pt x="6206" y="1959"/>
                  </a:cubicBezTo>
                  <a:cubicBezTo>
                    <a:pt x="6187" y="2025"/>
                    <a:pt x="6167" y="2094"/>
                    <a:pt x="6170" y="2163"/>
                  </a:cubicBezTo>
                  <a:cubicBezTo>
                    <a:pt x="6170" y="2235"/>
                    <a:pt x="6200" y="2308"/>
                    <a:pt x="6249" y="2360"/>
                  </a:cubicBezTo>
                  <a:cubicBezTo>
                    <a:pt x="6331" y="2450"/>
                    <a:pt x="6451" y="2491"/>
                    <a:pt x="6567" y="2491"/>
                  </a:cubicBezTo>
                  <a:cubicBezTo>
                    <a:pt x="6591" y="2491"/>
                    <a:pt x="6614" y="2489"/>
                    <a:pt x="6638" y="2485"/>
                  </a:cubicBezTo>
                  <a:cubicBezTo>
                    <a:pt x="6779" y="2466"/>
                    <a:pt x="6901" y="2400"/>
                    <a:pt x="7016" y="2334"/>
                  </a:cubicBezTo>
                  <a:cubicBezTo>
                    <a:pt x="7131" y="2268"/>
                    <a:pt x="7246" y="2196"/>
                    <a:pt x="7362" y="2127"/>
                  </a:cubicBezTo>
                  <a:cubicBezTo>
                    <a:pt x="7819" y="1844"/>
                    <a:pt x="8257" y="1521"/>
                    <a:pt x="8658" y="1166"/>
                  </a:cubicBezTo>
                  <a:cubicBezTo>
                    <a:pt x="9063" y="807"/>
                    <a:pt x="9435" y="419"/>
                    <a:pt x="97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680" name="Google Shape;1680;p57"/>
            <p:cNvSpPr/>
            <p:nvPr/>
          </p:nvSpPr>
          <p:spPr>
            <a:xfrm flipH="1">
              <a:off x="7581134" y="1875418"/>
              <a:ext cx="357852" cy="238280"/>
            </a:xfrm>
            <a:custGeom>
              <a:avLst/>
              <a:gdLst/>
              <a:ahLst/>
              <a:cxnLst/>
              <a:rect l="l" t="t" r="r" b="b"/>
              <a:pathLst>
                <a:path w="5378" h="3581" extrusionOk="0">
                  <a:moveTo>
                    <a:pt x="5378" y="0"/>
                  </a:moveTo>
                  <a:lnTo>
                    <a:pt x="5141" y="343"/>
                  </a:lnTo>
                  <a:lnTo>
                    <a:pt x="4884" y="668"/>
                  </a:lnTo>
                  <a:lnTo>
                    <a:pt x="4614" y="981"/>
                  </a:lnTo>
                  <a:lnTo>
                    <a:pt x="4325" y="1280"/>
                  </a:lnTo>
                  <a:cubicBezTo>
                    <a:pt x="3937" y="1672"/>
                    <a:pt x="3509" y="2024"/>
                    <a:pt x="3048" y="2330"/>
                  </a:cubicBezTo>
                  <a:cubicBezTo>
                    <a:pt x="2587" y="2636"/>
                    <a:pt x="2097" y="2896"/>
                    <a:pt x="1587" y="3107"/>
                  </a:cubicBezTo>
                  <a:lnTo>
                    <a:pt x="1199" y="3255"/>
                  </a:lnTo>
                  <a:lnTo>
                    <a:pt x="807" y="3383"/>
                  </a:lnTo>
                  <a:lnTo>
                    <a:pt x="406" y="3492"/>
                  </a:lnTo>
                  <a:lnTo>
                    <a:pt x="1" y="3581"/>
                  </a:lnTo>
                  <a:lnTo>
                    <a:pt x="1" y="3581"/>
                  </a:lnTo>
                  <a:lnTo>
                    <a:pt x="416" y="3515"/>
                  </a:lnTo>
                  <a:lnTo>
                    <a:pt x="817" y="3416"/>
                  </a:lnTo>
                  <a:lnTo>
                    <a:pt x="1215" y="3291"/>
                  </a:lnTo>
                  <a:lnTo>
                    <a:pt x="1607" y="3146"/>
                  </a:lnTo>
                  <a:cubicBezTo>
                    <a:pt x="2120" y="2942"/>
                    <a:pt x="2614" y="2679"/>
                    <a:pt x="3081" y="2373"/>
                  </a:cubicBezTo>
                  <a:cubicBezTo>
                    <a:pt x="3542" y="2067"/>
                    <a:pt x="3973" y="1712"/>
                    <a:pt x="4358" y="1313"/>
                  </a:cubicBezTo>
                  <a:lnTo>
                    <a:pt x="4644" y="1007"/>
                  </a:lnTo>
                  <a:lnTo>
                    <a:pt x="4907" y="688"/>
                  </a:lnTo>
                  <a:lnTo>
                    <a:pt x="5154" y="349"/>
                  </a:lnTo>
                  <a:lnTo>
                    <a:pt x="537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681" name="Google Shape;1681;p57"/>
            <p:cNvSpPr/>
            <p:nvPr/>
          </p:nvSpPr>
          <p:spPr>
            <a:xfrm flipH="1">
              <a:off x="6634991" y="1986874"/>
              <a:ext cx="270884" cy="147186"/>
            </a:xfrm>
            <a:custGeom>
              <a:avLst/>
              <a:gdLst/>
              <a:ahLst/>
              <a:cxnLst/>
              <a:rect l="l" t="t" r="r" b="b"/>
              <a:pathLst>
                <a:path w="4071" h="2212" extrusionOk="0">
                  <a:moveTo>
                    <a:pt x="0" y="0"/>
                  </a:moveTo>
                  <a:lnTo>
                    <a:pt x="198" y="221"/>
                  </a:lnTo>
                  <a:lnTo>
                    <a:pt x="405" y="431"/>
                  </a:lnTo>
                  <a:lnTo>
                    <a:pt x="622" y="632"/>
                  </a:lnTo>
                  <a:lnTo>
                    <a:pt x="849" y="823"/>
                  </a:lnTo>
                  <a:cubicBezTo>
                    <a:pt x="1159" y="1073"/>
                    <a:pt x="1488" y="1290"/>
                    <a:pt x="1833" y="1481"/>
                  </a:cubicBezTo>
                  <a:cubicBezTo>
                    <a:pt x="2182" y="1665"/>
                    <a:pt x="2544" y="1827"/>
                    <a:pt x="2919" y="1948"/>
                  </a:cubicBezTo>
                  <a:lnTo>
                    <a:pt x="3202" y="2037"/>
                  </a:lnTo>
                  <a:lnTo>
                    <a:pt x="3489" y="2110"/>
                  </a:lnTo>
                  <a:lnTo>
                    <a:pt x="3778" y="2169"/>
                  </a:lnTo>
                  <a:lnTo>
                    <a:pt x="4071" y="2212"/>
                  </a:lnTo>
                  <a:lnTo>
                    <a:pt x="4071" y="2212"/>
                  </a:lnTo>
                  <a:lnTo>
                    <a:pt x="3781" y="2156"/>
                  </a:lnTo>
                  <a:lnTo>
                    <a:pt x="3495" y="2083"/>
                  </a:lnTo>
                  <a:lnTo>
                    <a:pt x="3209" y="2001"/>
                  </a:lnTo>
                  <a:lnTo>
                    <a:pt x="2929" y="1909"/>
                  </a:lnTo>
                  <a:cubicBezTo>
                    <a:pt x="2561" y="1781"/>
                    <a:pt x="2199" y="1619"/>
                    <a:pt x="1856" y="1432"/>
                  </a:cubicBezTo>
                  <a:cubicBezTo>
                    <a:pt x="1511" y="1247"/>
                    <a:pt x="1182" y="1027"/>
                    <a:pt x="872" y="790"/>
                  </a:cubicBezTo>
                  <a:lnTo>
                    <a:pt x="642" y="606"/>
                  </a:lnTo>
                  <a:lnTo>
                    <a:pt x="422" y="412"/>
                  </a:lnTo>
                  <a:lnTo>
                    <a:pt x="208" y="2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682" name="Google Shape;1682;p57"/>
            <p:cNvSpPr/>
            <p:nvPr/>
          </p:nvSpPr>
          <p:spPr>
            <a:xfrm flipH="1">
              <a:off x="7403935" y="2207190"/>
              <a:ext cx="263698" cy="360048"/>
            </a:xfrm>
            <a:custGeom>
              <a:avLst/>
              <a:gdLst/>
              <a:ahLst/>
              <a:cxnLst/>
              <a:rect l="l" t="t" r="r" b="b"/>
              <a:pathLst>
                <a:path w="3963" h="5411" extrusionOk="0">
                  <a:moveTo>
                    <a:pt x="1989" y="0"/>
                  </a:moveTo>
                  <a:cubicBezTo>
                    <a:pt x="1063" y="0"/>
                    <a:pt x="243" y="1081"/>
                    <a:pt x="102" y="2116"/>
                  </a:cubicBezTo>
                  <a:cubicBezTo>
                    <a:pt x="0" y="2810"/>
                    <a:pt x="161" y="3534"/>
                    <a:pt x="471" y="4143"/>
                  </a:cubicBezTo>
                  <a:cubicBezTo>
                    <a:pt x="681" y="4554"/>
                    <a:pt x="964" y="4923"/>
                    <a:pt x="1323" y="5160"/>
                  </a:cubicBezTo>
                  <a:cubicBezTo>
                    <a:pt x="1565" y="5318"/>
                    <a:pt x="1845" y="5410"/>
                    <a:pt x="2122" y="5410"/>
                  </a:cubicBezTo>
                  <a:cubicBezTo>
                    <a:pt x="2253" y="5410"/>
                    <a:pt x="2383" y="5390"/>
                    <a:pt x="2508" y="5347"/>
                  </a:cubicBezTo>
                  <a:cubicBezTo>
                    <a:pt x="2863" y="5225"/>
                    <a:pt x="3166" y="4923"/>
                    <a:pt x="3383" y="4567"/>
                  </a:cubicBezTo>
                  <a:cubicBezTo>
                    <a:pt x="3886" y="3745"/>
                    <a:pt x="3962" y="2626"/>
                    <a:pt x="3676" y="1671"/>
                  </a:cubicBezTo>
                  <a:cubicBezTo>
                    <a:pt x="3475" y="1007"/>
                    <a:pt x="3083" y="391"/>
                    <a:pt x="2524" y="125"/>
                  </a:cubicBezTo>
                  <a:cubicBezTo>
                    <a:pt x="2345" y="39"/>
                    <a:pt x="2165" y="0"/>
                    <a:pt x="1989" y="0"/>
                  </a:cubicBezTo>
                  <a:close/>
                </a:path>
              </a:pathLst>
            </a:custGeom>
            <a:solidFill>
              <a:srgbClr val="FF95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683" name="Google Shape;1683;p57"/>
            <p:cNvSpPr/>
            <p:nvPr/>
          </p:nvSpPr>
          <p:spPr>
            <a:xfrm flipH="1">
              <a:off x="7463289" y="2268141"/>
              <a:ext cx="197358" cy="254249"/>
            </a:xfrm>
            <a:custGeom>
              <a:avLst/>
              <a:gdLst/>
              <a:ahLst/>
              <a:cxnLst/>
              <a:rect l="l" t="t" r="r" b="b"/>
              <a:pathLst>
                <a:path w="2966" h="3821" extrusionOk="0">
                  <a:moveTo>
                    <a:pt x="1548" y="0"/>
                  </a:moveTo>
                  <a:cubicBezTo>
                    <a:pt x="1294" y="0"/>
                    <a:pt x="1042" y="97"/>
                    <a:pt x="872" y="301"/>
                  </a:cubicBezTo>
                  <a:cubicBezTo>
                    <a:pt x="872" y="301"/>
                    <a:pt x="0" y="1203"/>
                    <a:pt x="810" y="2763"/>
                  </a:cubicBezTo>
                  <a:cubicBezTo>
                    <a:pt x="1256" y="3617"/>
                    <a:pt x="1790" y="3820"/>
                    <a:pt x="2198" y="3820"/>
                  </a:cubicBezTo>
                  <a:cubicBezTo>
                    <a:pt x="2570" y="3820"/>
                    <a:pt x="2837" y="3651"/>
                    <a:pt x="2837" y="3651"/>
                  </a:cubicBezTo>
                  <a:cubicBezTo>
                    <a:pt x="2564" y="3543"/>
                    <a:pt x="2317" y="3348"/>
                    <a:pt x="2136" y="3102"/>
                  </a:cubicBezTo>
                  <a:cubicBezTo>
                    <a:pt x="2080" y="3029"/>
                    <a:pt x="2027" y="2931"/>
                    <a:pt x="2064" y="2845"/>
                  </a:cubicBezTo>
                  <a:cubicBezTo>
                    <a:pt x="2087" y="2796"/>
                    <a:pt x="2126" y="2756"/>
                    <a:pt x="2169" y="2730"/>
                  </a:cubicBezTo>
                  <a:cubicBezTo>
                    <a:pt x="2409" y="2539"/>
                    <a:pt x="2679" y="2394"/>
                    <a:pt x="2965" y="2305"/>
                  </a:cubicBezTo>
                  <a:cubicBezTo>
                    <a:pt x="2926" y="1878"/>
                    <a:pt x="2883" y="1446"/>
                    <a:pt x="2745" y="1045"/>
                  </a:cubicBezTo>
                  <a:cubicBezTo>
                    <a:pt x="2603" y="647"/>
                    <a:pt x="2350" y="278"/>
                    <a:pt x="1988" y="101"/>
                  </a:cubicBezTo>
                  <a:cubicBezTo>
                    <a:pt x="1852" y="34"/>
                    <a:pt x="1700" y="0"/>
                    <a:pt x="1548" y="0"/>
                  </a:cubicBezTo>
                  <a:close/>
                </a:path>
              </a:pathLst>
            </a:custGeom>
            <a:solidFill>
              <a:srgbClr val="FF95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684" name="Google Shape;1684;p57"/>
            <p:cNvSpPr/>
            <p:nvPr/>
          </p:nvSpPr>
          <p:spPr>
            <a:xfrm flipH="1">
              <a:off x="7458697" y="2265613"/>
              <a:ext cx="144126" cy="245533"/>
            </a:xfrm>
            <a:custGeom>
              <a:avLst/>
              <a:gdLst/>
              <a:ahLst/>
              <a:cxnLst/>
              <a:rect l="l" t="t" r="r" b="b"/>
              <a:pathLst>
                <a:path w="2166" h="3690" extrusionOk="0">
                  <a:moveTo>
                    <a:pt x="712" y="0"/>
                  </a:moveTo>
                  <a:cubicBezTo>
                    <a:pt x="598" y="0"/>
                    <a:pt x="485" y="19"/>
                    <a:pt x="379" y="56"/>
                  </a:cubicBezTo>
                  <a:cubicBezTo>
                    <a:pt x="303" y="86"/>
                    <a:pt x="234" y="122"/>
                    <a:pt x="168" y="168"/>
                  </a:cubicBezTo>
                  <a:cubicBezTo>
                    <a:pt x="102" y="211"/>
                    <a:pt x="50" y="270"/>
                    <a:pt x="0" y="333"/>
                  </a:cubicBezTo>
                  <a:cubicBezTo>
                    <a:pt x="53" y="277"/>
                    <a:pt x="115" y="227"/>
                    <a:pt x="184" y="194"/>
                  </a:cubicBezTo>
                  <a:cubicBezTo>
                    <a:pt x="250" y="155"/>
                    <a:pt x="319" y="125"/>
                    <a:pt x="392" y="106"/>
                  </a:cubicBezTo>
                  <a:cubicBezTo>
                    <a:pt x="476" y="81"/>
                    <a:pt x="562" y="70"/>
                    <a:pt x="648" y="70"/>
                  </a:cubicBezTo>
                  <a:cubicBezTo>
                    <a:pt x="714" y="70"/>
                    <a:pt x="779" y="76"/>
                    <a:pt x="843" y="89"/>
                  </a:cubicBezTo>
                  <a:cubicBezTo>
                    <a:pt x="991" y="119"/>
                    <a:pt x="1126" y="185"/>
                    <a:pt x="1244" y="273"/>
                  </a:cubicBezTo>
                  <a:cubicBezTo>
                    <a:pt x="1307" y="316"/>
                    <a:pt x="1366" y="369"/>
                    <a:pt x="1412" y="422"/>
                  </a:cubicBezTo>
                  <a:cubicBezTo>
                    <a:pt x="1468" y="474"/>
                    <a:pt x="1517" y="533"/>
                    <a:pt x="1557" y="596"/>
                  </a:cubicBezTo>
                  <a:cubicBezTo>
                    <a:pt x="1731" y="843"/>
                    <a:pt x="1836" y="1132"/>
                    <a:pt x="1902" y="1428"/>
                  </a:cubicBezTo>
                  <a:cubicBezTo>
                    <a:pt x="1968" y="1712"/>
                    <a:pt x="1998" y="2005"/>
                    <a:pt x="2029" y="2298"/>
                  </a:cubicBezTo>
                  <a:lnTo>
                    <a:pt x="2029" y="2298"/>
                  </a:lnTo>
                  <a:cubicBezTo>
                    <a:pt x="1865" y="2358"/>
                    <a:pt x="1707" y="2434"/>
                    <a:pt x="1557" y="2524"/>
                  </a:cubicBezTo>
                  <a:cubicBezTo>
                    <a:pt x="1481" y="2577"/>
                    <a:pt x="1399" y="2630"/>
                    <a:pt x="1323" y="2689"/>
                  </a:cubicBezTo>
                  <a:cubicBezTo>
                    <a:pt x="1287" y="2718"/>
                    <a:pt x="1251" y="2741"/>
                    <a:pt x="1211" y="2784"/>
                  </a:cubicBezTo>
                  <a:cubicBezTo>
                    <a:pt x="1191" y="2804"/>
                    <a:pt x="1175" y="2824"/>
                    <a:pt x="1162" y="2853"/>
                  </a:cubicBezTo>
                  <a:cubicBezTo>
                    <a:pt x="1152" y="2880"/>
                    <a:pt x="1145" y="2909"/>
                    <a:pt x="1145" y="2939"/>
                  </a:cubicBezTo>
                  <a:cubicBezTo>
                    <a:pt x="1145" y="2998"/>
                    <a:pt x="1168" y="3048"/>
                    <a:pt x="1191" y="3090"/>
                  </a:cubicBezTo>
                  <a:cubicBezTo>
                    <a:pt x="1218" y="3136"/>
                    <a:pt x="1251" y="3173"/>
                    <a:pt x="1277" y="3212"/>
                  </a:cubicBezTo>
                  <a:cubicBezTo>
                    <a:pt x="1339" y="3284"/>
                    <a:pt x="1405" y="3350"/>
                    <a:pt x="1481" y="3413"/>
                  </a:cubicBezTo>
                  <a:cubicBezTo>
                    <a:pt x="1629" y="3535"/>
                    <a:pt x="1797" y="3630"/>
                    <a:pt x="1975" y="3689"/>
                  </a:cubicBezTo>
                  <a:cubicBezTo>
                    <a:pt x="1886" y="3646"/>
                    <a:pt x="1810" y="3600"/>
                    <a:pt x="1731" y="3548"/>
                  </a:cubicBezTo>
                  <a:cubicBezTo>
                    <a:pt x="1655" y="3495"/>
                    <a:pt x="1583" y="3436"/>
                    <a:pt x="1517" y="3370"/>
                  </a:cubicBezTo>
                  <a:cubicBezTo>
                    <a:pt x="1451" y="3304"/>
                    <a:pt x="1389" y="3235"/>
                    <a:pt x="1336" y="3163"/>
                  </a:cubicBezTo>
                  <a:cubicBezTo>
                    <a:pt x="1307" y="3123"/>
                    <a:pt x="1284" y="3087"/>
                    <a:pt x="1260" y="3051"/>
                  </a:cubicBezTo>
                  <a:cubicBezTo>
                    <a:pt x="1244" y="3015"/>
                    <a:pt x="1234" y="2972"/>
                    <a:pt x="1234" y="2936"/>
                  </a:cubicBezTo>
                  <a:cubicBezTo>
                    <a:pt x="1234" y="2899"/>
                    <a:pt x="1251" y="2870"/>
                    <a:pt x="1277" y="2840"/>
                  </a:cubicBezTo>
                  <a:cubicBezTo>
                    <a:pt x="1303" y="2811"/>
                    <a:pt x="1343" y="2788"/>
                    <a:pt x="1382" y="2758"/>
                  </a:cubicBezTo>
                  <a:cubicBezTo>
                    <a:pt x="1458" y="2705"/>
                    <a:pt x="1537" y="2656"/>
                    <a:pt x="1616" y="2610"/>
                  </a:cubicBezTo>
                  <a:cubicBezTo>
                    <a:pt x="1774" y="2521"/>
                    <a:pt x="1945" y="2445"/>
                    <a:pt x="2116" y="2393"/>
                  </a:cubicBezTo>
                  <a:lnTo>
                    <a:pt x="2165" y="2376"/>
                  </a:lnTo>
                  <a:lnTo>
                    <a:pt x="2162" y="2327"/>
                  </a:lnTo>
                  <a:cubicBezTo>
                    <a:pt x="2133" y="2018"/>
                    <a:pt x="2109" y="1702"/>
                    <a:pt x="2034" y="1392"/>
                  </a:cubicBezTo>
                  <a:cubicBezTo>
                    <a:pt x="1998" y="1238"/>
                    <a:pt x="1952" y="1083"/>
                    <a:pt x="1889" y="935"/>
                  </a:cubicBezTo>
                  <a:cubicBezTo>
                    <a:pt x="1859" y="862"/>
                    <a:pt x="1823" y="793"/>
                    <a:pt x="1784" y="721"/>
                  </a:cubicBezTo>
                  <a:cubicBezTo>
                    <a:pt x="1741" y="652"/>
                    <a:pt x="1701" y="586"/>
                    <a:pt x="1652" y="520"/>
                  </a:cubicBezTo>
                  <a:cubicBezTo>
                    <a:pt x="1603" y="458"/>
                    <a:pt x="1550" y="399"/>
                    <a:pt x="1491" y="339"/>
                  </a:cubicBezTo>
                  <a:cubicBezTo>
                    <a:pt x="1435" y="287"/>
                    <a:pt x="1369" y="234"/>
                    <a:pt x="1303" y="188"/>
                  </a:cubicBezTo>
                  <a:cubicBezTo>
                    <a:pt x="1172" y="96"/>
                    <a:pt x="1014" y="30"/>
                    <a:pt x="856" y="10"/>
                  </a:cubicBezTo>
                  <a:cubicBezTo>
                    <a:pt x="808" y="3"/>
                    <a:pt x="760" y="0"/>
                    <a:pt x="7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685" name="Google Shape;1685;p57"/>
            <p:cNvSpPr/>
            <p:nvPr/>
          </p:nvSpPr>
          <p:spPr>
            <a:xfrm flipH="1">
              <a:off x="5645269" y="1790312"/>
              <a:ext cx="707919" cy="667929"/>
            </a:xfrm>
            <a:custGeom>
              <a:avLst/>
              <a:gdLst/>
              <a:ahLst/>
              <a:cxnLst/>
              <a:rect l="l" t="t" r="r" b="b"/>
              <a:pathLst>
                <a:path w="10639" h="10038" extrusionOk="0">
                  <a:moveTo>
                    <a:pt x="5313" y="1"/>
                  </a:moveTo>
                  <a:cubicBezTo>
                    <a:pt x="2815" y="1"/>
                    <a:pt x="652" y="1863"/>
                    <a:pt x="339" y="4406"/>
                  </a:cubicBezTo>
                  <a:cubicBezTo>
                    <a:pt x="0" y="7157"/>
                    <a:pt x="1955" y="9661"/>
                    <a:pt x="4706" y="10000"/>
                  </a:cubicBezTo>
                  <a:cubicBezTo>
                    <a:pt x="4914" y="10025"/>
                    <a:pt x="5121" y="10038"/>
                    <a:pt x="5326" y="10038"/>
                  </a:cubicBezTo>
                  <a:cubicBezTo>
                    <a:pt x="7824" y="10038"/>
                    <a:pt x="9987" y="8176"/>
                    <a:pt x="10300" y="5633"/>
                  </a:cubicBezTo>
                  <a:cubicBezTo>
                    <a:pt x="10639" y="2882"/>
                    <a:pt x="8681" y="378"/>
                    <a:pt x="5933" y="39"/>
                  </a:cubicBezTo>
                  <a:cubicBezTo>
                    <a:pt x="5725" y="13"/>
                    <a:pt x="5518" y="1"/>
                    <a:pt x="53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686" name="Google Shape;1686;p57"/>
            <p:cNvSpPr/>
            <p:nvPr/>
          </p:nvSpPr>
          <p:spPr>
            <a:xfrm flipH="1">
              <a:off x="6245394" y="2380129"/>
              <a:ext cx="154905" cy="155105"/>
            </a:xfrm>
            <a:custGeom>
              <a:avLst/>
              <a:gdLst/>
              <a:ahLst/>
              <a:cxnLst/>
              <a:rect l="l" t="t" r="r" b="b"/>
              <a:pathLst>
                <a:path w="2328" h="2331" extrusionOk="0">
                  <a:moveTo>
                    <a:pt x="1166" y="0"/>
                  </a:moveTo>
                  <a:cubicBezTo>
                    <a:pt x="521" y="0"/>
                    <a:pt x="1" y="520"/>
                    <a:pt x="1" y="1165"/>
                  </a:cubicBezTo>
                  <a:cubicBezTo>
                    <a:pt x="1" y="1807"/>
                    <a:pt x="521" y="2330"/>
                    <a:pt x="1166" y="2330"/>
                  </a:cubicBezTo>
                  <a:cubicBezTo>
                    <a:pt x="1807" y="2330"/>
                    <a:pt x="2327" y="1807"/>
                    <a:pt x="2327" y="1165"/>
                  </a:cubicBezTo>
                  <a:cubicBezTo>
                    <a:pt x="2327" y="520"/>
                    <a:pt x="1807" y="0"/>
                    <a:pt x="11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687" name="Google Shape;1687;p57"/>
            <p:cNvSpPr/>
            <p:nvPr/>
          </p:nvSpPr>
          <p:spPr>
            <a:xfrm flipH="1">
              <a:off x="6460253" y="2438619"/>
              <a:ext cx="103603" cy="96550"/>
            </a:xfrm>
            <a:custGeom>
              <a:avLst/>
              <a:gdLst/>
              <a:ahLst/>
              <a:cxnLst/>
              <a:rect l="l" t="t" r="r" b="b"/>
              <a:pathLst>
                <a:path w="1557" h="1451" extrusionOk="0">
                  <a:moveTo>
                    <a:pt x="780" y="1"/>
                  </a:moveTo>
                  <a:cubicBezTo>
                    <a:pt x="431" y="1"/>
                    <a:pt x="122" y="253"/>
                    <a:pt x="63" y="609"/>
                  </a:cubicBezTo>
                  <a:cubicBezTo>
                    <a:pt x="0" y="1004"/>
                    <a:pt x="267" y="1375"/>
                    <a:pt x="662" y="1441"/>
                  </a:cubicBezTo>
                  <a:cubicBezTo>
                    <a:pt x="701" y="1447"/>
                    <a:pt x="739" y="1450"/>
                    <a:pt x="777" y="1450"/>
                  </a:cubicBezTo>
                  <a:cubicBezTo>
                    <a:pt x="1127" y="1450"/>
                    <a:pt x="1435" y="1199"/>
                    <a:pt x="1491" y="842"/>
                  </a:cubicBezTo>
                  <a:cubicBezTo>
                    <a:pt x="1557" y="448"/>
                    <a:pt x="1287" y="76"/>
                    <a:pt x="896" y="10"/>
                  </a:cubicBezTo>
                  <a:cubicBezTo>
                    <a:pt x="857" y="4"/>
                    <a:pt x="818" y="1"/>
                    <a:pt x="7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688" name="Google Shape;1688;p57"/>
            <p:cNvSpPr/>
            <p:nvPr/>
          </p:nvSpPr>
          <p:spPr>
            <a:xfrm flipH="1">
              <a:off x="5761314" y="1904363"/>
              <a:ext cx="476493" cy="433109"/>
            </a:xfrm>
            <a:custGeom>
              <a:avLst/>
              <a:gdLst/>
              <a:ahLst/>
              <a:cxnLst/>
              <a:rect l="l" t="t" r="r" b="b"/>
              <a:pathLst>
                <a:path w="7161" h="6509" extrusionOk="0">
                  <a:moveTo>
                    <a:pt x="3575" y="0"/>
                  </a:moveTo>
                  <a:cubicBezTo>
                    <a:pt x="2102" y="0"/>
                    <a:pt x="767" y="1009"/>
                    <a:pt x="415" y="2507"/>
                  </a:cubicBezTo>
                  <a:cubicBezTo>
                    <a:pt x="0" y="4255"/>
                    <a:pt x="1083" y="6008"/>
                    <a:pt x="2834" y="6420"/>
                  </a:cubicBezTo>
                  <a:cubicBezTo>
                    <a:pt x="3086" y="6480"/>
                    <a:pt x="3338" y="6508"/>
                    <a:pt x="3586" y="6508"/>
                  </a:cubicBezTo>
                  <a:cubicBezTo>
                    <a:pt x="5059" y="6508"/>
                    <a:pt x="6394" y="5499"/>
                    <a:pt x="6746" y="4001"/>
                  </a:cubicBezTo>
                  <a:cubicBezTo>
                    <a:pt x="7161" y="2254"/>
                    <a:pt x="6075" y="500"/>
                    <a:pt x="4328" y="89"/>
                  </a:cubicBezTo>
                  <a:cubicBezTo>
                    <a:pt x="4076" y="29"/>
                    <a:pt x="3823" y="0"/>
                    <a:pt x="357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689" name="Google Shape;1689;p57"/>
            <p:cNvSpPr/>
            <p:nvPr/>
          </p:nvSpPr>
          <p:spPr>
            <a:xfrm flipH="1">
              <a:off x="6042884" y="2069952"/>
              <a:ext cx="58755" cy="58755"/>
            </a:xfrm>
            <a:custGeom>
              <a:avLst/>
              <a:gdLst/>
              <a:ahLst/>
              <a:cxnLst/>
              <a:rect l="l" t="t" r="r" b="b"/>
              <a:pathLst>
                <a:path w="883" h="883" extrusionOk="0">
                  <a:moveTo>
                    <a:pt x="441" y="1"/>
                  </a:moveTo>
                  <a:cubicBezTo>
                    <a:pt x="198" y="1"/>
                    <a:pt x="0" y="198"/>
                    <a:pt x="0" y="442"/>
                  </a:cubicBezTo>
                  <a:cubicBezTo>
                    <a:pt x="0" y="685"/>
                    <a:pt x="198" y="883"/>
                    <a:pt x="441" y="883"/>
                  </a:cubicBezTo>
                  <a:cubicBezTo>
                    <a:pt x="685" y="883"/>
                    <a:pt x="882" y="685"/>
                    <a:pt x="882" y="442"/>
                  </a:cubicBezTo>
                  <a:cubicBezTo>
                    <a:pt x="882" y="198"/>
                    <a:pt x="685" y="1"/>
                    <a:pt x="4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690" name="Google Shape;1690;p57"/>
            <p:cNvSpPr/>
            <p:nvPr/>
          </p:nvSpPr>
          <p:spPr>
            <a:xfrm flipH="1">
              <a:off x="5896827" y="2069952"/>
              <a:ext cx="58555" cy="58755"/>
            </a:xfrm>
            <a:custGeom>
              <a:avLst/>
              <a:gdLst/>
              <a:ahLst/>
              <a:cxnLst/>
              <a:rect l="l" t="t" r="r" b="b"/>
              <a:pathLst>
                <a:path w="880" h="883" extrusionOk="0">
                  <a:moveTo>
                    <a:pt x="438" y="1"/>
                  </a:moveTo>
                  <a:cubicBezTo>
                    <a:pt x="198" y="1"/>
                    <a:pt x="0" y="198"/>
                    <a:pt x="0" y="442"/>
                  </a:cubicBezTo>
                  <a:cubicBezTo>
                    <a:pt x="0" y="685"/>
                    <a:pt x="198" y="883"/>
                    <a:pt x="438" y="883"/>
                  </a:cubicBezTo>
                  <a:cubicBezTo>
                    <a:pt x="682" y="883"/>
                    <a:pt x="879" y="685"/>
                    <a:pt x="879" y="442"/>
                  </a:cubicBezTo>
                  <a:cubicBezTo>
                    <a:pt x="879" y="198"/>
                    <a:pt x="682" y="1"/>
                    <a:pt x="43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691" name="Google Shape;1691;p57"/>
            <p:cNvSpPr/>
            <p:nvPr/>
          </p:nvSpPr>
          <p:spPr>
            <a:xfrm flipH="1">
              <a:off x="5966029" y="2137425"/>
              <a:ext cx="65808" cy="34468"/>
            </a:xfrm>
            <a:custGeom>
              <a:avLst/>
              <a:gdLst/>
              <a:ahLst/>
              <a:cxnLst/>
              <a:rect l="l" t="t" r="r" b="b"/>
              <a:pathLst>
                <a:path w="989" h="518" extrusionOk="0">
                  <a:moveTo>
                    <a:pt x="988" y="0"/>
                  </a:moveTo>
                  <a:lnTo>
                    <a:pt x="988" y="0"/>
                  </a:lnTo>
                  <a:cubicBezTo>
                    <a:pt x="965" y="56"/>
                    <a:pt x="939" y="112"/>
                    <a:pt x="906" y="165"/>
                  </a:cubicBezTo>
                  <a:cubicBezTo>
                    <a:pt x="873" y="218"/>
                    <a:pt x="840" y="267"/>
                    <a:pt x="801" y="313"/>
                  </a:cubicBezTo>
                  <a:cubicBezTo>
                    <a:pt x="758" y="359"/>
                    <a:pt x="718" y="395"/>
                    <a:pt x="662" y="425"/>
                  </a:cubicBezTo>
                  <a:cubicBezTo>
                    <a:pt x="613" y="451"/>
                    <a:pt x="557" y="468"/>
                    <a:pt x="498" y="468"/>
                  </a:cubicBezTo>
                  <a:cubicBezTo>
                    <a:pt x="442" y="464"/>
                    <a:pt x="383" y="451"/>
                    <a:pt x="330" y="428"/>
                  </a:cubicBezTo>
                  <a:cubicBezTo>
                    <a:pt x="277" y="399"/>
                    <a:pt x="231" y="362"/>
                    <a:pt x="192" y="316"/>
                  </a:cubicBezTo>
                  <a:cubicBezTo>
                    <a:pt x="149" y="270"/>
                    <a:pt x="113" y="221"/>
                    <a:pt x="83" y="168"/>
                  </a:cubicBezTo>
                  <a:cubicBezTo>
                    <a:pt x="50" y="119"/>
                    <a:pt x="27" y="63"/>
                    <a:pt x="1" y="4"/>
                  </a:cubicBezTo>
                  <a:lnTo>
                    <a:pt x="1" y="4"/>
                  </a:lnTo>
                  <a:cubicBezTo>
                    <a:pt x="27" y="122"/>
                    <a:pt x="80" y="244"/>
                    <a:pt x="165" y="343"/>
                  </a:cubicBezTo>
                  <a:cubicBezTo>
                    <a:pt x="202" y="392"/>
                    <a:pt x="251" y="435"/>
                    <a:pt x="310" y="468"/>
                  </a:cubicBezTo>
                  <a:cubicBezTo>
                    <a:pt x="366" y="501"/>
                    <a:pt x="432" y="517"/>
                    <a:pt x="498" y="517"/>
                  </a:cubicBezTo>
                  <a:cubicBezTo>
                    <a:pt x="564" y="514"/>
                    <a:pt x="629" y="497"/>
                    <a:pt x="689" y="464"/>
                  </a:cubicBezTo>
                  <a:cubicBezTo>
                    <a:pt x="745" y="432"/>
                    <a:pt x="791" y="385"/>
                    <a:pt x="833" y="336"/>
                  </a:cubicBezTo>
                  <a:cubicBezTo>
                    <a:pt x="909" y="237"/>
                    <a:pt x="959" y="119"/>
                    <a:pt x="9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</p:grpSp>
      <p:grpSp>
        <p:nvGrpSpPr>
          <p:cNvPr id="2" name="Google Shape;1713;p58">
            <a:extLst>
              <a:ext uri="{FF2B5EF4-FFF2-40B4-BE49-F238E27FC236}">
                <a16:creationId xmlns:a16="http://schemas.microsoft.com/office/drawing/2014/main" id="{846A4C52-6C5C-E504-F50E-E47A5F008C4C}"/>
              </a:ext>
            </a:extLst>
          </p:cNvPr>
          <p:cNvGrpSpPr/>
          <p:nvPr/>
        </p:nvGrpSpPr>
        <p:grpSpPr>
          <a:xfrm flipH="1">
            <a:off x="7023895" y="2483380"/>
            <a:ext cx="2353060" cy="2660120"/>
            <a:chOff x="5906725" y="3463925"/>
            <a:chExt cx="1171750" cy="1337175"/>
          </a:xfrm>
        </p:grpSpPr>
        <p:sp>
          <p:nvSpPr>
            <p:cNvPr id="3" name="Google Shape;1714;p58">
              <a:extLst>
                <a:ext uri="{FF2B5EF4-FFF2-40B4-BE49-F238E27FC236}">
                  <a16:creationId xmlns:a16="http://schemas.microsoft.com/office/drawing/2014/main" id="{7904A83C-C0EF-455F-9573-DC2A47F1FA35}"/>
                </a:ext>
              </a:extLst>
            </p:cNvPr>
            <p:cNvSpPr/>
            <p:nvPr/>
          </p:nvSpPr>
          <p:spPr>
            <a:xfrm>
              <a:off x="6032850" y="4227100"/>
              <a:ext cx="114375" cy="90125"/>
            </a:xfrm>
            <a:custGeom>
              <a:avLst/>
              <a:gdLst/>
              <a:ahLst/>
              <a:cxnLst/>
              <a:rect l="l" t="t" r="r" b="b"/>
              <a:pathLst>
                <a:path w="4575" h="3605" extrusionOk="0">
                  <a:moveTo>
                    <a:pt x="2462" y="1"/>
                  </a:moveTo>
                  <a:lnTo>
                    <a:pt x="0" y="1712"/>
                  </a:lnTo>
                  <a:lnTo>
                    <a:pt x="3363" y="3604"/>
                  </a:lnTo>
                  <a:lnTo>
                    <a:pt x="4574" y="2442"/>
                  </a:lnTo>
                  <a:lnTo>
                    <a:pt x="2462" y="1"/>
                  </a:lnTo>
                  <a:close/>
                </a:path>
              </a:pathLst>
            </a:custGeom>
            <a:solidFill>
              <a:srgbClr val="FF95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4" name="Google Shape;1715;p58">
              <a:extLst>
                <a:ext uri="{FF2B5EF4-FFF2-40B4-BE49-F238E27FC236}">
                  <a16:creationId xmlns:a16="http://schemas.microsoft.com/office/drawing/2014/main" id="{C7B80381-2090-B6D2-C362-E7D799082735}"/>
                </a:ext>
              </a:extLst>
            </p:cNvPr>
            <p:cNvSpPr/>
            <p:nvPr/>
          </p:nvSpPr>
          <p:spPr>
            <a:xfrm>
              <a:off x="5977325" y="4036650"/>
              <a:ext cx="104075" cy="41425"/>
            </a:xfrm>
            <a:custGeom>
              <a:avLst/>
              <a:gdLst/>
              <a:ahLst/>
              <a:cxnLst/>
              <a:rect l="l" t="t" r="r" b="b"/>
              <a:pathLst>
                <a:path w="4163" h="1657" extrusionOk="0">
                  <a:moveTo>
                    <a:pt x="3985" y="1"/>
                  </a:moveTo>
                  <a:lnTo>
                    <a:pt x="0" y="995"/>
                  </a:lnTo>
                  <a:lnTo>
                    <a:pt x="171" y="1656"/>
                  </a:lnTo>
                  <a:lnTo>
                    <a:pt x="4163" y="662"/>
                  </a:lnTo>
                  <a:lnTo>
                    <a:pt x="398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5" name="Google Shape;1716;p58">
              <a:extLst>
                <a:ext uri="{FF2B5EF4-FFF2-40B4-BE49-F238E27FC236}">
                  <a16:creationId xmlns:a16="http://schemas.microsoft.com/office/drawing/2014/main" id="{68386356-00B2-E9CA-2BFC-7B10D8EB0EAF}"/>
                </a:ext>
              </a:extLst>
            </p:cNvPr>
            <p:cNvSpPr/>
            <p:nvPr/>
          </p:nvSpPr>
          <p:spPr>
            <a:xfrm>
              <a:off x="5988350" y="4050550"/>
              <a:ext cx="143325" cy="233600"/>
            </a:xfrm>
            <a:custGeom>
              <a:avLst/>
              <a:gdLst/>
              <a:ahLst/>
              <a:cxnLst/>
              <a:rect l="l" t="t" r="r" b="b"/>
              <a:pathLst>
                <a:path w="5733" h="9344" extrusionOk="0">
                  <a:moveTo>
                    <a:pt x="3663" y="1"/>
                  </a:moveTo>
                  <a:lnTo>
                    <a:pt x="0" y="899"/>
                  </a:lnTo>
                  <a:lnTo>
                    <a:pt x="2070" y="9343"/>
                  </a:lnTo>
                  <a:lnTo>
                    <a:pt x="5732" y="8445"/>
                  </a:lnTo>
                  <a:lnTo>
                    <a:pt x="366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6" name="Google Shape;1717;p58">
              <a:extLst>
                <a:ext uri="{FF2B5EF4-FFF2-40B4-BE49-F238E27FC236}">
                  <a16:creationId xmlns:a16="http://schemas.microsoft.com/office/drawing/2014/main" id="{EF105039-E46C-ECE6-6A01-D1B886C38774}"/>
                </a:ext>
              </a:extLst>
            </p:cNvPr>
            <p:cNvSpPr/>
            <p:nvPr/>
          </p:nvSpPr>
          <p:spPr>
            <a:xfrm>
              <a:off x="6009225" y="4088725"/>
              <a:ext cx="100575" cy="163900"/>
            </a:xfrm>
            <a:custGeom>
              <a:avLst/>
              <a:gdLst/>
              <a:ahLst/>
              <a:cxnLst/>
              <a:rect l="l" t="t" r="r" b="b"/>
              <a:pathLst>
                <a:path w="4023" h="6556" extrusionOk="0">
                  <a:moveTo>
                    <a:pt x="2568" y="1"/>
                  </a:moveTo>
                  <a:lnTo>
                    <a:pt x="1" y="633"/>
                  </a:lnTo>
                  <a:lnTo>
                    <a:pt x="1452" y="6556"/>
                  </a:lnTo>
                  <a:lnTo>
                    <a:pt x="4022" y="5927"/>
                  </a:lnTo>
                  <a:lnTo>
                    <a:pt x="256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7" name="Google Shape;1718;p58">
              <a:extLst>
                <a:ext uri="{FF2B5EF4-FFF2-40B4-BE49-F238E27FC236}">
                  <a16:creationId xmlns:a16="http://schemas.microsoft.com/office/drawing/2014/main" id="{6C046811-42C3-1BBF-5E6A-9FB97532066B}"/>
                </a:ext>
              </a:extLst>
            </p:cNvPr>
            <p:cNvSpPr/>
            <p:nvPr/>
          </p:nvSpPr>
          <p:spPr>
            <a:xfrm>
              <a:off x="6014500" y="4096875"/>
              <a:ext cx="56375" cy="17950"/>
            </a:xfrm>
            <a:custGeom>
              <a:avLst/>
              <a:gdLst/>
              <a:ahLst/>
              <a:cxnLst/>
              <a:rect l="l" t="t" r="r" b="b"/>
              <a:pathLst>
                <a:path w="2255" h="718" extrusionOk="0">
                  <a:moveTo>
                    <a:pt x="2205" y="1"/>
                  </a:moveTo>
                  <a:lnTo>
                    <a:pt x="1" y="540"/>
                  </a:lnTo>
                  <a:lnTo>
                    <a:pt x="50" y="718"/>
                  </a:lnTo>
                  <a:lnTo>
                    <a:pt x="2255" y="178"/>
                  </a:lnTo>
                  <a:lnTo>
                    <a:pt x="22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8" name="Google Shape;1719;p58">
              <a:extLst>
                <a:ext uri="{FF2B5EF4-FFF2-40B4-BE49-F238E27FC236}">
                  <a16:creationId xmlns:a16="http://schemas.microsoft.com/office/drawing/2014/main" id="{AE6B254C-17D9-8665-22A3-E37D326C302C}"/>
                </a:ext>
              </a:extLst>
            </p:cNvPr>
            <p:cNvSpPr/>
            <p:nvPr/>
          </p:nvSpPr>
          <p:spPr>
            <a:xfrm>
              <a:off x="6016650" y="4105025"/>
              <a:ext cx="56375" cy="18050"/>
            </a:xfrm>
            <a:custGeom>
              <a:avLst/>
              <a:gdLst/>
              <a:ahLst/>
              <a:cxnLst/>
              <a:rect l="l" t="t" r="r" b="b"/>
              <a:pathLst>
                <a:path w="2255" h="722" extrusionOk="0">
                  <a:moveTo>
                    <a:pt x="2205" y="0"/>
                  </a:moveTo>
                  <a:lnTo>
                    <a:pt x="0" y="543"/>
                  </a:lnTo>
                  <a:lnTo>
                    <a:pt x="56" y="721"/>
                  </a:lnTo>
                  <a:lnTo>
                    <a:pt x="2254" y="178"/>
                  </a:lnTo>
                  <a:lnTo>
                    <a:pt x="22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9" name="Google Shape;1720;p58">
              <a:extLst>
                <a:ext uri="{FF2B5EF4-FFF2-40B4-BE49-F238E27FC236}">
                  <a16:creationId xmlns:a16="http://schemas.microsoft.com/office/drawing/2014/main" id="{EC87F6CA-F468-355C-0F6A-B9540688FF76}"/>
                </a:ext>
              </a:extLst>
            </p:cNvPr>
            <p:cNvSpPr/>
            <p:nvPr/>
          </p:nvSpPr>
          <p:spPr>
            <a:xfrm>
              <a:off x="6018950" y="4113250"/>
              <a:ext cx="56375" cy="17875"/>
            </a:xfrm>
            <a:custGeom>
              <a:avLst/>
              <a:gdLst/>
              <a:ahLst/>
              <a:cxnLst/>
              <a:rect l="l" t="t" r="r" b="b"/>
              <a:pathLst>
                <a:path w="2255" h="715" extrusionOk="0">
                  <a:moveTo>
                    <a:pt x="2205" y="0"/>
                  </a:moveTo>
                  <a:lnTo>
                    <a:pt x="0" y="540"/>
                  </a:lnTo>
                  <a:lnTo>
                    <a:pt x="50" y="715"/>
                  </a:lnTo>
                  <a:lnTo>
                    <a:pt x="2254" y="178"/>
                  </a:lnTo>
                  <a:lnTo>
                    <a:pt x="22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0" name="Google Shape;1721;p58">
              <a:extLst>
                <a:ext uri="{FF2B5EF4-FFF2-40B4-BE49-F238E27FC236}">
                  <a16:creationId xmlns:a16="http://schemas.microsoft.com/office/drawing/2014/main" id="{F8D4D0B7-3840-CA4E-0A84-E22EC34257AD}"/>
                </a:ext>
              </a:extLst>
            </p:cNvPr>
            <p:cNvSpPr/>
            <p:nvPr/>
          </p:nvSpPr>
          <p:spPr>
            <a:xfrm>
              <a:off x="6021075" y="4121400"/>
              <a:ext cx="56375" cy="17950"/>
            </a:xfrm>
            <a:custGeom>
              <a:avLst/>
              <a:gdLst/>
              <a:ahLst/>
              <a:cxnLst/>
              <a:rect l="l" t="t" r="r" b="b"/>
              <a:pathLst>
                <a:path w="2255" h="718" extrusionOk="0">
                  <a:moveTo>
                    <a:pt x="2206" y="0"/>
                  </a:moveTo>
                  <a:lnTo>
                    <a:pt x="1" y="543"/>
                  </a:lnTo>
                  <a:lnTo>
                    <a:pt x="50" y="718"/>
                  </a:lnTo>
                  <a:lnTo>
                    <a:pt x="2255" y="175"/>
                  </a:lnTo>
                  <a:lnTo>
                    <a:pt x="220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1" name="Google Shape;1722;p58">
              <a:extLst>
                <a:ext uri="{FF2B5EF4-FFF2-40B4-BE49-F238E27FC236}">
                  <a16:creationId xmlns:a16="http://schemas.microsoft.com/office/drawing/2014/main" id="{ADDB2072-4041-E547-0384-F3265A02F673}"/>
                </a:ext>
              </a:extLst>
            </p:cNvPr>
            <p:cNvSpPr/>
            <p:nvPr/>
          </p:nvSpPr>
          <p:spPr>
            <a:xfrm>
              <a:off x="6023950" y="4132100"/>
              <a:ext cx="80750" cy="113550"/>
            </a:xfrm>
            <a:custGeom>
              <a:avLst/>
              <a:gdLst/>
              <a:ahLst/>
              <a:cxnLst/>
              <a:rect l="l" t="t" r="r" b="b"/>
              <a:pathLst>
                <a:path w="3230" h="4542" extrusionOk="0">
                  <a:moveTo>
                    <a:pt x="2206" y="0"/>
                  </a:moveTo>
                  <a:lnTo>
                    <a:pt x="1" y="543"/>
                  </a:lnTo>
                  <a:lnTo>
                    <a:pt x="1024" y="4541"/>
                  </a:lnTo>
                  <a:lnTo>
                    <a:pt x="3229" y="3998"/>
                  </a:lnTo>
                  <a:lnTo>
                    <a:pt x="220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2" name="Google Shape;1723;p58">
              <a:extLst>
                <a:ext uri="{FF2B5EF4-FFF2-40B4-BE49-F238E27FC236}">
                  <a16:creationId xmlns:a16="http://schemas.microsoft.com/office/drawing/2014/main" id="{EBF35F28-D26C-6E48-51C0-E8206B4AC948}"/>
                </a:ext>
              </a:extLst>
            </p:cNvPr>
            <p:cNvSpPr/>
            <p:nvPr/>
          </p:nvSpPr>
          <p:spPr>
            <a:xfrm>
              <a:off x="5974925" y="4044725"/>
              <a:ext cx="118400" cy="47150"/>
            </a:xfrm>
            <a:custGeom>
              <a:avLst/>
              <a:gdLst/>
              <a:ahLst/>
              <a:cxnLst/>
              <a:rect l="l" t="t" r="r" b="b"/>
              <a:pathLst>
                <a:path w="4736" h="1886" extrusionOk="0">
                  <a:moveTo>
                    <a:pt x="4532" y="0"/>
                  </a:moveTo>
                  <a:lnTo>
                    <a:pt x="1" y="1132"/>
                  </a:lnTo>
                  <a:lnTo>
                    <a:pt x="198" y="1886"/>
                  </a:lnTo>
                  <a:lnTo>
                    <a:pt x="4736" y="754"/>
                  </a:lnTo>
                  <a:lnTo>
                    <a:pt x="453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3" name="Google Shape;1724;p58">
              <a:extLst>
                <a:ext uri="{FF2B5EF4-FFF2-40B4-BE49-F238E27FC236}">
                  <a16:creationId xmlns:a16="http://schemas.microsoft.com/office/drawing/2014/main" id="{1F216498-DEBC-0F6B-64F7-6030527FC0CC}"/>
                </a:ext>
              </a:extLst>
            </p:cNvPr>
            <p:cNvSpPr/>
            <p:nvPr/>
          </p:nvSpPr>
          <p:spPr>
            <a:xfrm>
              <a:off x="6116925" y="4264525"/>
              <a:ext cx="445500" cy="375375"/>
            </a:xfrm>
            <a:custGeom>
              <a:avLst/>
              <a:gdLst/>
              <a:ahLst/>
              <a:cxnLst/>
              <a:rect l="l" t="t" r="r" b="b"/>
              <a:pathLst>
                <a:path w="17820" h="15015" extrusionOk="0">
                  <a:moveTo>
                    <a:pt x="981" y="1"/>
                  </a:moveTo>
                  <a:lnTo>
                    <a:pt x="0" y="2107"/>
                  </a:lnTo>
                  <a:cubicBezTo>
                    <a:pt x="0" y="2107"/>
                    <a:pt x="4657" y="15014"/>
                    <a:pt x="7624" y="15014"/>
                  </a:cubicBezTo>
                  <a:cubicBezTo>
                    <a:pt x="7657" y="15014"/>
                    <a:pt x="7689" y="15013"/>
                    <a:pt x="7720" y="15010"/>
                  </a:cubicBezTo>
                  <a:cubicBezTo>
                    <a:pt x="10682" y="14720"/>
                    <a:pt x="17816" y="6503"/>
                    <a:pt x="17819" y="6503"/>
                  </a:cubicBezTo>
                  <a:lnTo>
                    <a:pt x="11044" y="4058"/>
                  </a:lnTo>
                  <a:lnTo>
                    <a:pt x="7816" y="8629"/>
                  </a:lnTo>
                  <a:lnTo>
                    <a:pt x="2021" y="485"/>
                  </a:lnTo>
                  <a:lnTo>
                    <a:pt x="981" y="1"/>
                  </a:lnTo>
                  <a:close/>
                </a:path>
              </a:pathLst>
            </a:custGeom>
            <a:solidFill>
              <a:srgbClr val="FF95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4" name="Google Shape;1725;p58">
              <a:extLst>
                <a:ext uri="{FF2B5EF4-FFF2-40B4-BE49-F238E27FC236}">
                  <a16:creationId xmlns:a16="http://schemas.microsoft.com/office/drawing/2014/main" id="{A9FA00B7-8D8C-A412-F911-595DF8F71E1B}"/>
                </a:ext>
              </a:extLst>
            </p:cNvPr>
            <p:cNvSpPr/>
            <p:nvPr/>
          </p:nvSpPr>
          <p:spPr>
            <a:xfrm>
              <a:off x="5975075" y="4157550"/>
              <a:ext cx="112750" cy="124850"/>
            </a:xfrm>
            <a:custGeom>
              <a:avLst/>
              <a:gdLst/>
              <a:ahLst/>
              <a:cxnLst/>
              <a:rect l="l" t="t" r="r" b="b"/>
              <a:pathLst>
                <a:path w="4510" h="4994" extrusionOk="0">
                  <a:moveTo>
                    <a:pt x="2534" y="1"/>
                  </a:moveTo>
                  <a:cubicBezTo>
                    <a:pt x="1365" y="1"/>
                    <a:pt x="1" y="131"/>
                    <a:pt x="80" y="746"/>
                  </a:cubicBezTo>
                  <a:cubicBezTo>
                    <a:pt x="149" y="1295"/>
                    <a:pt x="505" y="1404"/>
                    <a:pt x="505" y="1404"/>
                  </a:cubicBezTo>
                  <a:cubicBezTo>
                    <a:pt x="505" y="1404"/>
                    <a:pt x="57" y="1763"/>
                    <a:pt x="232" y="2210"/>
                  </a:cubicBezTo>
                  <a:cubicBezTo>
                    <a:pt x="409" y="2658"/>
                    <a:pt x="814" y="2770"/>
                    <a:pt x="814" y="2770"/>
                  </a:cubicBezTo>
                  <a:cubicBezTo>
                    <a:pt x="814" y="2770"/>
                    <a:pt x="538" y="3036"/>
                    <a:pt x="650" y="3418"/>
                  </a:cubicBezTo>
                  <a:cubicBezTo>
                    <a:pt x="758" y="3796"/>
                    <a:pt x="1278" y="4043"/>
                    <a:pt x="1278" y="4043"/>
                  </a:cubicBezTo>
                  <a:cubicBezTo>
                    <a:pt x="1278" y="4043"/>
                    <a:pt x="883" y="4652"/>
                    <a:pt x="1647" y="4974"/>
                  </a:cubicBezTo>
                  <a:cubicBezTo>
                    <a:pt x="1677" y="4987"/>
                    <a:pt x="1722" y="4993"/>
                    <a:pt x="1778" y="4993"/>
                  </a:cubicBezTo>
                  <a:cubicBezTo>
                    <a:pt x="2343" y="4993"/>
                    <a:pt x="4062" y="4389"/>
                    <a:pt x="4062" y="4389"/>
                  </a:cubicBezTo>
                  <a:cubicBezTo>
                    <a:pt x="4062" y="4389"/>
                    <a:pt x="4477" y="4208"/>
                    <a:pt x="4493" y="3925"/>
                  </a:cubicBezTo>
                  <a:cubicBezTo>
                    <a:pt x="4510" y="3642"/>
                    <a:pt x="4078" y="3428"/>
                    <a:pt x="4078" y="3428"/>
                  </a:cubicBezTo>
                  <a:lnTo>
                    <a:pt x="4345" y="3003"/>
                  </a:lnTo>
                  <a:lnTo>
                    <a:pt x="4148" y="71"/>
                  </a:lnTo>
                  <a:cubicBezTo>
                    <a:pt x="4148" y="71"/>
                    <a:pt x="3393" y="1"/>
                    <a:pt x="2534" y="1"/>
                  </a:cubicBezTo>
                  <a:close/>
                </a:path>
              </a:pathLst>
            </a:custGeom>
            <a:solidFill>
              <a:srgbClr val="FF95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5" name="Google Shape;1726;p58">
              <a:extLst>
                <a:ext uri="{FF2B5EF4-FFF2-40B4-BE49-F238E27FC236}">
                  <a16:creationId xmlns:a16="http://schemas.microsoft.com/office/drawing/2014/main" id="{79E52642-755C-DAF0-4FB5-CECD1D8F97EE}"/>
                </a:ext>
              </a:extLst>
            </p:cNvPr>
            <p:cNvSpPr/>
            <p:nvPr/>
          </p:nvSpPr>
          <p:spPr>
            <a:xfrm>
              <a:off x="5986850" y="4183425"/>
              <a:ext cx="77025" cy="8500"/>
            </a:xfrm>
            <a:custGeom>
              <a:avLst/>
              <a:gdLst/>
              <a:ahLst/>
              <a:cxnLst/>
              <a:rect l="l" t="t" r="r" b="b"/>
              <a:pathLst>
                <a:path w="3081" h="340" extrusionOk="0">
                  <a:moveTo>
                    <a:pt x="3081" y="0"/>
                  </a:moveTo>
                  <a:lnTo>
                    <a:pt x="3081" y="0"/>
                  </a:lnTo>
                  <a:cubicBezTo>
                    <a:pt x="2564" y="46"/>
                    <a:pt x="2054" y="109"/>
                    <a:pt x="1538" y="162"/>
                  </a:cubicBezTo>
                  <a:cubicBezTo>
                    <a:pt x="1024" y="221"/>
                    <a:pt x="514" y="274"/>
                    <a:pt x="1" y="339"/>
                  </a:cubicBezTo>
                  <a:cubicBezTo>
                    <a:pt x="514" y="333"/>
                    <a:pt x="1034" y="290"/>
                    <a:pt x="1547" y="231"/>
                  </a:cubicBezTo>
                  <a:cubicBezTo>
                    <a:pt x="2061" y="175"/>
                    <a:pt x="2574" y="106"/>
                    <a:pt x="30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6" name="Google Shape;1727;p58">
              <a:extLst>
                <a:ext uri="{FF2B5EF4-FFF2-40B4-BE49-F238E27FC236}">
                  <a16:creationId xmlns:a16="http://schemas.microsoft.com/office/drawing/2014/main" id="{DA9D2C1B-825A-DB5B-E488-18757F86E993}"/>
                </a:ext>
              </a:extLst>
            </p:cNvPr>
            <p:cNvSpPr/>
            <p:nvPr/>
          </p:nvSpPr>
          <p:spPr>
            <a:xfrm>
              <a:off x="5994175" y="4215350"/>
              <a:ext cx="86000" cy="10625"/>
            </a:xfrm>
            <a:custGeom>
              <a:avLst/>
              <a:gdLst/>
              <a:ahLst/>
              <a:cxnLst/>
              <a:rect l="l" t="t" r="r" b="b"/>
              <a:pathLst>
                <a:path w="3440" h="425" extrusionOk="0">
                  <a:moveTo>
                    <a:pt x="3439" y="0"/>
                  </a:moveTo>
                  <a:lnTo>
                    <a:pt x="3439" y="0"/>
                  </a:lnTo>
                  <a:cubicBezTo>
                    <a:pt x="2867" y="63"/>
                    <a:pt x="2291" y="142"/>
                    <a:pt x="1718" y="211"/>
                  </a:cubicBezTo>
                  <a:lnTo>
                    <a:pt x="1" y="425"/>
                  </a:lnTo>
                  <a:cubicBezTo>
                    <a:pt x="287" y="415"/>
                    <a:pt x="580" y="398"/>
                    <a:pt x="863" y="375"/>
                  </a:cubicBezTo>
                  <a:cubicBezTo>
                    <a:pt x="1152" y="349"/>
                    <a:pt x="1439" y="316"/>
                    <a:pt x="1728" y="280"/>
                  </a:cubicBezTo>
                  <a:cubicBezTo>
                    <a:pt x="2015" y="244"/>
                    <a:pt x="2304" y="201"/>
                    <a:pt x="2587" y="158"/>
                  </a:cubicBezTo>
                  <a:cubicBezTo>
                    <a:pt x="2870" y="112"/>
                    <a:pt x="3153" y="63"/>
                    <a:pt x="34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7" name="Google Shape;1728;p58">
              <a:extLst>
                <a:ext uri="{FF2B5EF4-FFF2-40B4-BE49-F238E27FC236}">
                  <a16:creationId xmlns:a16="http://schemas.microsoft.com/office/drawing/2014/main" id="{91E65766-A488-D835-5595-01C77E755660}"/>
                </a:ext>
              </a:extLst>
            </p:cNvPr>
            <p:cNvSpPr/>
            <p:nvPr/>
          </p:nvSpPr>
          <p:spPr>
            <a:xfrm>
              <a:off x="6007600" y="4243325"/>
              <a:ext cx="69450" cy="14075"/>
            </a:xfrm>
            <a:custGeom>
              <a:avLst/>
              <a:gdLst/>
              <a:ahLst/>
              <a:cxnLst/>
              <a:rect l="l" t="t" r="r" b="b"/>
              <a:pathLst>
                <a:path w="2778" h="563" extrusionOk="0">
                  <a:moveTo>
                    <a:pt x="2777" y="0"/>
                  </a:moveTo>
                  <a:lnTo>
                    <a:pt x="2777" y="0"/>
                  </a:lnTo>
                  <a:cubicBezTo>
                    <a:pt x="2547" y="53"/>
                    <a:pt x="2317" y="102"/>
                    <a:pt x="2086" y="151"/>
                  </a:cubicBezTo>
                  <a:cubicBezTo>
                    <a:pt x="1856" y="201"/>
                    <a:pt x="1622" y="247"/>
                    <a:pt x="1392" y="293"/>
                  </a:cubicBezTo>
                  <a:lnTo>
                    <a:pt x="698" y="428"/>
                  </a:lnTo>
                  <a:cubicBezTo>
                    <a:pt x="467" y="471"/>
                    <a:pt x="230" y="520"/>
                    <a:pt x="0" y="563"/>
                  </a:cubicBezTo>
                  <a:cubicBezTo>
                    <a:pt x="240" y="543"/>
                    <a:pt x="474" y="513"/>
                    <a:pt x="708" y="487"/>
                  </a:cubicBezTo>
                  <a:cubicBezTo>
                    <a:pt x="941" y="454"/>
                    <a:pt x="1178" y="411"/>
                    <a:pt x="1409" y="365"/>
                  </a:cubicBezTo>
                  <a:cubicBezTo>
                    <a:pt x="1639" y="316"/>
                    <a:pt x="1869" y="267"/>
                    <a:pt x="2100" y="211"/>
                  </a:cubicBezTo>
                  <a:cubicBezTo>
                    <a:pt x="2330" y="151"/>
                    <a:pt x="2557" y="82"/>
                    <a:pt x="277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8" name="Google Shape;1729;p58">
              <a:extLst>
                <a:ext uri="{FF2B5EF4-FFF2-40B4-BE49-F238E27FC236}">
                  <a16:creationId xmlns:a16="http://schemas.microsoft.com/office/drawing/2014/main" id="{B5C9A359-A477-BD17-B247-ADAA526D206A}"/>
                </a:ext>
              </a:extLst>
            </p:cNvPr>
            <p:cNvSpPr/>
            <p:nvPr/>
          </p:nvSpPr>
          <p:spPr>
            <a:xfrm>
              <a:off x="6025850" y="4145775"/>
              <a:ext cx="141600" cy="145600"/>
            </a:xfrm>
            <a:custGeom>
              <a:avLst/>
              <a:gdLst/>
              <a:ahLst/>
              <a:cxnLst/>
              <a:rect l="l" t="t" r="r" b="b"/>
              <a:pathLst>
                <a:path w="5664" h="5824" extrusionOk="0">
                  <a:moveTo>
                    <a:pt x="479" y="1"/>
                  </a:moveTo>
                  <a:cubicBezTo>
                    <a:pt x="374" y="1"/>
                    <a:pt x="300" y="15"/>
                    <a:pt x="267" y="45"/>
                  </a:cubicBezTo>
                  <a:cubicBezTo>
                    <a:pt x="1" y="292"/>
                    <a:pt x="728" y="1233"/>
                    <a:pt x="1241" y="1503"/>
                  </a:cubicBezTo>
                  <a:cubicBezTo>
                    <a:pt x="1755" y="1776"/>
                    <a:pt x="1916" y="1707"/>
                    <a:pt x="1945" y="2076"/>
                  </a:cubicBezTo>
                  <a:cubicBezTo>
                    <a:pt x="1975" y="2448"/>
                    <a:pt x="1929" y="3609"/>
                    <a:pt x="2880" y="4570"/>
                  </a:cubicBezTo>
                  <a:cubicBezTo>
                    <a:pt x="3824" y="5528"/>
                    <a:pt x="5039" y="5824"/>
                    <a:pt x="5039" y="5824"/>
                  </a:cubicBezTo>
                  <a:lnTo>
                    <a:pt x="5664" y="5235"/>
                  </a:lnTo>
                  <a:cubicBezTo>
                    <a:pt x="5664" y="5235"/>
                    <a:pt x="5470" y="2431"/>
                    <a:pt x="4469" y="1520"/>
                  </a:cubicBezTo>
                  <a:cubicBezTo>
                    <a:pt x="3595" y="723"/>
                    <a:pt x="1229" y="1"/>
                    <a:pt x="479" y="1"/>
                  </a:cubicBezTo>
                  <a:close/>
                </a:path>
              </a:pathLst>
            </a:custGeom>
            <a:solidFill>
              <a:srgbClr val="FF95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9" name="Google Shape;1730;p58">
              <a:extLst>
                <a:ext uri="{FF2B5EF4-FFF2-40B4-BE49-F238E27FC236}">
                  <a16:creationId xmlns:a16="http://schemas.microsoft.com/office/drawing/2014/main" id="{750662EE-6DB9-0784-56E2-1733D300728B}"/>
                </a:ext>
              </a:extLst>
            </p:cNvPr>
            <p:cNvSpPr/>
            <p:nvPr/>
          </p:nvSpPr>
          <p:spPr>
            <a:xfrm>
              <a:off x="6031200" y="4152825"/>
              <a:ext cx="70275" cy="110500"/>
            </a:xfrm>
            <a:custGeom>
              <a:avLst/>
              <a:gdLst/>
              <a:ahLst/>
              <a:cxnLst/>
              <a:rect l="l" t="t" r="r" b="b"/>
              <a:pathLst>
                <a:path w="2811" h="4420" extrusionOk="0">
                  <a:moveTo>
                    <a:pt x="1" y="0"/>
                  </a:moveTo>
                  <a:cubicBezTo>
                    <a:pt x="73" y="217"/>
                    <a:pt x="182" y="425"/>
                    <a:pt x="310" y="609"/>
                  </a:cubicBezTo>
                  <a:cubicBezTo>
                    <a:pt x="448" y="800"/>
                    <a:pt x="613" y="968"/>
                    <a:pt x="797" y="1106"/>
                  </a:cubicBezTo>
                  <a:cubicBezTo>
                    <a:pt x="981" y="1247"/>
                    <a:pt x="1188" y="1363"/>
                    <a:pt x="1406" y="1442"/>
                  </a:cubicBezTo>
                  <a:cubicBezTo>
                    <a:pt x="1462" y="1461"/>
                    <a:pt x="1518" y="1478"/>
                    <a:pt x="1560" y="1501"/>
                  </a:cubicBezTo>
                  <a:cubicBezTo>
                    <a:pt x="1583" y="1514"/>
                    <a:pt x="1600" y="1530"/>
                    <a:pt x="1610" y="1550"/>
                  </a:cubicBezTo>
                  <a:cubicBezTo>
                    <a:pt x="1623" y="1573"/>
                    <a:pt x="1626" y="1596"/>
                    <a:pt x="1633" y="1626"/>
                  </a:cubicBezTo>
                  <a:lnTo>
                    <a:pt x="1672" y="1968"/>
                  </a:lnTo>
                  <a:cubicBezTo>
                    <a:pt x="1702" y="2192"/>
                    <a:pt x="1735" y="2422"/>
                    <a:pt x="1784" y="2649"/>
                  </a:cubicBezTo>
                  <a:cubicBezTo>
                    <a:pt x="1833" y="2876"/>
                    <a:pt x="1896" y="3103"/>
                    <a:pt x="1995" y="3311"/>
                  </a:cubicBezTo>
                  <a:cubicBezTo>
                    <a:pt x="2084" y="3521"/>
                    <a:pt x="2215" y="3719"/>
                    <a:pt x="2357" y="3900"/>
                  </a:cubicBezTo>
                  <a:cubicBezTo>
                    <a:pt x="2498" y="4081"/>
                    <a:pt x="2656" y="4249"/>
                    <a:pt x="2811" y="4420"/>
                  </a:cubicBezTo>
                  <a:cubicBezTo>
                    <a:pt x="2663" y="4245"/>
                    <a:pt x="2518" y="4068"/>
                    <a:pt x="2380" y="3883"/>
                  </a:cubicBezTo>
                  <a:cubicBezTo>
                    <a:pt x="2245" y="3702"/>
                    <a:pt x="2123" y="3505"/>
                    <a:pt x="2034" y="3294"/>
                  </a:cubicBezTo>
                  <a:cubicBezTo>
                    <a:pt x="1945" y="3087"/>
                    <a:pt x="1883" y="2863"/>
                    <a:pt x="1837" y="2643"/>
                  </a:cubicBezTo>
                  <a:cubicBezTo>
                    <a:pt x="1791" y="2419"/>
                    <a:pt x="1764" y="2189"/>
                    <a:pt x="1735" y="1962"/>
                  </a:cubicBezTo>
                  <a:lnTo>
                    <a:pt x="1689" y="1619"/>
                  </a:lnTo>
                  <a:cubicBezTo>
                    <a:pt x="1685" y="1593"/>
                    <a:pt x="1675" y="1560"/>
                    <a:pt x="1659" y="1530"/>
                  </a:cubicBezTo>
                  <a:cubicBezTo>
                    <a:pt x="1646" y="1498"/>
                    <a:pt x="1620" y="1478"/>
                    <a:pt x="1590" y="1461"/>
                  </a:cubicBezTo>
                  <a:cubicBezTo>
                    <a:pt x="1537" y="1428"/>
                    <a:pt x="1481" y="1415"/>
                    <a:pt x="1425" y="1396"/>
                  </a:cubicBezTo>
                  <a:cubicBezTo>
                    <a:pt x="1211" y="1317"/>
                    <a:pt x="1011" y="1205"/>
                    <a:pt x="826" y="1073"/>
                  </a:cubicBezTo>
                  <a:cubicBezTo>
                    <a:pt x="639" y="938"/>
                    <a:pt x="474" y="777"/>
                    <a:pt x="336" y="596"/>
                  </a:cubicBezTo>
                  <a:cubicBezTo>
                    <a:pt x="198" y="415"/>
                    <a:pt x="83" y="214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20" name="Google Shape;1731;p58">
              <a:extLst>
                <a:ext uri="{FF2B5EF4-FFF2-40B4-BE49-F238E27FC236}">
                  <a16:creationId xmlns:a16="http://schemas.microsoft.com/office/drawing/2014/main" id="{9E907B98-7D67-6ACE-2CA0-FCE9D101B0E9}"/>
                </a:ext>
              </a:extLst>
            </p:cNvPr>
            <p:cNvSpPr/>
            <p:nvPr/>
          </p:nvSpPr>
          <p:spPr>
            <a:xfrm>
              <a:off x="6312300" y="4469050"/>
              <a:ext cx="33850" cy="56550"/>
            </a:xfrm>
            <a:custGeom>
              <a:avLst/>
              <a:gdLst/>
              <a:ahLst/>
              <a:cxnLst/>
              <a:rect l="l" t="t" r="r" b="b"/>
              <a:pathLst>
                <a:path w="1354" h="2262" extrusionOk="0">
                  <a:moveTo>
                    <a:pt x="310" y="1"/>
                  </a:moveTo>
                  <a:lnTo>
                    <a:pt x="1" y="448"/>
                  </a:lnTo>
                  <a:lnTo>
                    <a:pt x="1353" y="2261"/>
                  </a:lnTo>
                  <a:lnTo>
                    <a:pt x="1353" y="2261"/>
                  </a:lnTo>
                  <a:lnTo>
                    <a:pt x="310" y="1"/>
                  </a:lnTo>
                  <a:close/>
                </a:path>
              </a:pathLst>
            </a:custGeom>
            <a:solidFill>
              <a:srgbClr val="000000">
                <a:alpha val="352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21" name="Google Shape;1732;p58">
              <a:extLst>
                <a:ext uri="{FF2B5EF4-FFF2-40B4-BE49-F238E27FC236}">
                  <a16:creationId xmlns:a16="http://schemas.microsoft.com/office/drawing/2014/main" id="{76A3C95C-3EA4-D4B2-BDDF-503C473AFA52}"/>
                </a:ext>
              </a:extLst>
            </p:cNvPr>
            <p:cNvSpPr/>
            <p:nvPr/>
          </p:nvSpPr>
          <p:spPr>
            <a:xfrm>
              <a:off x="6434300" y="3463925"/>
              <a:ext cx="644175" cy="653125"/>
            </a:xfrm>
            <a:custGeom>
              <a:avLst/>
              <a:gdLst/>
              <a:ahLst/>
              <a:cxnLst/>
              <a:rect l="l" t="t" r="r" b="b"/>
              <a:pathLst>
                <a:path w="25767" h="26125" extrusionOk="0">
                  <a:moveTo>
                    <a:pt x="13249" y="0"/>
                  </a:moveTo>
                  <a:cubicBezTo>
                    <a:pt x="9195" y="0"/>
                    <a:pt x="5569" y="2244"/>
                    <a:pt x="4417" y="5871"/>
                  </a:cubicBezTo>
                  <a:cubicBezTo>
                    <a:pt x="3265" y="9500"/>
                    <a:pt x="1" y="22749"/>
                    <a:pt x="1" y="22749"/>
                  </a:cubicBezTo>
                  <a:cubicBezTo>
                    <a:pt x="1" y="22749"/>
                    <a:pt x="383" y="22962"/>
                    <a:pt x="1060" y="23278"/>
                  </a:cubicBezTo>
                  <a:cubicBezTo>
                    <a:pt x="1370" y="22591"/>
                    <a:pt x="1679" y="21909"/>
                    <a:pt x="1985" y="21222"/>
                  </a:cubicBezTo>
                  <a:lnTo>
                    <a:pt x="1985" y="21222"/>
                  </a:lnTo>
                  <a:cubicBezTo>
                    <a:pt x="1893" y="22008"/>
                    <a:pt x="1798" y="22788"/>
                    <a:pt x="1702" y="23571"/>
                  </a:cubicBezTo>
                  <a:cubicBezTo>
                    <a:pt x="2110" y="23752"/>
                    <a:pt x="2587" y="23950"/>
                    <a:pt x="3114" y="24154"/>
                  </a:cubicBezTo>
                  <a:lnTo>
                    <a:pt x="3818" y="22107"/>
                  </a:lnTo>
                  <a:lnTo>
                    <a:pt x="3818" y="22107"/>
                  </a:lnTo>
                  <a:cubicBezTo>
                    <a:pt x="3769" y="22864"/>
                    <a:pt x="3729" y="23621"/>
                    <a:pt x="3706" y="24377"/>
                  </a:cubicBezTo>
                  <a:lnTo>
                    <a:pt x="3877" y="24440"/>
                  </a:lnTo>
                  <a:cubicBezTo>
                    <a:pt x="4252" y="23594"/>
                    <a:pt x="4591" y="22735"/>
                    <a:pt x="4881" y="21860"/>
                  </a:cubicBezTo>
                  <a:lnTo>
                    <a:pt x="4881" y="21860"/>
                  </a:lnTo>
                  <a:cubicBezTo>
                    <a:pt x="4858" y="22814"/>
                    <a:pt x="4795" y="23769"/>
                    <a:pt x="4697" y="24713"/>
                  </a:cubicBezTo>
                  <a:cubicBezTo>
                    <a:pt x="6951" y="25460"/>
                    <a:pt x="9797" y="26125"/>
                    <a:pt x="12756" y="26125"/>
                  </a:cubicBezTo>
                  <a:cubicBezTo>
                    <a:pt x="16306" y="26125"/>
                    <a:pt x="19768" y="25092"/>
                    <a:pt x="22229" y="24131"/>
                  </a:cubicBezTo>
                  <a:cubicBezTo>
                    <a:pt x="22055" y="23430"/>
                    <a:pt x="21966" y="22712"/>
                    <a:pt x="21970" y="21992"/>
                  </a:cubicBezTo>
                  <a:lnTo>
                    <a:pt x="21970" y="21992"/>
                  </a:lnTo>
                  <a:cubicBezTo>
                    <a:pt x="22256" y="22624"/>
                    <a:pt x="22568" y="23245"/>
                    <a:pt x="22911" y="23854"/>
                  </a:cubicBezTo>
                  <a:cubicBezTo>
                    <a:pt x="22986" y="23825"/>
                    <a:pt x="23062" y="23792"/>
                    <a:pt x="23138" y="23759"/>
                  </a:cubicBezTo>
                  <a:cubicBezTo>
                    <a:pt x="23052" y="22752"/>
                    <a:pt x="22947" y="21745"/>
                    <a:pt x="22713" y="20758"/>
                  </a:cubicBezTo>
                  <a:lnTo>
                    <a:pt x="22713" y="20758"/>
                  </a:lnTo>
                  <a:cubicBezTo>
                    <a:pt x="23088" y="21659"/>
                    <a:pt x="23457" y="22558"/>
                    <a:pt x="23832" y="23459"/>
                  </a:cubicBezTo>
                  <a:cubicBezTo>
                    <a:pt x="25046" y="22913"/>
                    <a:pt x="25767" y="22502"/>
                    <a:pt x="25767" y="22502"/>
                  </a:cubicBezTo>
                  <a:cubicBezTo>
                    <a:pt x="25767" y="22502"/>
                    <a:pt x="23161" y="13186"/>
                    <a:pt x="22318" y="8530"/>
                  </a:cubicBezTo>
                  <a:cubicBezTo>
                    <a:pt x="21292" y="2843"/>
                    <a:pt x="17300" y="0"/>
                    <a:pt x="1324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22" name="Google Shape;1733;p58">
              <a:extLst>
                <a:ext uri="{FF2B5EF4-FFF2-40B4-BE49-F238E27FC236}">
                  <a16:creationId xmlns:a16="http://schemas.microsoft.com/office/drawing/2014/main" id="{37CB5BD9-1FB4-87D6-EC73-D54BCF4DAB31}"/>
                </a:ext>
              </a:extLst>
            </p:cNvPr>
            <p:cNvSpPr/>
            <p:nvPr/>
          </p:nvSpPr>
          <p:spPr>
            <a:xfrm>
              <a:off x="6661625" y="3964850"/>
              <a:ext cx="168900" cy="235625"/>
            </a:xfrm>
            <a:custGeom>
              <a:avLst/>
              <a:gdLst/>
              <a:ahLst/>
              <a:cxnLst/>
              <a:rect l="l" t="t" r="r" b="b"/>
              <a:pathLst>
                <a:path w="6756" h="9425" extrusionOk="0">
                  <a:moveTo>
                    <a:pt x="5838" y="0"/>
                  </a:moveTo>
                  <a:lnTo>
                    <a:pt x="773" y="125"/>
                  </a:lnTo>
                  <a:cubicBezTo>
                    <a:pt x="773" y="125"/>
                    <a:pt x="882" y="3952"/>
                    <a:pt x="434" y="4344"/>
                  </a:cubicBezTo>
                  <a:cubicBezTo>
                    <a:pt x="359" y="4406"/>
                    <a:pt x="207" y="4495"/>
                    <a:pt x="0" y="4607"/>
                  </a:cubicBezTo>
                  <a:cubicBezTo>
                    <a:pt x="72" y="6249"/>
                    <a:pt x="253" y="7934"/>
                    <a:pt x="813" y="9425"/>
                  </a:cubicBezTo>
                  <a:cubicBezTo>
                    <a:pt x="3199" y="8092"/>
                    <a:pt x="5245" y="6170"/>
                    <a:pt x="6756" y="3893"/>
                  </a:cubicBezTo>
                  <a:cubicBezTo>
                    <a:pt x="6068" y="2998"/>
                    <a:pt x="5838" y="0"/>
                    <a:pt x="5838" y="0"/>
                  </a:cubicBezTo>
                  <a:close/>
                </a:path>
              </a:pathLst>
            </a:custGeom>
            <a:solidFill>
              <a:srgbClr val="FF95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23" name="Google Shape;1734;p58">
              <a:extLst>
                <a:ext uri="{FF2B5EF4-FFF2-40B4-BE49-F238E27FC236}">
                  <a16:creationId xmlns:a16="http://schemas.microsoft.com/office/drawing/2014/main" id="{5ACEA992-2416-5C64-417D-F64D228086AD}"/>
                </a:ext>
              </a:extLst>
            </p:cNvPr>
            <p:cNvSpPr/>
            <p:nvPr/>
          </p:nvSpPr>
          <p:spPr>
            <a:xfrm>
              <a:off x="6646150" y="4062150"/>
              <a:ext cx="197875" cy="174850"/>
            </a:xfrm>
            <a:custGeom>
              <a:avLst/>
              <a:gdLst/>
              <a:ahLst/>
              <a:cxnLst/>
              <a:rect l="l" t="t" r="r" b="b"/>
              <a:pathLst>
                <a:path w="7915" h="6994" extrusionOk="0">
                  <a:moveTo>
                    <a:pt x="7372" y="1"/>
                  </a:moveTo>
                  <a:cubicBezTo>
                    <a:pt x="5864" y="2278"/>
                    <a:pt x="3811" y="4197"/>
                    <a:pt x="1432" y="5533"/>
                  </a:cubicBezTo>
                  <a:cubicBezTo>
                    <a:pt x="872" y="4042"/>
                    <a:pt x="691" y="2360"/>
                    <a:pt x="619" y="715"/>
                  </a:cubicBezTo>
                  <a:cubicBezTo>
                    <a:pt x="448" y="807"/>
                    <a:pt x="237" y="912"/>
                    <a:pt x="0" y="1028"/>
                  </a:cubicBezTo>
                  <a:cubicBezTo>
                    <a:pt x="70" y="3051"/>
                    <a:pt x="267" y="5151"/>
                    <a:pt x="958" y="6994"/>
                  </a:cubicBezTo>
                  <a:cubicBezTo>
                    <a:pt x="3755" y="5424"/>
                    <a:pt x="6161" y="3167"/>
                    <a:pt x="7915" y="478"/>
                  </a:cubicBezTo>
                  <a:cubicBezTo>
                    <a:pt x="7757" y="353"/>
                    <a:pt x="7638" y="258"/>
                    <a:pt x="7559" y="198"/>
                  </a:cubicBezTo>
                  <a:cubicBezTo>
                    <a:pt x="7493" y="142"/>
                    <a:pt x="7427" y="77"/>
                    <a:pt x="737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24" name="Google Shape;1735;p58">
              <a:extLst>
                <a:ext uri="{FF2B5EF4-FFF2-40B4-BE49-F238E27FC236}">
                  <a16:creationId xmlns:a16="http://schemas.microsoft.com/office/drawing/2014/main" id="{C0F17715-D2F8-21F5-EFC3-D9B15F3E0F2D}"/>
                </a:ext>
              </a:extLst>
            </p:cNvPr>
            <p:cNvSpPr/>
            <p:nvPr/>
          </p:nvSpPr>
          <p:spPr>
            <a:xfrm>
              <a:off x="6392100" y="4074175"/>
              <a:ext cx="637200" cy="726925"/>
            </a:xfrm>
            <a:custGeom>
              <a:avLst/>
              <a:gdLst/>
              <a:ahLst/>
              <a:cxnLst/>
              <a:rect l="l" t="t" r="r" b="b"/>
              <a:pathLst>
                <a:path w="25488" h="29077" extrusionOk="0">
                  <a:moveTo>
                    <a:pt x="18077" y="0"/>
                  </a:moveTo>
                  <a:cubicBezTo>
                    <a:pt x="16323" y="2682"/>
                    <a:pt x="13917" y="4943"/>
                    <a:pt x="11120" y="6509"/>
                  </a:cubicBezTo>
                  <a:cubicBezTo>
                    <a:pt x="10422" y="4673"/>
                    <a:pt x="10232" y="2570"/>
                    <a:pt x="10162" y="547"/>
                  </a:cubicBezTo>
                  <a:cubicBezTo>
                    <a:pt x="8971" y="1126"/>
                    <a:pt x="5397" y="3995"/>
                    <a:pt x="4621" y="4657"/>
                  </a:cubicBezTo>
                  <a:cubicBezTo>
                    <a:pt x="3502" y="5608"/>
                    <a:pt x="1" y="11682"/>
                    <a:pt x="1" y="11682"/>
                  </a:cubicBezTo>
                  <a:lnTo>
                    <a:pt x="2762" y="13624"/>
                  </a:lnTo>
                  <a:cubicBezTo>
                    <a:pt x="2762" y="13624"/>
                    <a:pt x="860" y="16595"/>
                    <a:pt x="4216" y="19728"/>
                  </a:cubicBezTo>
                  <a:lnTo>
                    <a:pt x="3028" y="29077"/>
                  </a:lnTo>
                  <a:lnTo>
                    <a:pt x="25487" y="29077"/>
                  </a:lnTo>
                  <a:lnTo>
                    <a:pt x="23500" y="21653"/>
                  </a:lnTo>
                  <a:lnTo>
                    <a:pt x="24651" y="5140"/>
                  </a:lnTo>
                  <a:cubicBezTo>
                    <a:pt x="24651" y="5140"/>
                    <a:pt x="19623" y="1221"/>
                    <a:pt x="1807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25" name="Google Shape;1736;p58">
              <a:extLst>
                <a:ext uri="{FF2B5EF4-FFF2-40B4-BE49-F238E27FC236}">
                  <a16:creationId xmlns:a16="http://schemas.microsoft.com/office/drawing/2014/main" id="{EDE5F10D-2C9E-2543-1F9C-6EBFD16B3E30}"/>
                </a:ext>
              </a:extLst>
            </p:cNvPr>
            <p:cNvSpPr/>
            <p:nvPr/>
          </p:nvSpPr>
          <p:spPr>
            <a:xfrm>
              <a:off x="6447625" y="4188925"/>
              <a:ext cx="128200" cy="301700"/>
            </a:xfrm>
            <a:custGeom>
              <a:avLst/>
              <a:gdLst/>
              <a:ahLst/>
              <a:cxnLst/>
              <a:rect l="l" t="t" r="r" b="b"/>
              <a:pathLst>
                <a:path w="5128" h="12068" extrusionOk="0">
                  <a:moveTo>
                    <a:pt x="5128" y="1"/>
                  </a:moveTo>
                  <a:cubicBezTo>
                    <a:pt x="4973" y="531"/>
                    <a:pt x="4772" y="1044"/>
                    <a:pt x="4526" y="1547"/>
                  </a:cubicBezTo>
                  <a:cubicBezTo>
                    <a:pt x="4295" y="2048"/>
                    <a:pt x="4035" y="2538"/>
                    <a:pt x="3769" y="3018"/>
                  </a:cubicBezTo>
                  <a:lnTo>
                    <a:pt x="2963" y="4473"/>
                  </a:lnTo>
                  <a:lnTo>
                    <a:pt x="2163" y="5924"/>
                  </a:lnTo>
                  <a:cubicBezTo>
                    <a:pt x="1636" y="6895"/>
                    <a:pt x="1103" y="7862"/>
                    <a:pt x="583" y="8840"/>
                  </a:cubicBezTo>
                  <a:cubicBezTo>
                    <a:pt x="458" y="9086"/>
                    <a:pt x="333" y="9337"/>
                    <a:pt x="235" y="9596"/>
                  </a:cubicBezTo>
                  <a:cubicBezTo>
                    <a:pt x="185" y="9728"/>
                    <a:pt x="149" y="9863"/>
                    <a:pt x="116" y="10001"/>
                  </a:cubicBezTo>
                  <a:cubicBezTo>
                    <a:pt x="87" y="10136"/>
                    <a:pt x="64" y="10271"/>
                    <a:pt x="47" y="10413"/>
                  </a:cubicBezTo>
                  <a:cubicBezTo>
                    <a:pt x="14" y="10686"/>
                    <a:pt x="1" y="10965"/>
                    <a:pt x="4" y="11242"/>
                  </a:cubicBezTo>
                  <a:cubicBezTo>
                    <a:pt x="11" y="11522"/>
                    <a:pt x="37" y="11798"/>
                    <a:pt x="87" y="12068"/>
                  </a:cubicBezTo>
                  <a:cubicBezTo>
                    <a:pt x="50" y="11795"/>
                    <a:pt x="31" y="11518"/>
                    <a:pt x="34" y="11242"/>
                  </a:cubicBezTo>
                  <a:cubicBezTo>
                    <a:pt x="37" y="10965"/>
                    <a:pt x="57" y="10692"/>
                    <a:pt x="100" y="10419"/>
                  </a:cubicBezTo>
                  <a:lnTo>
                    <a:pt x="116" y="10317"/>
                  </a:lnTo>
                  <a:lnTo>
                    <a:pt x="136" y="10215"/>
                  </a:lnTo>
                  <a:cubicBezTo>
                    <a:pt x="149" y="10143"/>
                    <a:pt x="166" y="10077"/>
                    <a:pt x="182" y="10011"/>
                  </a:cubicBezTo>
                  <a:cubicBezTo>
                    <a:pt x="215" y="9879"/>
                    <a:pt x="258" y="9748"/>
                    <a:pt x="304" y="9623"/>
                  </a:cubicBezTo>
                  <a:cubicBezTo>
                    <a:pt x="409" y="9366"/>
                    <a:pt x="537" y="9123"/>
                    <a:pt x="669" y="8882"/>
                  </a:cubicBezTo>
                  <a:cubicBezTo>
                    <a:pt x="1212" y="7918"/>
                    <a:pt x="1742" y="6951"/>
                    <a:pt x="2275" y="5980"/>
                  </a:cubicBezTo>
                  <a:cubicBezTo>
                    <a:pt x="2808" y="5009"/>
                    <a:pt x="3338" y="4039"/>
                    <a:pt x="3861" y="3064"/>
                  </a:cubicBezTo>
                  <a:cubicBezTo>
                    <a:pt x="4118" y="2574"/>
                    <a:pt x="4371" y="2077"/>
                    <a:pt x="4591" y="1571"/>
                  </a:cubicBezTo>
                  <a:cubicBezTo>
                    <a:pt x="4703" y="1317"/>
                    <a:pt x="4802" y="1060"/>
                    <a:pt x="4891" y="797"/>
                  </a:cubicBezTo>
                  <a:cubicBezTo>
                    <a:pt x="4983" y="534"/>
                    <a:pt x="5062" y="267"/>
                    <a:pt x="51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26" name="Google Shape;1737;p58">
              <a:extLst>
                <a:ext uri="{FF2B5EF4-FFF2-40B4-BE49-F238E27FC236}">
                  <a16:creationId xmlns:a16="http://schemas.microsoft.com/office/drawing/2014/main" id="{C70B5502-8FD8-4B8D-4FA6-857554455016}"/>
                </a:ext>
              </a:extLst>
            </p:cNvPr>
            <p:cNvSpPr/>
            <p:nvPr/>
          </p:nvSpPr>
          <p:spPr>
            <a:xfrm>
              <a:off x="6541300" y="3768525"/>
              <a:ext cx="87025" cy="110250"/>
            </a:xfrm>
            <a:custGeom>
              <a:avLst/>
              <a:gdLst/>
              <a:ahLst/>
              <a:cxnLst/>
              <a:rect l="l" t="t" r="r" b="b"/>
              <a:pathLst>
                <a:path w="3481" h="4410" extrusionOk="0">
                  <a:moveTo>
                    <a:pt x="1444" y="1"/>
                  </a:moveTo>
                  <a:cubicBezTo>
                    <a:pt x="556" y="1"/>
                    <a:pt x="0" y="1161"/>
                    <a:pt x="97" y="2111"/>
                  </a:cubicBezTo>
                  <a:cubicBezTo>
                    <a:pt x="153" y="2690"/>
                    <a:pt x="427" y="3249"/>
                    <a:pt x="795" y="3677"/>
                  </a:cubicBezTo>
                  <a:cubicBezTo>
                    <a:pt x="1045" y="3970"/>
                    <a:pt x="1351" y="4214"/>
                    <a:pt x="1684" y="4332"/>
                  </a:cubicBezTo>
                  <a:cubicBezTo>
                    <a:pt x="1828" y="4383"/>
                    <a:pt x="1978" y="4410"/>
                    <a:pt x="2125" y="4410"/>
                  </a:cubicBezTo>
                  <a:cubicBezTo>
                    <a:pt x="2323" y="4410"/>
                    <a:pt x="2516" y="4361"/>
                    <a:pt x="2684" y="4253"/>
                  </a:cubicBezTo>
                  <a:cubicBezTo>
                    <a:pt x="2951" y="4085"/>
                    <a:pt x="3135" y="3783"/>
                    <a:pt x="3240" y="3453"/>
                  </a:cubicBezTo>
                  <a:cubicBezTo>
                    <a:pt x="3480" y="2687"/>
                    <a:pt x="3326" y="1765"/>
                    <a:pt x="2901" y="1048"/>
                  </a:cubicBezTo>
                  <a:cubicBezTo>
                    <a:pt x="2608" y="551"/>
                    <a:pt x="2171" y="133"/>
                    <a:pt x="1667" y="25"/>
                  </a:cubicBezTo>
                  <a:cubicBezTo>
                    <a:pt x="1591" y="8"/>
                    <a:pt x="1516" y="1"/>
                    <a:pt x="1444" y="1"/>
                  </a:cubicBezTo>
                  <a:close/>
                </a:path>
              </a:pathLst>
            </a:custGeom>
            <a:solidFill>
              <a:srgbClr val="FF95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27" name="Google Shape;1738;p58">
              <a:extLst>
                <a:ext uri="{FF2B5EF4-FFF2-40B4-BE49-F238E27FC236}">
                  <a16:creationId xmlns:a16="http://schemas.microsoft.com/office/drawing/2014/main" id="{86BBA66B-FA4B-2EB5-DAB1-CA24D27578FB}"/>
                </a:ext>
              </a:extLst>
            </p:cNvPr>
            <p:cNvSpPr/>
            <p:nvPr/>
          </p:nvSpPr>
          <p:spPr>
            <a:xfrm>
              <a:off x="6543550" y="3788725"/>
              <a:ext cx="69800" cy="75550"/>
            </a:xfrm>
            <a:custGeom>
              <a:avLst/>
              <a:gdLst/>
              <a:ahLst/>
              <a:cxnLst/>
              <a:rect l="l" t="t" r="r" b="b"/>
              <a:pathLst>
                <a:path w="2792" h="3022" extrusionOk="0">
                  <a:moveTo>
                    <a:pt x="1221" y="1"/>
                  </a:moveTo>
                  <a:cubicBezTo>
                    <a:pt x="942" y="1"/>
                    <a:pt x="662" y="140"/>
                    <a:pt x="534" y="401"/>
                  </a:cubicBezTo>
                  <a:cubicBezTo>
                    <a:pt x="534" y="401"/>
                    <a:pt x="1" y="1303"/>
                    <a:pt x="968" y="2405"/>
                  </a:cubicBezTo>
                  <a:cubicBezTo>
                    <a:pt x="1385" y="2881"/>
                    <a:pt x="1767" y="3022"/>
                    <a:pt x="2072" y="3022"/>
                  </a:cubicBezTo>
                  <a:cubicBezTo>
                    <a:pt x="2511" y="3022"/>
                    <a:pt x="2791" y="2731"/>
                    <a:pt x="2791" y="2731"/>
                  </a:cubicBezTo>
                  <a:cubicBezTo>
                    <a:pt x="2545" y="2698"/>
                    <a:pt x="2311" y="2590"/>
                    <a:pt x="2117" y="2425"/>
                  </a:cubicBezTo>
                  <a:cubicBezTo>
                    <a:pt x="2058" y="2376"/>
                    <a:pt x="1998" y="2307"/>
                    <a:pt x="2005" y="2228"/>
                  </a:cubicBezTo>
                  <a:cubicBezTo>
                    <a:pt x="2008" y="2185"/>
                    <a:pt x="2038" y="2145"/>
                    <a:pt x="2064" y="2112"/>
                  </a:cubicBezTo>
                  <a:cubicBezTo>
                    <a:pt x="2222" y="1915"/>
                    <a:pt x="2413" y="1744"/>
                    <a:pt x="2624" y="1612"/>
                  </a:cubicBezTo>
                  <a:cubicBezTo>
                    <a:pt x="2508" y="1273"/>
                    <a:pt x="2387" y="934"/>
                    <a:pt x="2196" y="638"/>
                  </a:cubicBezTo>
                  <a:cubicBezTo>
                    <a:pt x="2002" y="342"/>
                    <a:pt x="1725" y="89"/>
                    <a:pt x="1396" y="19"/>
                  </a:cubicBezTo>
                  <a:cubicBezTo>
                    <a:pt x="1339" y="7"/>
                    <a:pt x="1280" y="1"/>
                    <a:pt x="1221" y="1"/>
                  </a:cubicBezTo>
                  <a:close/>
                </a:path>
              </a:pathLst>
            </a:custGeom>
            <a:solidFill>
              <a:srgbClr val="FF95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28" name="Google Shape;1739;p58">
              <a:extLst>
                <a:ext uri="{FF2B5EF4-FFF2-40B4-BE49-F238E27FC236}">
                  <a16:creationId xmlns:a16="http://schemas.microsoft.com/office/drawing/2014/main" id="{39B2FBC7-089C-2341-2526-65085898B344}"/>
                </a:ext>
              </a:extLst>
            </p:cNvPr>
            <p:cNvSpPr/>
            <p:nvPr/>
          </p:nvSpPr>
          <p:spPr>
            <a:xfrm>
              <a:off x="6556975" y="3787825"/>
              <a:ext cx="56375" cy="69175"/>
            </a:xfrm>
            <a:custGeom>
              <a:avLst/>
              <a:gdLst/>
              <a:ahLst/>
              <a:cxnLst/>
              <a:rect l="l" t="t" r="r" b="b"/>
              <a:pathLst>
                <a:path w="2255" h="2767" extrusionOk="0">
                  <a:moveTo>
                    <a:pt x="720" y="0"/>
                  </a:moveTo>
                  <a:cubicBezTo>
                    <a:pt x="689" y="0"/>
                    <a:pt x="657" y="2"/>
                    <a:pt x="626" y="6"/>
                  </a:cubicBezTo>
                  <a:cubicBezTo>
                    <a:pt x="494" y="19"/>
                    <a:pt x="362" y="65"/>
                    <a:pt x="250" y="138"/>
                  </a:cubicBezTo>
                  <a:cubicBezTo>
                    <a:pt x="198" y="174"/>
                    <a:pt x="148" y="220"/>
                    <a:pt x="102" y="269"/>
                  </a:cubicBezTo>
                  <a:cubicBezTo>
                    <a:pt x="63" y="322"/>
                    <a:pt x="23" y="381"/>
                    <a:pt x="0" y="437"/>
                  </a:cubicBezTo>
                  <a:cubicBezTo>
                    <a:pt x="33" y="381"/>
                    <a:pt x="73" y="332"/>
                    <a:pt x="122" y="289"/>
                  </a:cubicBezTo>
                  <a:cubicBezTo>
                    <a:pt x="168" y="250"/>
                    <a:pt x="221" y="213"/>
                    <a:pt x="277" y="181"/>
                  </a:cubicBezTo>
                  <a:cubicBezTo>
                    <a:pt x="382" y="118"/>
                    <a:pt x="510" y="85"/>
                    <a:pt x="632" y="82"/>
                  </a:cubicBezTo>
                  <a:cubicBezTo>
                    <a:pt x="645" y="81"/>
                    <a:pt x="657" y="81"/>
                    <a:pt x="670" y="81"/>
                  </a:cubicBezTo>
                  <a:cubicBezTo>
                    <a:pt x="782" y="81"/>
                    <a:pt x="891" y="107"/>
                    <a:pt x="994" y="151"/>
                  </a:cubicBezTo>
                  <a:cubicBezTo>
                    <a:pt x="1053" y="171"/>
                    <a:pt x="1106" y="204"/>
                    <a:pt x="1159" y="236"/>
                  </a:cubicBezTo>
                  <a:cubicBezTo>
                    <a:pt x="1208" y="269"/>
                    <a:pt x="1264" y="306"/>
                    <a:pt x="1307" y="348"/>
                  </a:cubicBezTo>
                  <a:cubicBezTo>
                    <a:pt x="1498" y="513"/>
                    <a:pt x="1642" y="727"/>
                    <a:pt x="1751" y="954"/>
                  </a:cubicBezTo>
                  <a:cubicBezTo>
                    <a:pt x="1857" y="1168"/>
                    <a:pt x="1939" y="1394"/>
                    <a:pt x="2022" y="1627"/>
                  </a:cubicBezTo>
                  <a:lnTo>
                    <a:pt x="2022" y="1627"/>
                  </a:lnTo>
                  <a:cubicBezTo>
                    <a:pt x="1901" y="1707"/>
                    <a:pt x="1787" y="1803"/>
                    <a:pt x="1685" y="1902"/>
                  </a:cubicBezTo>
                  <a:cubicBezTo>
                    <a:pt x="1629" y="1958"/>
                    <a:pt x="1577" y="2017"/>
                    <a:pt x="1527" y="2079"/>
                  </a:cubicBezTo>
                  <a:cubicBezTo>
                    <a:pt x="1501" y="2112"/>
                    <a:pt x="1478" y="2142"/>
                    <a:pt x="1452" y="2181"/>
                  </a:cubicBezTo>
                  <a:cubicBezTo>
                    <a:pt x="1438" y="2198"/>
                    <a:pt x="1432" y="2224"/>
                    <a:pt x="1428" y="2247"/>
                  </a:cubicBezTo>
                  <a:cubicBezTo>
                    <a:pt x="1422" y="2273"/>
                    <a:pt x="1428" y="2296"/>
                    <a:pt x="1432" y="2323"/>
                  </a:cubicBezTo>
                  <a:cubicBezTo>
                    <a:pt x="1445" y="2369"/>
                    <a:pt x="1471" y="2408"/>
                    <a:pt x="1501" y="2438"/>
                  </a:cubicBezTo>
                  <a:cubicBezTo>
                    <a:pt x="1530" y="2468"/>
                    <a:pt x="1563" y="2491"/>
                    <a:pt x="1596" y="2517"/>
                  </a:cubicBezTo>
                  <a:cubicBezTo>
                    <a:pt x="1662" y="2566"/>
                    <a:pt x="1731" y="2602"/>
                    <a:pt x="1800" y="2639"/>
                  </a:cubicBezTo>
                  <a:cubicBezTo>
                    <a:pt x="1942" y="2714"/>
                    <a:pt x="2096" y="2754"/>
                    <a:pt x="2254" y="2767"/>
                  </a:cubicBezTo>
                  <a:cubicBezTo>
                    <a:pt x="2103" y="2737"/>
                    <a:pt x="1955" y="2681"/>
                    <a:pt x="1823" y="2602"/>
                  </a:cubicBezTo>
                  <a:cubicBezTo>
                    <a:pt x="1758" y="2566"/>
                    <a:pt x="1695" y="2520"/>
                    <a:pt x="1636" y="2471"/>
                  </a:cubicBezTo>
                  <a:cubicBezTo>
                    <a:pt x="1603" y="2445"/>
                    <a:pt x="1577" y="2421"/>
                    <a:pt x="1554" y="2392"/>
                  </a:cubicBezTo>
                  <a:cubicBezTo>
                    <a:pt x="1534" y="2362"/>
                    <a:pt x="1514" y="2336"/>
                    <a:pt x="1511" y="2306"/>
                  </a:cubicBezTo>
                  <a:cubicBezTo>
                    <a:pt x="1501" y="2277"/>
                    <a:pt x="1511" y="2254"/>
                    <a:pt x="1527" y="2224"/>
                  </a:cubicBezTo>
                  <a:cubicBezTo>
                    <a:pt x="1544" y="2194"/>
                    <a:pt x="1570" y="2165"/>
                    <a:pt x="1596" y="2138"/>
                  </a:cubicBezTo>
                  <a:cubicBezTo>
                    <a:pt x="1646" y="2079"/>
                    <a:pt x="1698" y="2027"/>
                    <a:pt x="1758" y="1974"/>
                  </a:cubicBezTo>
                  <a:cubicBezTo>
                    <a:pt x="1866" y="1869"/>
                    <a:pt x="1988" y="1777"/>
                    <a:pt x="2120" y="1698"/>
                  </a:cubicBezTo>
                  <a:lnTo>
                    <a:pt x="2156" y="1671"/>
                  </a:lnTo>
                  <a:lnTo>
                    <a:pt x="2139" y="1628"/>
                  </a:lnTo>
                  <a:cubicBezTo>
                    <a:pt x="2054" y="1382"/>
                    <a:pt x="1971" y="1135"/>
                    <a:pt x="1850" y="895"/>
                  </a:cubicBezTo>
                  <a:cubicBezTo>
                    <a:pt x="1794" y="776"/>
                    <a:pt x="1725" y="661"/>
                    <a:pt x="1646" y="552"/>
                  </a:cubicBezTo>
                  <a:cubicBezTo>
                    <a:pt x="1609" y="500"/>
                    <a:pt x="1563" y="450"/>
                    <a:pt x="1517" y="401"/>
                  </a:cubicBezTo>
                  <a:cubicBezTo>
                    <a:pt x="1471" y="352"/>
                    <a:pt x="1422" y="302"/>
                    <a:pt x="1369" y="263"/>
                  </a:cubicBezTo>
                  <a:cubicBezTo>
                    <a:pt x="1320" y="220"/>
                    <a:pt x="1264" y="181"/>
                    <a:pt x="1205" y="148"/>
                  </a:cubicBezTo>
                  <a:cubicBezTo>
                    <a:pt x="1149" y="115"/>
                    <a:pt x="1086" y="85"/>
                    <a:pt x="1024" y="59"/>
                  </a:cubicBezTo>
                  <a:cubicBezTo>
                    <a:pt x="930" y="21"/>
                    <a:pt x="825" y="0"/>
                    <a:pt x="7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29" name="Google Shape;1740;p58">
              <a:extLst>
                <a:ext uri="{FF2B5EF4-FFF2-40B4-BE49-F238E27FC236}">
                  <a16:creationId xmlns:a16="http://schemas.microsoft.com/office/drawing/2014/main" id="{3B00B566-A104-F19E-86A8-4F35917AD1E3}"/>
                </a:ext>
              </a:extLst>
            </p:cNvPr>
            <p:cNvSpPr/>
            <p:nvPr/>
          </p:nvSpPr>
          <p:spPr>
            <a:xfrm>
              <a:off x="6576875" y="3858950"/>
              <a:ext cx="34175" cy="34175"/>
            </a:xfrm>
            <a:custGeom>
              <a:avLst/>
              <a:gdLst/>
              <a:ahLst/>
              <a:cxnLst/>
              <a:rect l="l" t="t" r="r" b="b"/>
              <a:pathLst>
                <a:path w="1367" h="1367" extrusionOk="0">
                  <a:moveTo>
                    <a:pt x="685" y="1"/>
                  </a:moveTo>
                  <a:cubicBezTo>
                    <a:pt x="307" y="1"/>
                    <a:pt x="1" y="307"/>
                    <a:pt x="1" y="682"/>
                  </a:cubicBezTo>
                  <a:cubicBezTo>
                    <a:pt x="1" y="1061"/>
                    <a:pt x="307" y="1367"/>
                    <a:pt x="685" y="1367"/>
                  </a:cubicBezTo>
                  <a:cubicBezTo>
                    <a:pt x="1064" y="1367"/>
                    <a:pt x="1366" y="1061"/>
                    <a:pt x="1366" y="682"/>
                  </a:cubicBezTo>
                  <a:cubicBezTo>
                    <a:pt x="1366" y="304"/>
                    <a:pt x="1064" y="1"/>
                    <a:pt x="68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30" name="Google Shape;1741;p58">
              <a:extLst>
                <a:ext uri="{FF2B5EF4-FFF2-40B4-BE49-F238E27FC236}">
                  <a16:creationId xmlns:a16="http://schemas.microsoft.com/office/drawing/2014/main" id="{BE9A049D-8C3B-5411-2F7D-844A924CA14C}"/>
                </a:ext>
              </a:extLst>
            </p:cNvPr>
            <p:cNvSpPr/>
            <p:nvPr/>
          </p:nvSpPr>
          <p:spPr>
            <a:xfrm>
              <a:off x="6575400" y="3539925"/>
              <a:ext cx="362400" cy="455525"/>
            </a:xfrm>
            <a:custGeom>
              <a:avLst/>
              <a:gdLst/>
              <a:ahLst/>
              <a:cxnLst/>
              <a:rect l="l" t="t" r="r" b="b"/>
              <a:pathLst>
                <a:path w="14496" h="18221" extrusionOk="0">
                  <a:moveTo>
                    <a:pt x="7247" y="1"/>
                  </a:moveTo>
                  <a:cubicBezTo>
                    <a:pt x="3242" y="1"/>
                    <a:pt x="0" y="3245"/>
                    <a:pt x="0" y="7250"/>
                  </a:cubicBezTo>
                  <a:cubicBezTo>
                    <a:pt x="0" y="11209"/>
                    <a:pt x="1240" y="18220"/>
                    <a:pt x="6036" y="18220"/>
                  </a:cubicBezTo>
                  <a:cubicBezTo>
                    <a:pt x="6088" y="18220"/>
                    <a:pt x="6141" y="18220"/>
                    <a:pt x="6193" y="18218"/>
                  </a:cubicBezTo>
                  <a:cubicBezTo>
                    <a:pt x="11255" y="18063"/>
                    <a:pt x="14496" y="11252"/>
                    <a:pt x="14496" y="7250"/>
                  </a:cubicBezTo>
                  <a:cubicBezTo>
                    <a:pt x="14496" y="3245"/>
                    <a:pt x="11248" y="1"/>
                    <a:pt x="7247" y="1"/>
                  </a:cubicBezTo>
                  <a:close/>
                </a:path>
              </a:pathLst>
            </a:custGeom>
            <a:solidFill>
              <a:srgbClr val="FF95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31" name="Google Shape;1742;p58">
              <a:extLst>
                <a:ext uri="{FF2B5EF4-FFF2-40B4-BE49-F238E27FC236}">
                  <a16:creationId xmlns:a16="http://schemas.microsoft.com/office/drawing/2014/main" id="{76938257-9B18-20C8-BB94-0F57F8E29429}"/>
                </a:ext>
              </a:extLst>
            </p:cNvPr>
            <p:cNvSpPr/>
            <p:nvPr/>
          </p:nvSpPr>
          <p:spPr>
            <a:xfrm>
              <a:off x="6679300" y="3968875"/>
              <a:ext cx="131400" cy="44700"/>
            </a:xfrm>
            <a:custGeom>
              <a:avLst/>
              <a:gdLst/>
              <a:ahLst/>
              <a:cxnLst/>
              <a:rect l="l" t="t" r="r" b="b"/>
              <a:pathLst>
                <a:path w="5256" h="1788" extrusionOk="0">
                  <a:moveTo>
                    <a:pt x="5256" y="0"/>
                  </a:moveTo>
                  <a:lnTo>
                    <a:pt x="5256" y="0"/>
                  </a:lnTo>
                  <a:cubicBezTo>
                    <a:pt x="4237" y="562"/>
                    <a:pt x="2858" y="961"/>
                    <a:pt x="1624" y="961"/>
                  </a:cubicBezTo>
                  <a:cubicBezTo>
                    <a:pt x="1043" y="961"/>
                    <a:pt x="494" y="873"/>
                    <a:pt x="30" y="672"/>
                  </a:cubicBezTo>
                  <a:lnTo>
                    <a:pt x="1" y="1718"/>
                  </a:lnTo>
                  <a:cubicBezTo>
                    <a:pt x="340" y="1763"/>
                    <a:pt x="707" y="1787"/>
                    <a:pt x="1079" y="1787"/>
                  </a:cubicBezTo>
                  <a:cubicBezTo>
                    <a:pt x="1627" y="1787"/>
                    <a:pt x="2184" y="1736"/>
                    <a:pt x="2676" y="1626"/>
                  </a:cubicBezTo>
                  <a:cubicBezTo>
                    <a:pt x="3499" y="1438"/>
                    <a:pt x="4663" y="603"/>
                    <a:pt x="5256" y="0"/>
                  </a:cubicBezTo>
                  <a:close/>
                </a:path>
              </a:pathLst>
            </a:custGeom>
            <a:solidFill>
              <a:srgbClr val="000000">
                <a:alpha val="352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32" name="Google Shape;1743;p58">
              <a:extLst>
                <a:ext uri="{FF2B5EF4-FFF2-40B4-BE49-F238E27FC236}">
                  <a16:creationId xmlns:a16="http://schemas.microsoft.com/office/drawing/2014/main" id="{A1C9A927-60AD-C7DE-906F-3AEFAFB90D1A}"/>
                </a:ext>
              </a:extLst>
            </p:cNvPr>
            <p:cNvSpPr/>
            <p:nvPr/>
          </p:nvSpPr>
          <p:spPr>
            <a:xfrm>
              <a:off x="6720675" y="3685950"/>
              <a:ext cx="106725" cy="45100"/>
            </a:xfrm>
            <a:custGeom>
              <a:avLst/>
              <a:gdLst/>
              <a:ahLst/>
              <a:cxnLst/>
              <a:rect l="l" t="t" r="r" b="b"/>
              <a:pathLst>
                <a:path w="4269" h="1804" extrusionOk="0">
                  <a:moveTo>
                    <a:pt x="1202" y="1"/>
                  </a:moveTo>
                  <a:cubicBezTo>
                    <a:pt x="1097" y="1"/>
                    <a:pt x="995" y="1"/>
                    <a:pt x="893" y="4"/>
                  </a:cubicBezTo>
                  <a:cubicBezTo>
                    <a:pt x="794" y="17"/>
                    <a:pt x="692" y="27"/>
                    <a:pt x="587" y="43"/>
                  </a:cubicBezTo>
                  <a:cubicBezTo>
                    <a:pt x="485" y="63"/>
                    <a:pt x="386" y="83"/>
                    <a:pt x="287" y="109"/>
                  </a:cubicBezTo>
                  <a:cubicBezTo>
                    <a:pt x="188" y="142"/>
                    <a:pt x="93" y="175"/>
                    <a:pt x="1" y="211"/>
                  </a:cubicBezTo>
                  <a:lnTo>
                    <a:pt x="4" y="234"/>
                  </a:lnTo>
                  <a:cubicBezTo>
                    <a:pt x="106" y="234"/>
                    <a:pt x="205" y="228"/>
                    <a:pt x="304" y="218"/>
                  </a:cubicBezTo>
                  <a:cubicBezTo>
                    <a:pt x="402" y="215"/>
                    <a:pt x="501" y="215"/>
                    <a:pt x="600" y="211"/>
                  </a:cubicBezTo>
                  <a:cubicBezTo>
                    <a:pt x="698" y="215"/>
                    <a:pt x="794" y="215"/>
                    <a:pt x="893" y="218"/>
                  </a:cubicBezTo>
                  <a:cubicBezTo>
                    <a:pt x="991" y="231"/>
                    <a:pt x="1087" y="234"/>
                    <a:pt x="1185" y="244"/>
                  </a:cubicBezTo>
                  <a:cubicBezTo>
                    <a:pt x="1281" y="261"/>
                    <a:pt x="1380" y="274"/>
                    <a:pt x="1472" y="280"/>
                  </a:cubicBezTo>
                  <a:cubicBezTo>
                    <a:pt x="1567" y="297"/>
                    <a:pt x="1666" y="313"/>
                    <a:pt x="1761" y="326"/>
                  </a:cubicBezTo>
                  <a:lnTo>
                    <a:pt x="2048" y="382"/>
                  </a:lnTo>
                  <a:lnTo>
                    <a:pt x="2327" y="465"/>
                  </a:lnTo>
                  <a:lnTo>
                    <a:pt x="2604" y="570"/>
                  </a:lnTo>
                  <a:lnTo>
                    <a:pt x="2870" y="692"/>
                  </a:lnTo>
                  <a:lnTo>
                    <a:pt x="3130" y="833"/>
                  </a:lnTo>
                  <a:lnTo>
                    <a:pt x="3380" y="991"/>
                  </a:lnTo>
                  <a:cubicBezTo>
                    <a:pt x="3706" y="1215"/>
                    <a:pt x="3999" y="1491"/>
                    <a:pt x="4246" y="1804"/>
                  </a:cubicBezTo>
                  <a:lnTo>
                    <a:pt x="4269" y="1794"/>
                  </a:lnTo>
                  <a:cubicBezTo>
                    <a:pt x="4052" y="1452"/>
                    <a:pt x="3772" y="1152"/>
                    <a:pt x="3456" y="899"/>
                  </a:cubicBezTo>
                  <a:lnTo>
                    <a:pt x="3209" y="718"/>
                  </a:lnTo>
                  <a:lnTo>
                    <a:pt x="2949" y="554"/>
                  </a:lnTo>
                  <a:lnTo>
                    <a:pt x="2676" y="409"/>
                  </a:lnTo>
                  <a:lnTo>
                    <a:pt x="2396" y="284"/>
                  </a:lnTo>
                  <a:lnTo>
                    <a:pt x="2110" y="178"/>
                  </a:lnTo>
                  <a:lnTo>
                    <a:pt x="1814" y="93"/>
                  </a:lnTo>
                  <a:cubicBezTo>
                    <a:pt x="1712" y="67"/>
                    <a:pt x="1613" y="47"/>
                    <a:pt x="1508" y="30"/>
                  </a:cubicBezTo>
                  <a:cubicBezTo>
                    <a:pt x="1406" y="17"/>
                    <a:pt x="1304" y="11"/>
                    <a:pt x="12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33" name="Google Shape;1744;p58">
              <a:extLst>
                <a:ext uri="{FF2B5EF4-FFF2-40B4-BE49-F238E27FC236}">
                  <a16:creationId xmlns:a16="http://schemas.microsoft.com/office/drawing/2014/main" id="{16F67EA6-82FB-3BDD-FCF0-07AE90D86E1F}"/>
                </a:ext>
              </a:extLst>
            </p:cNvPr>
            <p:cNvSpPr/>
            <p:nvPr/>
          </p:nvSpPr>
          <p:spPr>
            <a:xfrm>
              <a:off x="6746275" y="3742300"/>
              <a:ext cx="36050" cy="36075"/>
            </a:xfrm>
            <a:custGeom>
              <a:avLst/>
              <a:gdLst/>
              <a:ahLst/>
              <a:cxnLst/>
              <a:rect l="l" t="t" r="r" b="b"/>
              <a:pathLst>
                <a:path w="1442" h="1443" extrusionOk="0">
                  <a:moveTo>
                    <a:pt x="721" y="1"/>
                  </a:moveTo>
                  <a:cubicBezTo>
                    <a:pt x="323" y="1"/>
                    <a:pt x="0" y="323"/>
                    <a:pt x="0" y="721"/>
                  </a:cubicBezTo>
                  <a:cubicBezTo>
                    <a:pt x="0" y="1120"/>
                    <a:pt x="323" y="1442"/>
                    <a:pt x="721" y="1442"/>
                  </a:cubicBezTo>
                  <a:cubicBezTo>
                    <a:pt x="1119" y="1442"/>
                    <a:pt x="1441" y="1120"/>
                    <a:pt x="1441" y="721"/>
                  </a:cubicBezTo>
                  <a:cubicBezTo>
                    <a:pt x="1441" y="323"/>
                    <a:pt x="1119" y="1"/>
                    <a:pt x="7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34" name="Google Shape;1745;p58">
              <a:extLst>
                <a:ext uri="{FF2B5EF4-FFF2-40B4-BE49-F238E27FC236}">
                  <a16:creationId xmlns:a16="http://schemas.microsoft.com/office/drawing/2014/main" id="{0C251E69-A04A-1656-AA2F-9E48DBA3D1AF}"/>
                </a:ext>
              </a:extLst>
            </p:cNvPr>
            <p:cNvSpPr/>
            <p:nvPr/>
          </p:nvSpPr>
          <p:spPr>
            <a:xfrm>
              <a:off x="6593325" y="3685875"/>
              <a:ext cx="106825" cy="45025"/>
            </a:xfrm>
            <a:custGeom>
              <a:avLst/>
              <a:gdLst/>
              <a:ahLst/>
              <a:cxnLst/>
              <a:rect l="l" t="t" r="r" b="b"/>
              <a:pathLst>
                <a:path w="4273" h="1801" extrusionOk="0">
                  <a:moveTo>
                    <a:pt x="3071" y="0"/>
                  </a:moveTo>
                  <a:cubicBezTo>
                    <a:pt x="2969" y="7"/>
                    <a:pt x="2864" y="17"/>
                    <a:pt x="2762" y="30"/>
                  </a:cubicBezTo>
                  <a:cubicBezTo>
                    <a:pt x="2660" y="50"/>
                    <a:pt x="2558" y="70"/>
                    <a:pt x="2459" y="89"/>
                  </a:cubicBezTo>
                  <a:lnTo>
                    <a:pt x="2163" y="178"/>
                  </a:lnTo>
                  <a:lnTo>
                    <a:pt x="1873" y="283"/>
                  </a:lnTo>
                  <a:lnTo>
                    <a:pt x="1593" y="405"/>
                  </a:lnTo>
                  <a:lnTo>
                    <a:pt x="1324" y="550"/>
                  </a:lnTo>
                  <a:lnTo>
                    <a:pt x="1064" y="714"/>
                  </a:lnTo>
                  <a:lnTo>
                    <a:pt x="817" y="895"/>
                  </a:lnTo>
                  <a:cubicBezTo>
                    <a:pt x="501" y="1155"/>
                    <a:pt x="221" y="1455"/>
                    <a:pt x="1" y="1794"/>
                  </a:cubicBezTo>
                  <a:lnTo>
                    <a:pt x="27" y="1800"/>
                  </a:lnTo>
                  <a:cubicBezTo>
                    <a:pt x="274" y="1488"/>
                    <a:pt x="563" y="1215"/>
                    <a:pt x="889" y="991"/>
                  </a:cubicBezTo>
                  <a:lnTo>
                    <a:pt x="1139" y="830"/>
                  </a:lnTo>
                  <a:lnTo>
                    <a:pt x="1399" y="691"/>
                  </a:lnTo>
                  <a:lnTo>
                    <a:pt x="1669" y="566"/>
                  </a:lnTo>
                  <a:lnTo>
                    <a:pt x="1942" y="464"/>
                  </a:lnTo>
                  <a:lnTo>
                    <a:pt x="2222" y="382"/>
                  </a:lnTo>
                  <a:lnTo>
                    <a:pt x="2512" y="323"/>
                  </a:lnTo>
                  <a:cubicBezTo>
                    <a:pt x="2607" y="313"/>
                    <a:pt x="2702" y="297"/>
                    <a:pt x="2798" y="280"/>
                  </a:cubicBezTo>
                  <a:cubicBezTo>
                    <a:pt x="2893" y="267"/>
                    <a:pt x="2992" y="254"/>
                    <a:pt x="3087" y="241"/>
                  </a:cubicBezTo>
                  <a:cubicBezTo>
                    <a:pt x="3186" y="234"/>
                    <a:pt x="3282" y="224"/>
                    <a:pt x="3380" y="218"/>
                  </a:cubicBezTo>
                  <a:cubicBezTo>
                    <a:pt x="3472" y="214"/>
                    <a:pt x="3571" y="214"/>
                    <a:pt x="3670" y="211"/>
                  </a:cubicBezTo>
                  <a:cubicBezTo>
                    <a:pt x="3769" y="214"/>
                    <a:pt x="3867" y="218"/>
                    <a:pt x="3966" y="218"/>
                  </a:cubicBezTo>
                  <a:cubicBezTo>
                    <a:pt x="4065" y="221"/>
                    <a:pt x="4164" y="231"/>
                    <a:pt x="4269" y="234"/>
                  </a:cubicBezTo>
                  <a:lnTo>
                    <a:pt x="4272" y="211"/>
                  </a:lnTo>
                  <a:cubicBezTo>
                    <a:pt x="4177" y="172"/>
                    <a:pt x="4081" y="139"/>
                    <a:pt x="3983" y="106"/>
                  </a:cubicBezTo>
                  <a:cubicBezTo>
                    <a:pt x="3884" y="86"/>
                    <a:pt x="3785" y="63"/>
                    <a:pt x="3683" y="40"/>
                  </a:cubicBezTo>
                  <a:cubicBezTo>
                    <a:pt x="3584" y="23"/>
                    <a:pt x="3482" y="17"/>
                    <a:pt x="3380" y="4"/>
                  </a:cubicBezTo>
                  <a:cubicBezTo>
                    <a:pt x="3275" y="0"/>
                    <a:pt x="3173" y="0"/>
                    <a:pt x="30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35" name="Google Shape;1746;p58">
              <a:extLst>
                <a:ext uri="{FF2B5EF4-FFF2-40B4-BE49-F238E27FC236}">
                  <a16:creationId xmlns:a16="http://schemas.microsoft.com/office/drawing/2014/main" id="{98A98A0E-02F1-ABA3-7F40-9CEA21A7E83C}"/>
                </a:ext>
              </a:extLst>
            </p:cNvPr>
            <p:cNvSpPr/>
            <p:nvPr/>
          </p:nvSpPr>
          <p:spPr>
            <a:xfrm>
              <a:off x="6627650" y="3740075"/>
              <a:ext cx="35975" cy="35975"/>
            </a:xfrm>
            <a:custGeom>
              <a:avLst/>
              <a:gdLst/>
              <a:ahLst/>
              <a:cxnLst/>
              <a:rect l="l" t="t" r="r" b="b"/>
              <a:pathLst>
                <a:path w="1439" h="1439" extrusionOk="0">
                  <a:moveTo>
                    <a:pt x="717" y="1"/>
                  </a:moveTo>
                  <a:cubicBezTo>
                    <a:pt x="319" y="1"/>
                    <a:pt x="0" y="320"/>
                    <a:pt x="0" y="718"/>
                  </a:cubicBezTo>
                  <a:cubicBezTo>
                    <a:pt x="0" y="1117"/>
                    <a:pt x="319" y="1439"/>
                    <a:pt x="717" y="1439"/>
                  </a:cubicBezTo>
                  <a:cubicBezTo>
                    <a:pt x="1119" y="1439"/>
                    <a:pt x="1438" y="1117"/>
                    <a:pt x="1438" y="718"/>
                  </a:cubicBezTo>
                  <a:cubicBezTo>
                    <a:pt x="1438" y="320"/>
                    <a:pt x="1119" y="1"/>
                    <a:pt x="71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36" name="Google Shape;1747;p58">
              <a:extLst>
                <a:ext uri="{FF2B5EF4-FFF2-40B4-BE49-F238E27FC236}">
                  <a16:creationId xmlns:a16="http://schemas.microsoft.com/office/drawing/2014/main" id="{9F18C32D-BC03-6898-EBE2-6F8B115AFEEE}"/>
                </a:ext>
              </a:extLst>
            </p:cNvPr>
            <p:cNvSpPr/>
            <p:nvPr/>
          </p:nvSpPr>
          <p:spPr>
            <a:xfrm>
              <a:off x="6687275" y="3886125"/>
              <a:ext cx="50800" cy="26425"/>
            </a:xfrm>
            <a:custGeom>
              <a:avLst/>
              <a:gdLst/>
              <a:ahLst/>
              <a:cxnLst/>
              <a:rect l="l" t="t" r="r" b="b"/>
              <a:pathLst>
                <a:path w="2032" h="1057" extrusionOk="0">
                  <a:moveTo>
                    <a:pt x="1916" y="0"/>
                  </a:moveTo>
                  <a:cubicBezTo>
                    <a:pt x="1563" y="0"/>
                    <a:pt x="1210" y="82"/>
                    <a:pt x="893" y="234"/>
                  </a:cubicBezTo>
                  <a:cubicBezTo>
                    <a:pt x="550" y="398"/>
                    <a:pt x="251" y="645"/>
                    <a:pt x="1" y="931"/>
                  </a:cubicBezTo>
                  <a:cubicBezTo>
                    <a:pt x="192" y="1010"/>
                    <a:pt x="415" y="1056"/>
                    <a:pt x="662" y="1056"/>
                  </a:cubicBezTo>
                  <a:cubicBezTo>
                    <a:pt x="1113" y="1056"/>
                    <a:pt x="1485" y="842"/>
                    <a:pt x="1728" y="586"/>
                  </a:cubicBezTo>
                  <a:cubicBezTo>
                    <a:pt x="1916" y="388"/>
                    <a:pt x="2025" y="168"/>
                    <a:pt x="2031" y="3"/>
                  </a:cubicBezTo>
                  <a:cubicBezTo>
                    <a:pt x="1993" y="1"/>
                    <a:pt x="1955" y="0"/>
                    <a:pt x="191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37" name="Google Shape;1748;p58">
              <a:extLst>
                <a:ext uri="{FF2B5EF4-FFF2-40B4-BE49-F238E27FC236}">
                  <a16:creationId xmlns:a16="http://schemas.microsoft.com/office/drawing/2014/main" id="{176C9A6E-44DD-649D-7F91-E8FEA791F50E}"/>
                </a:ext>
              </a:extLst>
            </p:cNvPr>
            <p:cNvSpPr/>
            <p:nvPr/>
          </p:nvSpPr>
          <p:spPr>
            <a:xfrm>
              <a:off x="6661625" y="3877575"/>
              <a:ext cx="76525" cy="32000"/>
            </a:xfrm>
            <a:custGeom>
              <a:avLst/>
              <a:gdLst/>
              <a:ahLst/>
              <a:cxnLst/>
              <a:rect l="l" t="t" r="r" b="b"/>
              <a:pathLst>
                <a:path w="3061" h="1280" extrusionOk="0">
                  <a:moveTo>
                    <a:pt x="469" y="1"/>
                  </a:moveTo>
                  <a:cubicBezTo>
                    <a:pt x="382" y="1"/>
                    <a:pt x="301" y="25"/>
                    <a:pt x="230" y="85"/>
                  </a:cubicBezTo>
                  <a:cubicBezTo>
                    <a:pt x="0" y="283"/>
                    <a:pt x="198" y="776"/>
                    <a:pt x="681" y="1102"/>
                  </a:cubicBezTo>
                  <a:cubicBezTo>
                    <a:pt x="783" y="1168"/>
                    <a:pt x="898" y="1230"/>
                    <a:pt x="1027" y="1280"/>
                  </a:cubicBezTo>
                  <a:cubicBezTo>
                    <a:pt x="1277" y="987"/>
                    <a:pt x="1576" y="740"/>
                    <a:pt x="1919" y="576"/>
                  </a:cubicBezTo>
                  <a:cubicBezTo>
                    <a:pt x="2234" y="419"/>
                    <a:pt x="2584" y="342"/>
                    <a:pt x="2936" y="342"/>
                  </a:cubicBezTo>
                  <a:cubicBezTo>
                    <a:pt x="2976" y="342"/>
                    <a:pt x="3017" y="343"/>
                    <a:pt x="3057" y="345"/>
                  </a:cubicBezTo>
                  <a:cubicBezTo>
                    <a:pt x="3060" y="283"/>
                    <a:pt x="3051" y="227"/>
                    <a:pt x="3021" y="184"/>
                  </a:cubicBezTo>
                  <a:cubicBezTo>
                    <a:pt x="2975" y="116"/>
                    <a:pt x="2905" y="89"/>
                    <a:pt x="2818" y="89"/>
                  </a:cubicBezTo>
                  <a:cubicBezTo>
                    <a:pt x="2523" y="89"/>
                    <a:pt x="2037" y="391"/>
                    <a:pt x="1668" y="391"/>
                  </a:cubicBezTo>
                  <a:cubicBezTo>
                    <a:pt x="1286" y="391"/>
                    <a:pt x="822" y="1"/>
                    <a:pt x="4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38" name="Google Shape;1749;p58">
              <a:extLst>
                <a:ext uri="{FF2B5EF4-FFF2-40B4-BE49-F238E27FC236}">
                  <a16:creationId xmlns:a16="http://schemas.microsoft.com/office/drawing/2014/main" id="{5575D285-1DAC-1073-8550-5F2D1B24397B}"/>
                </a:ext>
              </a:extLst>
            </p:cNvPr>
            <p:cNvSpPr/>
            <p:nvPr/>
          </p:nvSpPr>
          <p:spPr>
            <a:xfrm>
              <a:off x="6664325" y="3743875"/>
              <a:ext cx="44625" cy="112725"/>
            </a:xfrm>
            <a:custGeom>
              <a:avLst/>
              <a:gdLst/>
              <a:ahLst/>
              <a:cxnLst/>
              <a:rect l="l" t="t" r="r" b="b"/>
              <a:pathLst>
                <a:path w="1785" h="4509" extrusionOk="0">
                  <a:moveTo>
                    <a:pt x="1258" y="0"/>
                  </a:moveTo>
                  <a:lnTo>
                    <a:pt x="1258" y="0"/>
                  </a:lnTo>
                  <a:cubicBezTo>
                    <a:pt x="1182" y="343"/>
                    <a:pt x="1100" y="682"/>
                    <a:pt x="1021" y="1020"/>
                  </a:cubicBezTo>
                  <a:lnTo>
                    <a:pt x="955" y="1271"/>
                  </a:lnTo>
                  <a:lnTo>
                    <a:pt x="886" y="1521"/>
                  </a:lnTo>
                  <a:lnTo>
                    <a:pt x="810" y="1771"/>
                  </a:lnTo>
                  <a:lnTo>
                    <a:pt x="731" y="2024"/>
                  </a:lnTo>
                  <a:cubicBezTo>
                    <a:pt x="629" y="2353"/>
                    <a:pt x="517" y="2682"/>
                    <a:pt x="399" y="3011"/>
                  </a:cubicBezTo>
                  <a:lnTo>
                    <a:pt x="310" y="3252"/>
                  </a:lnTo>
                  <a:lnTo>
                    <a:pt x="215" y="3495"/>
                  </a:lnTo>
                  <a:lnTo>
                    <a:pt x="116" y="3739"/>
                  </a:lnTo>
                  <a:lnTo>
                    <a:pt x="17" y="3982"/>
                  </a:lnTo>
                  <a:lnTo>
                    <a:pt x="1" y="4022"/>
                  </a:lnTo>
                  <a:lnTo>
                    <a:pt x="37" y="4038"/>
                  </a:lnTo>
                  <a:cubicBezTo>
                    <a:pt x="178" y="4101"/>
                    <a:pt x="320" y="4150"/>
                    <a:pt x="465" y="4196"/>
                  </a:cubicBezTo>
                  <a:cubicBezTo>
                    <a:pt x="609" y="4245"/>
                    <a:pt x="754" y="4285"/>
                    <a:pt x="902" y="4321"/>
                  </a:cubicBezTo>
                  <a:cubicBezTo>
                    <a:pt x="1192" y="4397"/>
                    <a:pt x="1485" y="4466"/>
                    <a:pt x="1784" y="4509"/>
                  </a:cubicBezTo>
                  <a:cubicBezTo>
                    <a:pt x="1643" y="4476"/>
                    <a:pt x="1495" y="4436"/>
                    <a:pt x="1350" y="4397"/>
                  </a:cubicBezTo>
                  <a:cubicBezTo>
                    <a:pt x="1205" y="4354"/>
                    <a:pt x="1060" y="4314"/>
                    <a:pt x="919" y="4268"/>
                  </a:cubicBezTo>
                  <a:cubicBezTo>
                    <a:pt x="774" y="4222"/>
                    <a:pt x="629" y="4173"/>
                    <a:pt x="491" y="4124"/>
                  </a:cubicBezTo>
                  <a:cubicBezTo>
                    <a:pt x="363" y="4076"/>
                    <a:pt x="239" y="4029"/>
                    <a:pt x="114" y="3974"/>
                  </a:cubicBezTo>
                  <a:lnTo>
                    <a:pt x="114" y="3974"/>
                  </a:lnTo>
                  <a:lnTo>
                    <a:pt x="201" y="3775"/>
                  </a:lnTo>
                  <a:lnTo>
                    <a:pt x="303" y="3531"/>
                  </a:lnTo>
                  <a:lnTo>
                    <a:pt x="402" y="3291"/>
                  </a:lnTo>
                  <a:lnTo>
                    <a:pt x="498" y="3044"/>
                  </a:lnTo>
                  <a:cubicBezTo>
                    <a:pt x="623" y="2718"/>
                    <a:pt x="731" y="2386"/>
                    <a:pt x="830" y="2047"/>
                  </a:cubicBezTo>
                  <a:lnTo>
                    <a:pt x="902" y="1797"/>
                  </a:lnTo>
                  <a:lnTo>
                    <a:pt x="968" y="1540"/>
                  </a:lnTo>
                  <a:lnTo>
                    <a:pt x="1027" y="1287"/>
                  </a:lnTo>
                  <a:lnTo>
                    <a:pt x="1087" y="1034"/>
                  </a:lnTo>
                  <a:cubicBezTo>
                    <a:pt x="1156" y="691"/>
                    <a:pt x="1218" y="346"/>
                    <a:pt x="125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39" name="Google Shape;1750;p58">
              <a:extLst>
                <a:ext uri="{FF2B5EF4-FFF2-40B4-BE49-F238E27FC236}">
                  <a16:creationId xmlns:a16="http://schemas.microsoft.com/office/drawing/2014/main" id="{2C230D2B-D5BC-B0BA-310A-6331C589E4E5}"/>
                </a:ext>
              </a:extLst>
            </p:cNvPr>
            <p:cNvSpPr/>
            <p:nvPr/>
          </p:nvSpPr>
          <p:spPr>
            <a:xfrm>
              <a:off x="6559200" y="3497225"/>
              <a:ext cx="395975" cy="327300"/>
            </a:xfrm>
            <a:custGeom>
              <a:avLst/>
              <a:gdLst/>
              <a:ahLst/>
              <a:cxnLst/>
              <a:rect l="l" t="t" r="r" b="b"/>
              <a:pathLst>
                <a:path w="15839" h="13092" extrusionOk="0">
                  <a:moveTo>
                    <a:pt x="7130" y="0"/>
                  </a:moveTo>
                  <a:cubicBezTo>
                    <a:pt x="6682" y="0"/>
                    <a:pt x="6235" y="34"/>
                    <a:pt x="5792" y="106"/>
                  </a:cubicBezTo>
                  <a:cubicBezTo>
                    <a:pt x="4196" y="363"/>
                    <a:pt x="2662" y="1149"/>
                    <a:pt x="1662" y="2416"/>
                  </a:cubicBezTo>
                  <a:cubicBezTo>
                    <a:pt x="1010" y="3252"/>
                    <a:pt x="602" y="4252"/>
                    <a:pt x="283" y="5263"/>
                  </a:cubicBezTo>
                  <a:cubicBezTo>
                    <a:pt x="0" y="6177"/>
                    <a:pt x="227" y="6678"/>
                    <a:pt x="273" y="7632"/>
                  </a:cubicBezTo>
                  <a:cubicBezTo>
                    <a:pt x="326" y="8744"/>
                    <a:pt x="290" y="10248"/>
                    <a:pt x="708" y="11278"/>
                  </a:cubicBezTo>
                  <a:cubicBezTo>
                    <a:pt x="859" y="10163"/>
                    <a:pt x="1066" y="8968"/>
                    <a:pt x="1214" y="7856"/>
                  </a:cubicBezTo>
                  <a:cubicBezTo>
                    <a:pt x="2267" y="7757"/>
                    <a:pt x="3324" y="7550"/>
                    <a:pt x="4258" y="7056"/>
                  </a:cubicBezTo>
                  <a:cubicBezTo>
                    <a:pt x="5190" y="6559"/>
                    <a:pt x="6062" y="5700"/>
                    <a:pt x="6358" y="4687"/>
                  </a:cubicBezTo>
                  <a:cubicBezTo>
                    <a:pt x="6736" y="5776"/>
                    <a:pt x="7565" y="6704"/>
                    <a:pt x="8612" y="7191"/>
                  </a:cubicBezTo>
                  <a:cubicBezTo>
                    <a:pt x="9193" y="7464"/>
                    <a:pt x="9858" y="7605"/>
                    <a:pt x="10519" y="7605"/>
                  </a:cubicBezTo>
                  <a:cubicBezTo>
                    <a:pt x="11043" y="7605"/>
                    <a:pt x="11565" y="7516"/>
                    <a:pt x="12041" y="7336"/>
                  </a:cubicBezTo>
                  <a:lnTo>
                    <a:pt x="12041" y="7336"/>
                  </a:lnTo>
                  <a:cubicBezTo>
                    <a:pt x="11952" y="8520"/>
                    <a:pt x="11985" y="9741"/>
                    <a:pt x="12436" y="10837"/>
                  </a:cubicBezTo>
                  <a:cubicBezTo>
                    <a:pt x="12890" y="11930"/>
                    <a:pt x="13821" y="12884"/>
                    <a:pt x="14989" y="13091"/>
                  </a:cubicBezTo>
                  <a:cubicBezTo>
                    <a:pt x="15285" y="11479"/>
                    <a:pt x="15726" y="9689"/>
                    <a:pt x="15779" y="8047"/>
                  </a:cubicBezTo>
                  <a:cubicBezTo>
                    <a:pt x="15838" y="6411"/>
                    <a:pt x="15545" y="4703"/>
                    <a:pt x="14608" y="3357"/>
                  </a:cubicBezTo>
                  <a:cubicBezTo>
                    <a:pt x="13657" y="1998"/>
                    <a:pt x="12130" y="1133"/>
                    <a:pt x="10560" y="603"/>
                  </a:cubicBezTo>
                  <a:cubicBezTo>
                    <a:pt x="9456" y="228"/>
                    <a:pt x="8291" y="0"/>
                    <a:pt x="713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40" name="Google Shape;1751;p58">
              <a:extLst>
                <a:ext uri="{FF2B5EF4-FFF2-40B4-BE49-F238E27FC236}">
                  <a16:creationId xmlns:a16="http://schemas.microsoft.com/office/drawing/2014/main" id="{7AE0520B-8538-DBAC-8DD7-03807917BBA5}"/>
                </a:ext>
              </a:extLst>
            </p:cNvPr>
            <p:cNvSpPr/>
            <p:nvPr/>
          </p:nvSpPr>
          <p:spPr>
            <a:xfrm>
              <a:off x="6880025" y="3758650"/>
              <a:ext cx="87050" cy="110250"/>
            </a:xfrm>
            <a:custGeom>
              <a:avLst/>
              <a:gdLst/>
              <a:ahLst/>
              <a:cxnLst/>
              <a:rect l="l" t="t" r="r" b="b"/>
              <a:pathLst>
                <a:path w="3482" h="4410" extrusionOk="0">
                  <a:moveTo>
                    <a:pt x="2037" y="1"/>
                  </a:moveTo>
                  <a:cubicBezTo>
                    <a:pt x="1964" y="1"/>
                    <a:pt x="1890" y="9"/>
                    <a:pt x="1814" y="25"/>
                  </a:cubicBezTo>
                  <a:cubicBezTo>
                    <a:pt x="1314" y="133"/>
                    <a:pt x="873" y="551"/>
                    <a:pt x="580" y="1051"/>
                  </a:cubicBezTo>
                  <a:cubicBezTo>
                    <a:pt x="159" y="1765"/>
                    <a:pt x="1" y="2687"/>
                    <a:pt x="244" y="3454"/>
                  </a:cubicBezTo>
                  <a:cubicBezTo>
                    <a:pt x="346" y="3783"/>
                    <a:pt x="531" y="4085"/>
                    <a:pt x="800" y="4253"/>
                  </a:cubicBezTo>
                  <a:cubicBezTo>
                    <a:pt x="968" y="4361"/>
                    <a:pt x="1161" y="4410"/>
                    <a:pt x="1359" y="4410"/>
                  </a:cubicBezTo>
                  <a:cubicBezTo>
                    <a:pt x="1506" y="4410"/>
                    <a:pt x="1656" y="4383"/>
                    <a:pt x="1801" y="4332"/>
                  </a:cubicBezTo>
                  <a:cubicBezTo>
                    <a:pt x="2133" y="4214"/>
                    <a:pt x="2436" y="3970"/>
                    <a:pt x="2689" y="3677"/>
                  </a:cubicBezTo>
                  <a:cubicBezTo>
                    <a:pt x="3058" y="3250"/>
                    <a:pt x="3331" y="2690"/>
                    <a:pt x="3387" y="2111"/>
                  </a:cubicBezTo>
                  <a:cubicBezTo>
                    <a:pt x="3481" y="1161"/>
                    <a:pt x="2923" y="1"/>
                    <a:pt x="2037" y="1"/>
                  </a:cubicBezTo>
                  <a:close/>
                </a:path>
              </a:pathLst>
            </a:custGeom>
            <a:solidFill>
              <a:srgbClr val="FF95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41" name="Google Shape;1752;p58">
              <a:extLst>
                <a:ext uri="{FF2B5EF4-FFF2-40B4-BE49-F238E27FC236}">
                  <a16:creationId xmlns:a16="http://schemas.microsoft.com/office/drawing/2014/main" id="{2BA78913-E320-E03D-AF78-7DEF61CAA41A}"/>
                </a:ext>
              </a:extLst>
            </p:cNvPr>
            <p:cNvSpPr/>
            <p:nvPr/>
          </p:nvSpPr>
          <p:spPr>
            <a:xfrm>
              <a:off x="6895100" y="3778850"/>
              <a:ext cx="69700" cy="75500"/>
            </a:xfrm>
            <a:custGeom>
              <a:avLst/>
              <a:gdLst/>
              <a:ahLst/>
              <a:cxnLst/>
              <a:rect l="l" t="t" r="r" b="b"/>
              <a:pathLst>
                <a:path w="2788" h="3020" extrusionOk="0">
                  <a:moveTo>
                    <a:pt x="1567" y="1"/>
                  </a:moveTo>
                  <a:cubicBezTo>
                    <a:pt x="1508" y="1"/>
                    <a:pt x="1449" y="7"/>
                    <a:pt x="1392" y="20"/>
                  </a:cubicBezTo>
                  <a:cubicBezTo>
                    <a:pt x="1063" y="89"/>
                    <a:pt x="790" y="342"/>
                    <a:pt x="596" y="638"/>
                  </a:cubicBezTo>
                  <a:cubicBezTo>
                    <a:pt x="401" y="934"/>
                    <a:pt x="283" y="1273"/>
                    <a:pt x="168" y="1612"/>
                  </a:cubicBezTo>
                  <a:cubicBezTo>
                    <a:pt x="378" y="1744"/>
                    <a:pt x="566" y="1915"/>
                    <a:pt x="727" y="2112"/>
                  </a:cubicBezTo>
                  <a:cubicBezTo>
                    <a:pt x="750" y="2145"/>
                    <a:pt x="780" y="2185"/>
                    <a:pt x="787" y="2228"/>
                  </a:cubicBezTo>
                  <a:cubicBezTo>
                    <a:pt x="793" y="2307"/>
                    <a:pt x="731" y="2376"/>
                    <a:pt x="675" y="2425"/>
                  </a:cubicBezTo>
                  <a:cubicBezTo>
                    <a:pt x="480" y="2590"/>
                    <a:pt x="247" y="2698"/>
                    <a:pt x="0" y="2731"/>
                  </a:cubicBezTo>
                  <a:cubicBezTo>
                    <a:pt x="0" y="2731"/>
                    <a:pt x="279" y="3019"/>
                    <a:pt x="716" y="3019"/>
                  </a:cubicBezTo>
                  <a:cubicBezTo>
                    <a:pt x="1021" y="3019"/>
                    <a:pt x="1402" y="2880"/>
                    <a:pt x="1820" y="2405"/>
                  </a:cubicBezTo>
                  <a:cubicBezTo>
                    <a:pt x="2787" y="1303"/>
                    <a:pt x="2257" y="401"/>
                    <a:pt x="2257" y="401"/>
                  </a:cubicBezTo>
                  <a:cubicBezTo>
                    <a:pt x="2127" y="140"/>
                    <a:pt x="1846" y="1"/>
                    <a:pt x="1567" y="1"/>
                  </a:cubicBezTo>
                  <a:close/>
                </a:path>
              </a:pathLst>
            </a:custGeom>
            <a:solidFill>
              <a:srgbClr val="FF95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42" name="Google Shape;1753;p58">
              <a:extLst>
                <a:ext uri="{FF2B5EF4-FFF2-40B4-BE49-F238E27FC236}">
                  <a16:creationId xmlns:a16="http://schemas.microsoft.com/office/drawing/2014/main" id="{62C0ED44-2493-B4CC-0AA9-56A6717289AA}"/>
                </a:ext>
              </a:extLst>
            </p:cNvPr>
            <p:cNvSpPr/>
            <p:nvPr/>
          </p:nvSpPr>
          <p:spPr>
            <a:xfrm>
              <a:off x="6895175" y="3777875"/>
              <a:ext cx="56300" cy="69175"/>
            </a:xfrm>
            <a:custGeom>
              <a:avLst/>
              <a:gdLst/>
              <a:ahLst/>
              <a:cxnLst/>
              <a:rect l="l" t="t" r="r" b="b"/>
              <a:pathLst>
                <a:path w="2252" h="2767" extrusionOk="0">
                  <a:moveTo>
                    <a:pt x="1537" y="0"/>
                  </a:moveTo>
                  <a:cubicBezTo>
                    <a:pt x="1434" y="0"/>
                    <a:pt x="1330" y="21"/>
                    <a:pt x="1231" y="59"/>
                  </a:cubicBezTo>
                  <a:cubicBezTo>
                    <a:pt x="1169" y="78"/>
                    <a:pt x="1106" y="111"/>
                    <a:pt x="1050" y="144"/>
                  </a:cubicBezTo>
                  <a:cubicBezTo>
                    <a:pt x="991" y="177"/>
                    <a:pt x="938" y="220"/>
                    <a:pt x="886" y="259"/>
                  </a:cubicBezTo>
                  <a:cubicBezTo>
                    <a:pt x="833" y="305"/>
                    <a:pt x="784" y="351"/>
                    <a:pt x="737" y="401"/>
                  </a:cubicBezTo>
                  <a:cubicBezTo>
                    <a:pt x="691" y="447"/>
                    <a:pt x="652" y="500"/>
                    <a:pt x="609" y="552"/>
                  </a:cubicBezTo>
                  <a:cubicBezTo>
                    <a:pt x="530" y="661"/>
                    <a:pt x="464" y="776"/>
                    <a:pt x="405" y="894"/>
                  </a:cubicBezTo>
                  <a:cubicBezTo>
                    <a:pt x="283" y="1131"/>
                    <a:pt x="198" y="1378"/>
                    <a:pt x="115" y="1625"/>
                  </a:cubicBezTo>
                  <a:lnTo>
                    <a:pt x="99" y="1671"/>
                  </a:lnTo>
                  <a:lnTo>
                    <a:pt x="135" y="1697"/>
                  </a:lnTo>
                  <a:cubicBezTo>
                    <a:pt x="264" y="1773"/>
                    <a:pt x="389" y="1868"/>
                    <a:pt x="497" y="1970"/>
                  </a:cubicBezTo>
                  <a:cubicBezTo>
                    <a:pt x="556" y="2026"/>
                    <a:pt x="609" y="2079"/>
                    <a:pt x="658" y="2135"/>
                  </a:cubicBezTo>
                  <a:cubicBezTo>
                    <a:pt x="685" y="2165"/>
                    <a:pt x="711" y="2194"/>
                    <a:pt x="728" y="2224"/>
                  </a:cubicBezTo>
                  <a:cubicBezTo>
                    <a:pt x="744" y="2250"/>
                    <a:pt x="751" y="2277"/>
                    <a:pt x="744" y="2306"/>
                  </a:cubicBezTo>
                  <a:cubicBezTo>
                    <a:pt x="741" y="2332"/>
                    <a:pt x="724" y="2362"/>
                    <a:pt x="701" y="2392"/>
                  </a:cubicBezTo>
                  <a:cubicBezTo>
                    <a:pt x="675" y="2421"/>
                    <a:pt x="645" y="2444"/>
                    <a:pt x="619" y="2471"/>
                  </a:cubicBezTo>
                  <a:cubicBezTo>
                    <a:pt x="560" y="2513"/>
                    <a:pt x="497" y="2560"/>
                    <a:pt x="431" y="2602"/>
                  </a:cubicBezTo>
                  <a:cubicBezTo>
                    <a:pt x="300" y="2675"/>
                    <a:pt x="152" y="2737"/>
                    <a:pt x="0" y="2767"/>
                  </a:cubicBezTo>
                  <a:cubicBezTo>
                    <a:pt x="158" y="2754"/>
                    <a:pt x="310" y="2708"/>
                    <a:pt x="454" y="2639"/>
                  </a:cubicBezTo>
                  <a:cubicBezTo>
                    <a:pt x="527" y="2602"/>
                    <a:pt x="593" y="2563"/>
                    <a:pt x="658" y="2513"/>
                  </a:cubicBezTo>
                  <a:cubicBezTo>
                    <a:pt x="691" y="2490"/>
                    <a:pt x="724" y="2471"/>
                    <a:pt x="754" y="2438"/>
                  </a:cubicBezTo>
                  <a:cubicBezTo>
                    <a:pt x="784" y="2408"/>
                    <a:pt x="810" y="2372"/>
                    <a:pt x="823" y="2323"/>
                  </a:cubicBezTo>
                  <a:cubicBezTo>
                    <a:pt x="833" y="2296"/>
                    <a:pt x="833" y="2273"/>
                    <a:pt x="826" y="2247"/>
                  </a:cubicBezTo>
                  <a:cubicBezTo>
                    <a:pt x="823" y="2224"/>
                    <a:pt x="816" y="2201"/>
                    <a:pt x="803" y="2181"/>
                  </a:cubicBezTo>
                  <a:cubicBezTo>
                    <a:pt x="777" y="2142"/>
                    <a:pt x="754" y="2112"/>
                    <a:pt x="728" y="2079"/>
                  </a:cubicBezTo>
                  <a:cubicBezTo>
                    <a:pt x="675" y="2017"/>
                    <a:pt x="626" y="1961"/>
                    <a:pt x="570" y="1901"/>
                  </a:cubicBezTo>
                  <a:cubicBezTo>
                    <a:pt x="465" y="1797"/>
                    <a:pt x="353" y="1706"/>
                    <a:pt x="233" y="1627"/>
                  </a:cubicBezTo>
                  <a:lnTo>
                    <a:pt x="233" y="1627"/>
                  </a:lnTo>
                  <a:cubicBezTo>
                    <a:pt x="316" y="1397"/>
                    <a:pt x="398" y="1168"/>
                    <a:pt x="504" y="950"/>
                  </a:cubicBezTo>
                  <a:cubicBezTo>
                    <a:pt x="612" y="723"/>
                    <a:pt x="757" y="509"/>
                    <a:pt x="948" y="345"/>
                  </a:cubicBezTo>
                  <a:cubicBezTo>
                    <a:pt x="991" y="305"/>
                    <a:pt x="1040" y="269"/>
                    <a:pt x="1096" y="236"/>
                  </a:cubicBezTo>
                  <a:cubicBezTo>
                    <a:pt x="1149" y="203"/>
                    <a:pt x="1201" y="174"/>
                    <a:pt x="1261" y="151"/>
                  </a:cubicBezTo>
                  <a:cubicBezTo>
                    <a:pt x="1369" y="104"/>
                    <a:pt x="1484" y="78"/>
                    <a:pt x="1602" y="78"/>
                  </a:cubicBezTo>
                  <a:cubicBezTo>
                    <a:pt x="1609" y="78"/>
                    <a:pt x="1616" y="78"/>
                    <a:pt x="1623" y="78"/>
                  </a:cubicBezTo>
                  <a:cubicBezTo>
                    <a:pt x="1744" y="85"/>
                    <a:pt x="1869" y="118"/>
                    <a:pt x="1978" y="177"/>
                  </a:cubicBezTo>
                  <a:cubicBezTo>
                    <a:pt x="2034" y="207"/>
                    <a:pt x="2087" y="243"/>
                    <a:pt x="2133" y="289"/>
                  </a:cubicBezTo>
                  <a:cubicBezTo>
                    <a:pt x="2175" y="335"/>
                    <a:pt x="2218" y="384"/>
                    <a:pt x="2251" y="440"/>
                  </a:cubicBezTo>
                  <a:cubicBezTo>
                    <a:pt x="2222" y="381"/>
                    <a:pt x="2189" y="322"/>
                    <a:pt x="2152" y="269"/>
                  </a:cubicBezTo>
                  <a:cubicBezTo>
                    <a:pt x="2110" y="220"/>
                    <a:pt x="2057" y="174"/>
                    <a:pt x="2004" y="138"/>
                  </a:cubicBezTo>
                  <a:cubicBezTo>
                    <a:pt x="1892" y="62"/>
                    <a:pt x="1764" y="19"/>
                    <a:pt x="1629" y="6"/>
                  </a:cubicBezTo>
                  <a:cubicBezTo>
                    <a:pt x="1599" y="2"/>
                    <a:pt x="1568" y="0"/>
                    <a:pt x="15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43" name="Google Shape;1754;p58">
              <a:extLst>
                <a:ext uri="{FF2B5EF4-FFF2-40B4-BE49-F238E27FC236}">
                  <a16:creationId xmlns:a16="http://schemas.microsoft.com/office/drawing/2014/main" id="{6620AE24-E76E-70DD-9E00-E7D9B8CDB6E5}"/>
                </a:ext>
              </a:extLst>
            </p:cNvPr>
            <p:cNvSpPr/>
            <p:nvPr/>
          </p:nvSpPr>
          <p:spPr>
            <a:xfrm>
              <a:off x="6883075" y="3858425"/>
              <a:ext cx="37625" cy="34175"/>
            </a:xfrm>
            <a:custGeom>
              <a:avLst/>
              <a:gdLst/>
              <a:ahLst/>
              <a:cxnLst/>
              <a:rect l="l" t="t" r="r" b="b"/>
              <a:pathLst>
                <a:path w="1505" h="1367" extrusionOk="0">
                  <a:moveTo>
                    <a:pt x="752" y="1"/>
                  </a:moveTo>
                  <a:cubicBezTo>
                    <a:pt x="700" y="1"/>
                    <a:pt x="648" y="7"/>
                    <a:pt x="596" y="19"/>
                  </a:cubicBezTo>
                  <a:cubicBezTo>
                    <a:pt x="228" y="108"/>
                    <a:pt x="1" y="473"/>
                    <a:pt x="89" y="841"/>
                  </a:cubicBezTo>
                  <a:cubicBezTo>
                    <a:pt x="163" y="1155"/>
                    <a:pt x="444" y="1366"/>
                    <a:pt x="753" y="1366"/>
                  </a:cubicBezTo>
                  <a:cubicBezTo>
                    <a:pt x="805" y="1366"/>
                    <a:pt x="857" y="1360"/>
                    <a:pt x="909" y="1348"/>
                  </a:cubicBezTo>
                  <a:cubicBezTo>
                    <a:pt x="1277" y="1263"/>
                    <a:pt x="1504" y="894"/>
                    <a:pt x="1419" y="525"/>
                  </a:cubicBezTo>
                  <a:cubicBezTo>
                    <a:pt x="1343" y="212"/>
                    <a:pt x="1061" y="1"/>
                    <a:pt x="75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44" name="Google Shape;1755;p58">
              <a:extLst>
                <a:ext uri="{FF2B5EF4-FFF2-40B4-BE49-F238E27FC236}">
                  <a16:creationId xmlns:a16="http://schemas.microsoft.com/office/drawing/2014/main" id="{D07B5713-FF6A-EA41-E8C4-25D122968CEE}"/>
                </a:ext>
              </a:extLst>
            </p:cNvPr>
            <p:cNvSpPr/>
            <p:nvPr/>
          </p:nvSpPr>
          <p:spPr>
            <a:xfrm>
              <a:off x="6292000" y="4104575"/>
              <a:ext cx="96025" cy="85950"/>
            </a:xfrm>
            <a:custGeom>
              <a:avLst/>
              <a:gdLst/>
              <a:ahLst/>
              <a:cxnLst/>
              <a:rect l="l" t="t" r="r" b="b"/>
              <a:pathLst>
                <a:path w="3841" h="3438" extrusionOk="0">
                  <a:moveTo>
                    <a:pt x="3395" y="0"/>
                  </a:moveTo>
                  <a:cubicBezTo>
                    <a:pt x="3314" y="0"/>
                    <a:pt x="3229" y="26"/>
                    <a:pt x="3149" y="55"/>
                  </a:cubicBezTo>
                  <a:cubicBezTo>
                    <a:pt x="2656" y="216"/>
                    <a:pt x="2165" y="380"/>
                    <a:pt x="1672" y="542"/>
                  </a:cubicBezTo>
                  <a:cubicBezTo>
                    <a:pt x="1333" y="650"/>
                    <a:pt x="981" y="772"/>
                    <a:pt x="707" y="996"/>
                  </a:cubicBezTo>
                  <a:cubicBezTo>
                    <a:pt x="352" y="1292"/>
                    <a:pt x="155" y="1746"/>
                    <a:pt x="82" y="2197"/>
                  </a:cubicBezTo>
                  <a:cubicBezTo>
                    <a:pt x="20" y="2588"/>
                    <a:pt x="0" y="3049"/>
                    <a:pt x="76" y="3437"/>
                  </a:cubicBezTo>
                  <a:cubicBezTo>
                    <a:pt x="191" y="3349"/>
                    <a:pt x="250" y="3125"/>
                    <a:pt x="352" y="3000"/>
                  </a:cubicBezTo>
                  <a:cubicBezTo>
                    <a:pt x="480" y="2865"/>
                    <a:pt x="635" y="2750"/>
                    <a:pt x="800" y="2658"/>
                  </a:cubicBezTo>
                  <a:cubicBezTo>
                    <a:pt x="1142" y="2477"/>
                    <a:pt x="1524" y="2391"/>
                    <a:pt x="1895" y="2276"/>
                  </a:cubicBezTo>
                  <a:cubicBezTo>
                    <a:pt x="2619" y="2045"/>
                    <a:pt x="3333" y="1634"/>
                    <a:pt x="3686" y="960"/>
                  </a:cubicBezTo>
                  <a:cubicBezTo>
                    <a:pt x="3774" y="788"/>
                    <a:pt x="3840" y="591"/>
                    <a:pt x="3807" y="397"/>
                  </a:cubicBezTo>
                  <a:cubicBezTo>
                    <a:pt x="3778" y="203"/>
                    <a:pt x="3626" y="18"/>
                    <a:pt x="3432" y="2"/>
                  </a:cubicBezTo>
                  <a:cubicBezTo>
                    <a:pt x="3420" y="1"/>
                    <a:pt x="3408" y="0"/>
                    <a:pt x="3395" y="0"/>
                  </a:cubicBezTo>
                  <a:close/>
                </a:path>
              </a:pathLst>
            </a:custGeom>
            <a:solidFill>
              <a:srgbClr val="FF70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45" name="Google Shape;1756;p58">
              <a:extLst>
                <a:ext uri="{FF2B5EF4-FFF2-40B4-BE49-F238E27FC236}">
                  <a16:creationId xmlns:a16="http://schemas.microsoft.com/office/drawing/2014/main" id="{17A7E9C9-68A9-783C-749E-F35534F46852}"/>
                </a:ext>
              </a:extLst>
            </p:cNvPr>
            <p:cNvSpPr/>
            <p:nvPr/>
          </p:nvSpPr>
          <p:spPr>
            <a:xfrm>
              <a:off x="6397450" y="4081525"/>
              <a:ext cx="42225" cy="40375"/>
            </a:xfrm>
            <a:custGeom>
              <a:avLst/>
              <a:gdLst/>
              <a:ahLst/>
              <a:cxnLst/>
              <a:rect l="l" t="t" r="r" b="b"/>
              <a:pathLst>
                <a:path w="1689" h="1615" extrusionOk="0">
                  <a:moveTo>
                    <a:pt x="1073" y="0"/>
                  </a:moveTo>
                  <a:cubicBezTo>
                    <a:pt x="866" y="0"/>
                    <a:pt x="640" y="99"/>
                    <a:pt x="465" y="286"/>
                  </a:cubicBezTo>
                  <a:lnTo>
                    <a:pt x="1" y="779"/>
                  </a:lnTo>
                  <a:lnTo>
                    <a:pt x="889" y="1615"/>
                  </a:lnTo>
                  <a:lnTo>
                    <a:pt x="1353" y="1118"/>
                  </a:lnTo>
                  <a:cubicBezTo>
                    <a:pt x="1646" y="809"/>
                    <a:pt x="1689" y="368"/>
                    <a:pt x="1442" y="137"/>
                  </a:cubicBezTo>
                  <a:cubicBezTo>
                    <a:pt x="1343" y="45"/>
                    <a:pt x="1212" y="0"/>
                    <a:pt x="107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46" name="Google Shape;1757;p58">
              <a:extLst>
                <a:ext uri="{FF2B5EF4-FFF2-40B4-BE49-F238E27FC236}">
                  <a16:creationId xmlns:a16="http://schemas.microsoft.com/office/drawing/2014/main" id="{FDDC547C-5610-4EF5-C36E-06E33F46A895}"/>
                </a:ext>
              </a:extLst>
            </p:cNvPr>
            <p:cNvSpPr/>
            <p:nvPr/>
          </p:nvSpPr>
          <p:spPr>
            <a:xfrm>
              <a:off x="6377550" y="4101000"/>
              <a:ext cx="42150" cy="40475"/>
            </a:xfrm>
            <a:custGeom>
              <a:avLst/>
              <a:gdLst/>
              <a:ahLst/>
              <a:cxnLst/>
              <a:rect l="l" t="t" r="r" b="b"/>
              <a:pathLst>
                <a:path w="1686" h="1619" extrusionOk="0">
                  <a:moveTo>
                    <a:pt x="797" y="0"/>
                  </a:moveTo>
                  <a:lnTo>
                    <a:pt x="333" y="497"/>
                  </a:lnTo>
                  <a:cubicBezTo>
                    <a:pt x="40" y="810"/>
                    <a:pt x="0" y="1251"/>
                    <a:pt x="247" y="1481"/>
                  </a:cubicBezTo>
                  <a:cubicBezTo>
                    <a:pt x="346" y="1574"/>
                    <a:pt x="476" y="1618"/>
                    <a:pt x="615" y="1618"/>
                  </a:cubicBezTo>
                  <a:cubicBezTo>
                    <a:pt x="821" y="1618"/>
                    <a:pt x="1046" y="1520"/>
                    <a:pt x="1221" y="1333"/>
                  </a:cubicBezTo>
                  <a:lnTo>
                    <a:pt x="1685" y="836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47" name="Google Shape;1758;p58">
              <a:extLst>
                <a:ext uri="{FF2B5EF4-FFF2-40B4-BE49-F238E27FC236}">
                  <a16:creationId xmlns:a16="http://schemas.microsoft.com/office/drawing/2014/main" id="{BD0837FA-89AC-8FE8-C117-AAB78A4AED79}"/>
                </a:ext>
              </a:extLst>
            </p:cNvPr>
            <p:cNvSpPr/>
            <p:nvPr/>
          </p:nvSpPr>
          <p:spPr>
            <a:xfrm>
              <a:off x="6831425" y="4477275"/>
              <a:ext cx="90100" cy="97525"/>
            </a:xfrm>
            <a:custGeom>
              <a:avLst/>
              <a:gdLst/>
              <a:ahLst/>
              <a:cxnLst/>
              <a:rect l="l" t="t" r="r" b="b"/>
              <a:pathLst>
                <a:path w="3604" h="3901" extrusionOk="0">
                  <a:moveTo>
                    <a:pt x="3603" y="1"/>
                  </a:moveTo>
                  <a:lnTo>
                    <a:pt x="0" y="432"/>
                  </a:lnTo>
                  <a:lnTo>
                    <a:pt x="2665" y="3900"/>
                  </a:lnTo>
                  <a:lnTo>
                    <a:pt x="36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48" name="Google Shape;1759;p58">
              <a:extLst>
                <a:ext uri="{FF2B5EF4-FFF2-40B4-BE49-F238E27FC236}">
                  <a16:creationId xmlns:a16="http://schemas.microsoft.com/office/drawing/2014/main" id="{B0B3E8BC-7ACE-8DF9-43D3-806B1461AD21}"/>
                </a:ext>
              </a:extLst>
            </p:cNvPr>
            <p:cNvSpPr/>
            <p:nvPr/>
          </p:nvSpPr>
          <p:spPr>
            <a:xfrm>
              <a:off x="6265650" y="4091200"/>
              <a:ext cx="657850" cy="535000"/>
            </a:xfrm>
            <a:custGeom>
              <a:avLst/>
              <a:gdLst/>
              <a:ahLst/>
              <a:cxnLst/>
              <a:rect l="l" t="t" r="r" b="b"/>
              <a:pathLst>
                <a:path w="26314" h="21400" extrusionOk="0">
                  <a:moveTo>
                    <a:pt x="5002" y="0"/>
                  </a:moveTo>
                  <a:cubicBezTo>
                    <a:pt x="4714" y="0"/>
                    <a:pt x="1000" y="936"/>
                    <a:pt x="672" y="1725"/>
                  </a:cubicBezTo>
                  <a:cubicBezTo>
                    <a:pt x="343" y="2521"/>
                    <a:pt x="1" y="6582"/>
                    <a:pt x="906" y="8951"/>
                  </a:cubicBezTo>
                  <a:cubicBezTo>
                    <a:pt x="1515" y="10557"/>
                    <a:pt x="12032" y="21090"/>
                    <a:pt x="14141" y="21390"/>
                  </a:cubicBezTo>
                  <a:cubicBezTo>
                    <a:pt x="14186" y="21396"/>
                    <a:pt x="14234" y="21400"/>
                    <a:pt x="14286" y="21400"/>
                  </a:cubicBezTo>
                  <a:cubicBezTo>
                    <a:pt x="16678" y="21400"/>
                    <a:pt x="26313" y="14621"/>
                    <a:pt x="26310" y="14618"/>
                  </a:cubicBezTo>
                  <a:lnTo>
                    <a:pt x="22085" y="10179"/>
                  </a:lnTo>
                  <a:lnTo>
                    <a:pt x="14358" y="15687"/>
                  </a:lnTo>
                  <a:cubicBezTo>
                    <a:pt x="14358" y="15687"/>
                    <a:pt x="3900" y="8859"/>
                    <a:pt x="3690" y="8372"/>
                  </a:cubicBezTo>
                  <a:cubicBezTo>
                    <a:pt x="3690" y="8372"/>
                    <a:pt x="4970" y="5542"/>
                    <a:pt x="5368" y="4594"/>
                  </a:cubicBezTo>
                  <a:cubicBezTo>
                    <a:pt x="5766" y="3650"/>
                    <a:pt x="5918" y="2314"/>
                    <a:pt x="5796" y="1824"/>
                  </a:cubicBezTo>
                  <a:cubicBezTo>
                    <a:pt x="5727" y="1554"/>
                    <a:pt x="5644" y="1436"/>
                    <a:pt x="5513" y="1436"/>
                  </a:cubicBezTo>
                  <a:cubicBezTo>
                    <a:pt x="5405" y="1436"/>
                    <a:pt x="5265" y="1515"/>
                    <a:pt x="5072" y="1656"/>
                  </a:cubicBezTo>
                  <a:cubicBezTo>
                    <a:pt x="4647" y="1968"/>
                    <a:pt x="4809" y="1935"/>
                    <a:pt x="4466" y="2985"/>
                  </a:cubicBezTo>
                  <a:cubicBezTo>
                    <a:pt x="4143" y="3971"/>
                    <a:pt x="2958" y="5139"/>
                    <a:pt x="2285" y="5139"/>
                  </a:cubicBezTo>
                  <a:cubicBezTo>
                    <a:pt x="2245" y="5139"/>
                    <a:pt x="2208" y="5136"/>
                    <a:pt x="2173" y="5127"/>
                  </a:cubicBezTo>
                  <a:cubicBezTo>
                    <a:pt x="1531" y="4983"/>
                    <a:pt x="1900" y="2455"/>
                    <a:pt x="2199" y="2084"/>
                  </a:cubicBezTo>
                  <a:cubicBezTo>
                    <a:pt x="2502" y="1708"/>
                    <a:pt x="4164" y="1314"/>
                    <a:pt x="4677" y="998"/>
                  </a:cubicBezTo>
                  <a:cubicBezTo>
                    <a:pt x="5190" y="682"/>
                    <a:pt x="5259" y="14"/>
                    <a:pt x="5006" y="1"/>
                  </a:cubicBezTo>
                  <a:cubicBezTo>
                    <a:pt x="5005" y="1"/>
                    <a:pt x="5003" y="0"/>
                    <a:pt x="5002" y="0"/>
                  </a:cubicBezTo>
                  <a:close/>
                </a:path>
              </a:pathLst>
            </a:custGeom>
            <a:solidFill>
              <a:srgbClr val="FF95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49" name="Google Shape;1760;p58">
              <a:extLst>
                <a:ext uri="{FF2B5EF4-FFF2-40B4-BE49-F238E27FC236}">
                  <a16:creationId xmlns:a16="http://schemas.microsoft.com/office/drawing/2014/main" id="{604171A6-004D-623B-84C7-4DB28186DB4A}"/>
                </a:ext>
              </a:extLst>
            </p:cNvPr>
            <p:cNvSpPr/>
            <p:nvPr/>
          </p:nvSpPr>
          <p:spPr>
            <a:xfrm>
              <a:off x="6757450" y="4202675"/>
              <a:ext cx="316675" cy="372200"/>
            </a:xfrm>
            <a:custGeom>
              <a:avLst/>
              <a:gdLst/>
              <a:ahLst/>
              <a:cxnLst/>
              <a:rect l="l" t="t" r="r" b="b"/>
              <a:pathLst>
                <a:path w="12667" h="14888" extrusionOk="0">
                  <a:moveTo>
                    <a:pt x="10037" y="0"/>
                  </a:moveTo>
                  <a:lnTo>
                    <a:pt x="1" y="6342"/>
                  </a:lnTo>
                  <a:cubicBezTo>
                    <a:pt x="1" y="6342"/>
                    <a:pt x="1998" y="6858"/>
                    <a:pt x="3775" y="9501"/>
                  </a:cubicBezTo>
                  <a:cubicBezTo>
                    <a:pt x="5552" y="12140"/>
                    <a:pt x="5624" y="14887"/>
                    <a:pt x="5624" y="14887"/>
                  </a:cubicBezTo>
                  <a:cubicBezTo>
                    <a:pt x="5624" y="14887"/>
                    <a:pt x="12667" y="8645"/>
                    <a:pt x="12667" y="5535"/>
                  </a:cubicBezTo>
                  <a:cubicBezTo>
                    <a:pt x="12667" y="2133"/>
                    <a:pt x="10037" y="0"/>
                    <a:pt x="1003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50" name="Google Shape;1761;p58">
              <a:extLst>
                <a:ext uri="{FF2B5EF4-FFF2-40B4-BE49-F238E27FC236}">
                  <a16:creationId xmlns:a16="http://schemas.microsoft.com/office/drawing/2014/main" id="{925DC6CF-9541-7CF4-43E2-E678152D4FDC}"/>
                </a:ext>
              </a:extLst>
            </p:cNvPr>
            <p:cNvSpPr/>
            <p:nvPr/>
          </p:nvSpPr>
          <p:spPr>
            <a:xfrm>
              <a:off x="6734250" y="4222825"/>
              <a:ext cx="237700" cy="182500"/>
            </a:xfrm>
            <a:custGeom>
              <a:avLst/>
              <a:gdLst/>
              <a:ahLst/>
              <a:cxnLst/>
              <a:rect l="l" t="t" r="r" b="b"/>
              <a:pathLst>
                <a:path w="9508" h="7300" extrusionOk="0">
                  <a:moveTo>
                    <a:pt x="9508" y="1"/>
                  </a:moveTo>
                  <a:lnTo>
                    <a:pt x="9508" y="1"/>
                  </a:lnTo>
                  <a:cubicBezTo>
                    <a:pt x="9103" y="297"/>
                    <a:pt x="8701" y="593"/>
                    <a:pt x="8300" y="889"/>
                  </a:cubicBezTo>
                  <a:lnTo>
                    <a:pt x="7102" y="1791"/>
                  </a:lnTo>
                  <a:cubicBezTo>
                    <a:pt x="6302" y="2393"/>
                    <a:pt x="5513" y="2995"/>
                    <a:pt x="4716" y="3604"/>
                  </a:cubicBezTo>
                  <a:cubicBezTo>
                    <a:pt x="3923" y="4213"/>
                    <a:pt x="3133" y="4821"/>
                    <a:pt x="2347" y="5440"/>
                  </a:cubicBezTo>
                  <a:lnTo>
                    <a:pt x="1172" y="6365"/>
                  </a:lnTo>
                  <a:cubicBezTo>
                    <a:pt x="781" y="6677"/>
                    <a:pt x="386" y="6987"/>
                    <a:pt x="1" y="7299"/>
                  </a:cubicBezTo>
                  <a:cubicBezTo>
                    <a:pt x="402" y="7006"/>
                    <a:pt x="800" y="6707"/>
                    <a:pt x="1205" y="6411"/>
                  </a:cubicBezTo>
                  <a:lnTo>
                    <a:pt x="2403" y="5509"/>
                  </a:lnTo>
                  <a:cubicBezTo>
                    <a:pt x="3203" y="4907"/>
                    <a:pt x="3992" y="4305"/>
                    <a:pt x="4789" y="3696"/>
                  </a:cubicBezTo>
                  <a:cubicBezTo>
                    <a:pt x="5582" y="3087"/>
                    <a:pt x="6372" y="2479"/>
                    <a:pt x="7158" y="1860"/>
                  </a:cubicBezTo>
                  <a:lnTo>
                    <a:pt x="8333" y="935"/>
                  </a:lnTo>
                  <a:cubicBezTo>
                    <a:pt x="8724" y="623"/>
                    <a:pt x="9119" y="313"/>
                    <a:pt x="95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51" name="Google Shape;1762;p58">
              <a:extLst>
                <a:ext uri="{FF2B5EF4-FFF2-40B4-BE49-F238E27FC236}">
                  <a16:creationId xmlns:a16="http://schemas.microsoft.com/office/drawing/2014/main" id="{48455122-D6F3-ABCB-484D-901A1856BA5E}"/>
                </a:ext>
              </a:extLst>
            </p:cNvPr>
            <p:cNvSpPr/>
            <p:nvPr/>
          </p:nvSpPr>
          <p:spPr>
            <a:xfrm>
              <a:off x="6898050" y="4431375"/>
              <a:ext cx="133800" cy="143425"/>
            </a:xfrm>
            <a:custGeom>
              <a:avLst/>
              <a:gdLst/>
              <a:ahLst/>
              <a:cxnLst/>
              <a:rect l="l" t="t" r="r" b="b"/>
              <a:pathLst>
                <a:path w="5352" h="5737" extrusionOk="0">
                  <a:moveTo>
                    <a:pt x="5351" y="0"/>
                  </a:moveTo>
                  <a:lnTo>
                    <a:pt x="5351" y="0"/>
                  </a:lnTo>
                  <a:cubicBezTo>
                    <a:pt x="5249" y="129"/>
                    <a:pt x="5150" y="257"/>
                    <a:pt x="5052" y="389"/>
                  </a:cubicBezTo>
                  <a:lnTo>
                    <a:pt x="4739" y="767"/>
                  </a:lnTo>
                  <a:cubicBezTo>
                    <a:pt x="4525" y="1014"/>
                    <a:pt x="4311" y="1261"/>
                    <a:pt x="4091" y="1504"/>
                  </a:cubicBezTo>
                  <a:cubicBezTo>
                    <a:pt x="3650" y="1988"/>
                    <a:pt x="3206" y="2465"/>
                    <a:pt x="2748" y="2936"/>
                  </a:cubicBezTo>
                  <a:cubicBezTo>
                    <a:pt x="2297" y="3406"/>
                    <a:pt x="1840" y="3877"/>
                    <a:pt x="1379" y="4341"/>
                  </a:cubicBezTo>
                  <a:lnTo>
                    <a:pt x="0" y="5736"/>
                  </a:lnTo>
                  <a:cubicBezTo>
                    <a:pt x="494" y="5305"/>
                    <a:pt x="971" y="4861"/>
                    <a:pt x="1442" y="4403"/>
                  </a:cubicBezTo>
                  <a:cubicBezTo>
                    <a:pt x="1675" y="4176"/>
                    <a:pt x="1906" y="3946"/>
                    <a:pt x="2139" y="3716"/>
                  </a:cubicBezTo>
                  <a:cubicBezTo>
                    <a:pt x="2255" y="3600"/>
                    <a:pt x="2370" y="3482"/>
                    <a:pt x="2485" y="3367"/>
                  </a:cubicBezTo>
                  <a:cubicBezTo>
                    <a:pt x="2600" y="3248"/>
                    <a:pt x="2712" y="3133"/>
                    <a:pt x="2827" y="3011"/>
                  </a:cubicBezTo>
                  <a:cubicBezTo>
                    <a:pt x="3058" y="2778"/>
                    <a:pt x="3278" y="2534"/>
                    <a:pt x="3502" y="2297"/>
                  </a:cubicBezTo>
                  <a:cubicBezTo>
                    <a:pt x="3614" y="2172"/>
                    <a:pt x="3719" y="2054"/>
                    <a:pt x="3831" y="1932"/>
                  </a:cubicBezTo>
                  <a:lnTo>
                    <a:pt x="3995" y="1745"/>
                  </a:lnTo>
                  <a:lnTo>
                    <a:pt x="4157" y="1560"/>
                  </a:lnTo>
                  <a:cubicBezTo>
                    <a:pt x="4584" y="1063"/>
                    <a:pt x="4999" y="553"/>
                    <a:pt x="535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52" name="Google Shape;1763;p58">
              <a:extLst>
                <a:ext uri="{FF2B5EF4-FFF2-40B4-BE49-F238E27FC236}">
                  <a16:creationId xmlns:a16="http://schemas.microsoft.com/office/drawing/2014/main" id="{E7DE5FF0-B2DD-9F1D-A362-699A2F48AD15}"/>
                </a:ext>
              </a:extLst>
            </p:cNvPr>
            <p:cNvSpPr/>
            <p:nvPr/>
          </p:nvSpPr>
          <p:spPr>
            <a:xfrm>
              <a:off x="6624750" y="4475150"/>
              <a:ext cx="47500" cy="40000"/>
            </a:xfrm>
            <a:custGeom>
              <a:avLst/>
              <a:gdLst/>
              <a:ahLst/>
              <a:cxnLst/>
              <a:rect l="l" t="t" r="r" b="b"/>
              <a:pathLst>
                <a:path w="1900" h="1600" extrusionOk="0">
                  <a:moveTo>
                    <a:pt x="462" y="0"/>
                  </a:moveTo>
                  <a:lnTo>
                    <a:pt x="1" y="332"/>
                  </a:lnTo>
                  <a:lnTo>
                    <a:pt x="1900" y="1599"/>
                  </a:lnTo>
                  <a:lnTo>
                    <a:pt x="462" y="0"/>
                  </a:lnTo>
                  <a:close/>
                </a:path>
              </a:pathLst>
            </a:custGeom>
            <a:solidFill>
              <a:srgbClr val="000000">
                <a:alpha val="352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53" name="Google Shape;1764;p58">
              <a:extLst>
                <a:ext uri="{FF2B5EF4-FFF2-40B4-BE49-F238E27FC236}">
                  <a16:creationId xmlns:a16="http://schemas.microsoft.com/office/drawing/2014/main" id="{CA36219E-82AA-062F-C7C4-8358FF9BFE53}"/>
                </a:ext>
              </a:extLst>
            </p:cNvPr>
            <p:cNvSpPr/>
            <p:nvPr/>
          </p:nvSpPr>
          <p:spPr>
            <a:xfrm>
              <a:off x="6349575" y="4389675"/>
              <a:ext cx="188575" cy="183225"/>
            </a:xfrm>
            <a:custGeom>
              <a:avLst/>
              <a:gdLst/>
              <a:ahLst/>
              <a:cxnLst/>
              <a:rect l="l" t="t" r="r" b="b"/>
              <a:pathLst>
                <a:path w="7543" h="7329" extrusionOk="0">
                  <a:moveTo>
                    <a:pt x="0" y="0"/>
                  </a:moveTo>
                  <a:lnTo>
                    <a:pt x="428" y="510"/>
                  </a:lnTo>
                  <a:lnTo>
                    <a:pt x="866" y="1000"/>
                  </a:lnTo>
                  <a:lnTo>
                    <a:pt x="1317" y="1481"/>
                  </a:lnTo>
                  <a:lnTo>
                    <a:pt x="1768" y="1958"/>
                  </a:lnTo>
                  <a:cubicBezTo>
                    <a:pt x="2373" y="2587"/>
                    <a:pt x="2998" y="3205"/>
                    <a:pt x="3630" y="3814"/>
                  </a:cubicBezTo>
                  <a:cubicBezTo>
                    <a:pt x="4269" y="4416"/>
                    <a:pt x="4910" y="5015"/>
                    <a:pt x="5565" y="5598"/>
                  </a:cubicBezTo>
                  <a:cubicBezTo>
                    <a:pt x="5891" y="5890"/>
                    <a:pt x="6220" y="6183"/>
                    <a:pt x="6549" y="6470"/>
                  </a:cubicBezTo>
                  <a:cubicBezTo>
                    <a:pt x="6878" y="6759"/>
                    <a:pt x="7210" y="7045"/>
                    <a:pt x="7543" y="7328"/>
                  </a:cubicBezTo>
                  <a:cubicBezTo>
                    <a:pt x="7214" y="7039"/>
                    <a:pt x="6888" y="6746"/>
                    <a:pt x="6565" y="6450"/>
                  </a:cubicBezTo>
                  <a:lnTo>
                    <a:pt x="6075" y="6009"/>
                  </a:lnTo>
                  <a:lnTo>
                    <a:pt x="5588" y="5565"/>
                  </a:lnTo>
                  <a:cubicBezTo>
                    <a:pt x="4943" y="4972"/>
                    <a:pt x="4301" y="4377"/>
                    <a:pt x="3670" y="3768"/>
                  </a:cubicBezTo>
                  <a:cubicBezTo>
                    <a:pt x="3034" y="3162"/>
                    <a:pt x="2409" y="2547"/>
                    <a:pt x="1797" y="1922"/>
                  </a:cubicBezTo>
                  <a:lnTo>
                    <a:pt x="1340" y="1448"/>
                  </a:lnTo>
                  <a:lnTo>
                    <a:pt x="889" y="971"/>
                  </a:lnTo>
                  <a:lnTo>
                    <a:pt x="438" y="4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54" name="Google Shape;1765;p58">
              <a:extLst>
                <a:ext uri="{FF2B5EF4-FFF2-40B4-BE49-F238E27FC236}">
                  <a16:creationId xmlns:a16="http://schemas.microsoft.com/office/drawing/2014/main" id="{97523645-EAA6-11C1-608A-8F7CA2661508}"/>
                </a:ext>
              </a:extLst>
            </p:cNvPr>
            <p:cNvSpPr/>
            <p:nvPr/>
          </p:nvSpPr>
          <p:spPr>
            <a:xfrm>
              <a:off x="6720025" y="3538275"/>
              <a:ext cx="235475" cy="111825"/>
            </a:xfrm>
            <a:custGeom>
              <a:avLst/>
              <a:gdLst/>
              <a:ahLst/>
              <a:cxnLst/>
              <a:rect l="l" t="t" r="r" b="b"/>
              <a:pathLst>
                <a:path w="9419" h="4473" extrusionOk="0">
                  <a:moveTo>
                    <a:pt x="0" y="1"/>
                  </a:moveTo>
                  <a:cubicBezTo>
                    <a:pt x="155" y="458"/>
                    <a:pt x="356" y="893"/>
                    <a:pt x="603" y="1304"/>
                  </a:cubicBezTo>
                  <a:cubicBezTo>
                    <a:pt x="849" y="1715"/>
                    <a:pt x="1146" y="2100"/>
                    <a:pt x="1475" y="2449"/>
                  </a:cubicBezTo>
                  <a:cubicBezTo>
                    <a:pt x="2136" y="3144"/>
                    <a:pt x="2952" y="3700"/>
                    <a:pt x="3847" y="4045"/>
                  </a:cubicBezTo>
                  <a:cubicBezTo>
                    <a:pt x="4592" y="4330"/>
                    <a:pt x="5385" y="4472"/>
                    <a:pt x="6179" y="4472"/>
                  </a:cubicBezTo>
                  <a:cubicBezTo>
                    <a:pt x="6346" y="4472"/>
                    <a:pt x="6514" y="4466"/>
                    <a:pt x="6681" y="4453"/>
                  </a:cubicBezTo>
                  <a:cubicBezTo>
                    <a:pt x="7164" y="4414"/>
                    <a:pt x="7635" y="4328"/>
                    <a:pt x="8096" y="4190"/>
                  </a:cubicBezTo>
                  <a:cubicBezTo>
                    <a:pt x="8556" y="4048"/>
                    <a:pt x="9000" y="3861"/>
                    <a:pt x="9418" y="3621"/>
                  </a:cubicBezTo>
                  <a:lnTo>
                    <a:pt x="9418" y="3621"/>
                  </a:lnTo>
                  <a:cubicBezTo>
                    <a:pt x="8997" y="3851"/>
                    <a:pt x="8550" y="4032"/>
                    <a:pt x="8089" y="4164"/>
                  </a:cubicBezTo>
                  <a:cubicBezTo>
                    <a:pt x="7628" y="4295"/>
                    <a:pt x="7154" y="4378"/>
                    <a:pt x="6677" y="4410"/>
                  </a:cubicBezTo>
                  <a:cubicBezTo>
                    <a:pt x="6525" y="4420"/>
                    <a:pt x="6372" y="4425"/>
                    <a:pt x="6219" y="4425"/>
                  </a:cubicBezTo>
                  <a:cubicBezTo>
                    <a:pt x="5416" y="4425"/>
                    <a:pt x="4614" y="4286"/>
                    <a:pt x="3867" y="3996"/>
                  </a:cubicBezTo>
                  <a:cubicBezTo>
                    <a:pt x="2975" y="3654"/>
                    <a:pt x="2166" y="3107"/>
                    <a:pt x="1504" y="2420"/>
                  </a:cubicBezTo>
                  <a:cubicBezTo>
                    <a:pt x="1169" y="2077"/>
                    <a:pt x="872" y="1699"/>
                    <a:pt x="622" y="1294"/>
                  </a:cubicBezTo>
                  <a:cubicBezTo>
                    <a:pt x="372" y="886"/>
                    <a:pt x="158" y="455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55" name="Google Shape;1766;p58">
              <a:extLst>
                <a:ext uri="{FF2B5EF4-FFF2-40B4-BE49-F238E27FC236}">
                  <a16:creationId xmlns:a16="http://schemas.microsoft.com/office/drawing/2014/main" id="{2C84D5FD-EA24-EE61-A552-5CE327C9476F}"/>
                </a:ext>
              </a:extLst>
            </p:cNvPr>
            <p:cNvSpPr/>
            <p:nvPr/>
          </p:nvSpPr>
          <p:spPr>
            <a:xfrm>
              <a:off x="6773500" y="3519775"/>
              <a:ext cx="150900" cy="73275"/>
            </a:xfrm>
            <a:custGeom>
              <a:avLst/>
              <a:gdLst/>
              <a:ahLst/>
              <a:cxnLst/>
              <a:rect l="l" t="t" r="r" b="b"/>
              <a:pathLst>
                <a:path w="6036" h="2931" extrusionOk="0">
                  <a:moveTo>
                    <a:pt x="0" y="1"/>
                  </a:moveTo>
                  <a:cubicBezTo>
                    <a:pt x="96" y="293"/>
                    <a:pt x="227" y="576"/>
                    <a:pt x="385" y="840"/>
                  </a:cubicBezTo>
                  <a:cubicBezTo>
                    <a:pt x="540" y="1103"/>
                    <a:pt x="728" y="1350"/>
                    <a:pt x="938" y="1577"/>
                  </a:cubicBezTo>
                  <a:cubicBezTo>
                    <a:pt x="1363" y="2024"/>
                    <a:pt x="1883" y="2386"/>
                    <a:pt x="2452" y="2620"/>
                  </a:cubicBezTo>
                  <a:cubicBezTo>
                    <a:pt x="2964" y="2825"/>
                    <a:pt x="3513" y="2931"/>
                    <a:pt x="4064" y="2931"/>
                  </a:cubicBezTo>
                  <a:cubicBezTo>
                    <a:pt x="4132" y="2931"/>
                    <a:pt x="4200" y="2929"/>
                    <a:pt x="4268" y="2926"/>
                  </a:cubicBezTo>
                  <a:cubicBezTo>
                    <a:pt x="4574" y="2913"/>
                    <a:pt x="4884" y="2863"/>
                    <a:pt x="5180" y="2784"/>
                  </a:cubicBezTo>
                  <a:cubicBezTo>
                    <a:pt x="5476" y="2709"/>
                    <a:pt x="5766" y="2597"/>
                    <a:pt x="6036" y="2452"/>
                  </a:cubicBezTo>
                  <a:lnTo>
                    <a:pt x="6036" y="2452"/>
                  </a:lnTo>
                  <a:cubicBezTo>
                    <a:pt x="5759" y="2584"/>
                    <a:pt x="5473" y="2686"/>
                    <a:pt x="5167" y="2755"/>
                  </a:cubicBezTo>
                  <a:cubicBezTo>
                    <a:pt x="4867" y="2827"/>
                    <a:pt x="4561" y="2873"/>
                    <a:pt x="4259" y="2880"/>
                  </a:cubicBezTo>
                  <a:cubicBezTo>
                    <a:pt x="4209" y="2881"/>
                    <a:pt x="4160" y="2882"/>
                    <a:pt x="4111" y="2882"/>
                  </a:cubicBezTo>
                  <a:cubicBezTo>
                    <a:pt x="3550" y="2882"/>
                    <a:pt x="2986" y="2779"/>
                    <a:pt x="2468" y="2567"/>
                  </a:cubicBezTo>
                  <a:cubicBezTo>
                    <a:pt x="1902" y="2340"/>
                    <a:pt x="1392" y="1982"/>
                    <a:pt x="968" y="1544"/>
                  </a:cubicBezTo>
                  <a:cubicBezTo>
                    <a:pt x="754" y="1323"/>
                    <a:pt x="563" y="1083"/>
                    <a:pt x="405" y="823"/>
                  </a:cubicBezTo>
                  <a:cubicBezTo>
                    <a:pt x="244" y="563"/>
                    <a:pt x="109" y="287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56" name="Google Shape;1767;p58">
              <a:extLst>
                <a:ext uri="{FF2B5EF4-FFF2-40B4-BE49-F238E27FC236}">
                  <a16:creationId xmlns:a16="http://schemas.microsoft.com/office/drawing/2014/main" id="{D0765447-A49E-43F0-6EE5-CCE12D9A994A}"/>
                </a:ext>
              </a:extLst>
            </p:cNvPr>
            <p:cNvSpPr/>
            <p:nvPr/>
          </p:nvSpPr>
          <p:spPr>
            <a:xfrm>
              <a:off x="6574175" y="3515325"/>
              <a:ext cx="111975" cy="134775"/>
            </a:xfrm>
            <a:custGeom>
              <a:avLst/>
              <a:gdLst/>
              <a:ahLst/>
              <a:cxnLst/>
              <a:rect l="l" t="t" r="r" b="b"/>
              <a:pathLst>
                <a:path w="4479" h="5391" extrusionOk="0">
                  <a:moveTo>
                    <a:pt x="4462" y="1"/>
                  </a:moveTo>
                  <a:lnTo>
                    <a:pt x="4462" y="1"/>
                  </a:lnTo>
                  <a:cubicBezTo>
                    <a:pt x="4475" y="323"/>
                    <a:pt x="4449" y="639"/>
                    <a:pt x="4403" y="952"/>
                  </a:cubicBezTo>
                  <a:cubicBezTo>
                    <a:pt x="4354" y="1264"/>
                    <a:pt x="4278" y="1577"/>
                    <a:pt x="4173" y="1877"/>
                  </a:cubicBezTo>
                  <a:cubicBezTo>
                    <a:pt x="3969" y="2482"/>
                    <a:pt x="3656" y="3045"/>
                    <a:pt x="3248" y="3535"/>
                  </a:cubicBezTo>
                  <a:cubicBezTo>
                    <a:pt x="2840" y="4025"/>
                    <a:pt x="2343" y="4437"/>
                    <a:pt x="1793" y="4753"/>
                  </a:cubicBezTo>
                  <a:cubicBezTo>
                    <a:pt x="1517" y="4914"/>
                    <a:pt x="1224" y="5045"/>
                    <a:pt x="925" y="5151"/>
                  </a:cubicBezTo>
                  <a:cubicBezTo>
                    <a:pt x="625" y="5259"/>
                    <a:pt x="316" y="5335"/>
                    <a:pt x="0" y="5391"/>
                  </a:cubicBezTo>
                  <a:cubicBezTo>
                    <a:pt x="316" y="5348"/>
                    <a:pt x="629" y="5276"/>
                    <a:pt x="931" y="5177"/>
                  </a:cubicBezTo>
                  <a:cubicBezTo>
                    <a:pt x="1237" y="5075"/>
                    <a:pt x="1534" y="4947"/>
                    <a:pt x="1813" y="4789"/>
                  </a:cubicBezTo>
                  <a:cubicBezTo>
                    <a:pt x="2373" y="4483"/>
                    <a:pt x="2879" y="4065"/>
                    <a:pt x="3291" y="3571"/>
                  </a:cubicBezTo>
                  <a:cubicBezTo>
                    <a:pt x="3696" y="3074"/>
                    <a:pt x="4008" y="2502"/>
                    <a:pt x="4212" y="1893"/>
                  </a:cubicBezTo>
                  <a:cubicBezTo>
                    <a:pt x="4311" y="1590"/>
                    <a:pt x="4380" y="1278"/>
                    <a:pt x="4426" y="962"/>
                  </a:cubicBezTo>
                  <a:cubicBezTo>
                    <a:pt x="4466" y="643"/>
                    <a:pt x="4479" y="323"/>
                    <a:pt x="44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57" name="Google Shape;1768;p58">
              <a:extLst>
                <a:ext uri="{FF2B5EF4-FFF2-40B4-BE49-F238E27FC236}">
                  <a16:creationId xmlns:a16="http://schemas.microsoft.com/office/drawing/2014/main" id="{9463B7C2-337D-25B1-A940-3CCFA290626A}"/>
                </a:ext>
              </a:extLst>
            </p:cNvPr>
            <p:cNvSpPr/>
            <p:nvPr/>
          </p:nvSpPr>
          <p:spPr>
            <a:xfrm>
              <a:off x="6557950" y="3543150"/>
              <a:ext cx="74800" cy="88875"/>
            </a:xfrm>
            <a:custGeom>
              <a:avLst/>
              <a:gdLst/>
              <a:ahLst/>
              <a:cxnLst/>
              <a:rect l="l" t="t" r="r" b="b"/>
              <a:pathLst>
                <a:path w="2992" h="3555" extrusionOk="0">
                  <a:moveTo>
                    <a:pt x="2992" y="0"/>
                  </a:moveTo>
                  <a:cubicBezTo>
                    <a:pt x="2913" y="184"/>
                    <a:pt x="2837" y="365"/>
                    <a:pt x="2745" y="560"/>
                  </a:cubicBezTo>
                  <a:cubicBezTo>
                    <a:pt x="2663" y="741"/>
                    <a:pt x="2577" y="918"/>
                    <a:pt x="2482" y="1093"/>
                  </a:cubicBezTo>
                  <a:cubicBezTo>
                    <a:pt x="2298" y="1445"/>
                    <a:pt x="2090" y="1790"/>
                    <a:pt x="1850" y="2103"/>
                  </a:cubicBezTo>
                  <a:cubicBezTo>
                    <a:pt x="1610" y="2419"/>
                    <a:pt x="1334" y="2705"/>
                    <a:pt x="1027" y="2958"/>
                  </a:cubicBezTo>
                  <a:cubicBezTo>
                    <a:pt x="870" y="3080"/>
                    <a:pt x="708" y="3195"/>
                    <a:pt x="537" y="3294"/>
                  </a:cubicBezTo>
                  <a:cubicBezTo>
                    <a:pt x="369" y="3393"/>
                    <a:pt x="188" y="3478"/>
                    <a:pt x="1" y="3554"/>
                  </a:cubicBezTo>
                  <a:cubicBezTo>
                    <a:pt x="192" y="3492"/>
                    <a:pt x="376" y="3409"/>
                    <a:pt x="554" y="3314"/>
                  </a:cubicBezTo>
                  <a:cubicBezTo>
                    <a:pt x="731" y="3222"/>
                    <a:pt x="896" y="3110"/>
                    <a:pt x="1054" y="2985"/>
                  </a:cubicBezTo>
                  <a:cubicBezTo>
                    <a:pt x="1376" y="2738"/>
                    <a:pt x="1649" y="2448"/>
                    <a:pt x="1896" y="2129"/>
                  </a:cubicBezTo>
                  <a:cubicBezTo>
                    <a:pt x="2140" y="1810"/>
                    <a:pt x="2350" y="1464"/>
                    <a:pt x="2528" y="1106"/>
                  </a:cubicBezTo>
                  <a:cubicBezTo>
                    <a:pt x="2617" y="925"/>
                    <a:pt x="2699" y="744"/>
                    <a:pt x="2778" y="560"/>
                  </a:cubicBezTo>
                  <a:cubicBezTo>
                    <a:pt x="2854" y="375"/>
                    <a:pt x="2926" y="188"/>
                    <a:pt x="29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58" name="Google Shape;1769;p58">
              <a:extLst>
                <a:ext uri="{FF2B5EF4-FFF2-40B4-BE49-F238E27FC236}">
                  <a16:creationId xmlns:a16="http://schemas.microsoft.com/office/drawing/2014/main" id="{BB6B4A8E-D682-2AF1-29B6-948CB7260BC1}"/>
                </a:ext>
              </a:extLst>
            </p:cNvPr>
            <p:cNvSpPr/>
            <p:nvPr/>
          </p:nvSpPr>
          <p:spPr>
            <a:xfrm>
              <a:off x="6957700" y="3885450"/>
              <a:ext cx="23125" cy="83275"/>
            </a:xfrm>
            <a:custGeom>
              <a:avLst/>
              <a:gdLst/>
              <a:ahLst/>
              <a:cxnLst/>
              <a:rect l="l" t="t" r="r" b="b"/>
              <a:pathLst>
                <a:path w="925" h="3331" extrusionOk="0">
                  <a:moveTo>
                    <a:pt x="0" y="1"/>
                  </a:moveTo>
                  <a:lnTo>
                    <a:pt x="0" y="1"/>
                  </a:lnTo>
                  <a:cubicBezTo>
                    <a:pt x="33" y="142"/>
                    <a:pt x="69" y="280"/>
                    <a:pt x="102" y="422"/>
                  </a:cubicBezTo>
                  <a:lnTo>
                    <a:pt x="211" y="840"/>
                  </a:lnTo>
                  <a:cubicBezTo>
                    <a:pt x="283" y="1119"/>
                    <a:pt x="362" y="1396"/>
                    <a:pt x="438" y="1676"/>
                  </a:cubicBezTo>
                  <a:cubicBezTo>
                    <a:pt x="520" y="1949"/>
                    <a:pt x="593" y="2232"/>
                    <a:pt x="675" y="2505"/>
                  </a:cubicBezTo>
                  <a:lnTo>
                    <a:pt x="800" y="2919"/>
                  </a:lnTo>
                  <a:cubicBezTo>
                    <a:pt x="839" y="3058"/>
                    <a:pt x="882" y="3196"/>
                    <a:pt x="925" y="3331"/>
                  </a:cubicBezTo>
                  <a:cubicBezTo>
                    <a:pt x="892" y="3193"/>
                    <a:pt x="856" y="3054"/>
                    <a:pt x="823" y="2913"/>
                  </a:cubicBezTo>
                  <a:lnTo>
                    <a:pt x="718" y="2495"/>
                  </a:lnTo>
                  <a:cubicBezTo>
                    <a:pt x="642" y="2212"/>
                    <a:pt x="563" y="1939"/>
                    <a:pt x="491" y="1659"/>
                  </a:cubicBezTo>
                  <a:cubicBezTo>
                    <a:pt x="408" y="1383"/>
                    <a:pt x="333" y="1103"/>
                    <a:pt x="250" y="827"/>
                  </a:cubicBezTo>
                  <a:lnTo>
                    <a:pt x="129" y="412"/>
                  </a:lnTo>
                  <a:cubicBezTo>
                    <a:pt x="86" y="277"/>
                    <a:pt x="46" y="136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59" name="Google Shape;1770;p58">
              <a:extLst>
                <a:ext uri="{FF2B5EF4-FFF2-40B4-BE49-F238E27FC236}">
                  <a16:creationId xmlns:a16="http://schemas.microsoft.com/office/drawing/2014/main" id="{68CD75F1-B486-6DFE-59C6-FE24984796C1}"/>
                </a:ext>
              </a:extLst>
            </p:cNvPr>
            <p:cNvSpPr/>
            <p:nvPr/>
          </p:nvSpPr>
          <p:spPr>
            <a:xfrm>
              <a:off x="6905300" y="3921150"/>
              <a:ext cx="33825" cy="138725"/>
            </a:xfrm>
            <a:custGeom>
              <a:avLst/>
              <a:gdLst/>
              <a:ahLst/>
              <a:cxnLst/>
              <a:rect l="l" t="t" r="r" b="b"/>
              <a:pathLst>
                <a:path w="1353" h="5549" extrusionOk="0">
                  <a:moveTo>
                    <a:pt x="0" y="1"/>
                  </a:moveTo>
                  <a:lnTo>
                    <a:pt x="0" y="1"/>
                  </a:lnTo>
                  <a:cubicBezTo>
                    <a:pt x="49" y="234"/>
                    <a:pt x="102" y="465"/>
                    <a:pt x="158" y="695"/>
                  </a:cubicBezTo>
                  <a:lnTo>
                    <a:pt x="319" y="1389"/>
                  </a:lnTo>
                  <a:cubicBezTo>
                    <a:pt x="428" y="1857"/>
                    <a:pt x="536" y="2317"/>
                    <a:pt x="648" y="2781"/>
                  </a:cubicBezTo>
                  <a:cubicBezTo>
                    <a:pt x="764" y="3242"/>
                    <a:pt x="879" y="3706"/>
                    <a:pt x="994" y="4167"/>
                  </a:cubicBezTo>
                  <a:lnTo>
                    <a:pt x="1172" y="4858"/>
                  </a:lnTo>
                  <a:cubicBezTo>
                    <a:pt x="1234" y="5088"/>
                    <a:pt x="1290" y="5318"/>
                    <a:pt x="1353" y="5549"/>
                  </a:cubicBezTo>
                  <a:cubicBezTo>
                    <a:pt x="1303" y="5318"/>
                    <a:pt x="1247" y="5085"/>
                    <a:pt x="1195" y="4854"/>
                  </a:cubicBezTo>
                  <a:lnTo>
                    <a:pt x="1037" y="4160"/>
                  </a:lnTo>
                  <a:cubicBezTo>
                    <a:pt x="925" y="3693"/>
                    <a:pt x="813" y="3232"/>
                    <a:pt x="701" y="2768"/>
                  </a:cubicBezTo>
                  <a:cubicBezTo>
                    <a:pt x="586" y="2307"/>
                    <a:pt x="471" y="1844"/>
                    <a:pt x="355" y="1383"/>
                  </a:cubicBezTo>
                  <a:lnTo>
                    <a:pt x="178" y="692"/>
                  </a:lnTo>
                  <a:cubicBezTo>
                    <a:pt x="119" y="461"/>
                    <a:pt x="59" y="23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60" name="Google Shape;1771;p58">
              <a:extLst>
                <a:ext uri="{FF2B5EF4-FFF2-40B4-BE49-F238E27FC236}">
                  <a16:creationId xmlns:a16="http://schemas.microsoft.com/office/drawing/2014/main" id="{8D4CA8A3-65F5-F700-1788-0534910C161C}"/>
                </a:ext>
              </a:extLst>
            </p:cNvPr>
            <p:cNvSpPr/>
            <p:nvPr/>
          </p:nvSpPr>
          <p:spPr>
            <a:xfrm>
              <a:off x="6863825" y="3968875"/>
              <a:ext cx="10650" cy="49875"/>
            </a:xfrm>
            <a:custGeom>
              <a:avLst/>
              <a:gdLst/>
              <a:ahLst/>
              <a:cxnLst/>
              <a:rect l="l" t="t" r="r" b="b"/>
              <a:pathLst>
                <a:path w="426" h="1995" extrusionOk="0">
                  <a:moveTo>
                    <a:pt x="1" y="0"/>
                  </a:moveTo>
                  <a:cubicBezTo>
                    <a:pt x="57" y="336"/>
                    <a:pt x="129" y="672"/>
                    <a:pt x="201" y="1001"/>
                  </a:cubicBezTo>
                  <a:cubicBezTo>
                    <a:pt x="270" y="1333"/>
                    <a:pt x="343" y="1665"/>
                    <a:pt x="425" y="1994"/>
                  </a:cubicBezTo>
                  <a:cubicBezTo>
                    <a:pt x="386" y="1652"/>
                    <a:pt x="326" y="1320"/>
                    <a:pt x="254" y="988"/>
                  </a:cubicBezTo>
                  <a:cubicBezTo>
                    <a:pt x="185" y="655"/>
                    <a:pt x="103" y="326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61" name="Google Shape;1772;p58">
              <a:extLst>
                <a:ext uri="{FF2B5EF4-FFF2-40B4-BE49-F238E27FC236}">
                  <a16:creationId xmlns:a16="http://schemas.microsoft.com/office/drawing/2014/main" id="{65251BE2-2760-9546-CA65-258FDB5250E6}"/>
                </a:ext>
              </a:extLst>
            </p:cNvPr>
            <p:cNvSpPr/>
            <p:nvPr/>
          </p:nvSpPr>
          <p:spPr>
            <a:xfrm>
              <a:off x="6611025" y="3971750"/>
              <a:ext cx="17625" cy="78675"/>
            </a:xfrm>
            <a:custGeom>
              <a:avLst/>
              <a:gdLst/>
              <a:ahLst/>
              <a:cxnLst/>
              <a:rect l="l" t="t" r="r" b="b"/>
              <a:pathLst>
                <a:path w="705" h="3147" extrusionOk="0">
                  <a:moveTo>
                    <a:pt x="704" y="0"/>
                  </a:moveTo>
                  <a:lnTo>
                    <a:pt x="704" y="0"/>
                  </a:lnTo>
                  <a:cubicBezTo>
                    <a:pt x="672" y="132"/>
                    <a:pt x="639" y="260"/>
                    <a:pt x="602" y="392"/>
                  </a:cubicBezTo>
                  <a:lnTo>
                    <a:pt x="507" y="780"/>
                  </a:lnTo>
                  <a:cubicBezTo>
                    <a:pt x="445" y="1040"/>
                    <a:pt x="389" y="1304"/>
                    <a:pt x="326" y="1567"/>
                  </a:cubicBezTo>
                  <a:cubicBezTo>
                    <a:pt x="273" y="1830"/>
                    <a:pt x="211" y="2093"/>
                    <a:pt x="158" y="2357"/>
                  </a:cubicBezTo>
                  <a:lnTo>
                    <a:pt x="76" y="2751"/>
                  </a:lnTo>
                  <a:lnTo>
                    <a:pt x="0" y="3146"/>
                  </a:lnTo>
                  <a:cubicBezTo>
                    <a:pt x="36" y="3015"/>
                    <a:pt x="69" y="2886"/>
                    <a:pt x="102" y="2755"/>
                  </a:cubicBezTo>
                  <a:lnTo>
                    <a:pt x="198" y="2363"/>
                  </a:lnTo>
                  <a:cubicBezTo>
                    <a:pt x="260" y="2107"/>
                    <a:pt x="316" y="1843"/>
                    <a:pt x="379" y="1580"/>
                  </a:cubicBezTo>
                  <a:cubicBezTo>
                    <a:pt x="431" y="1317"/>
                    <a:pt x="494" y="1054"/>
                    <a:pt x="550" y="790"/>
                  </a:cubicBezTo>
                  <a:lnTo>
                    <a:pt x="632" y="395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62" name="Google Shape;1773;p58">
              <a:extLst>
                <a:ext uri="{FF2B5EF4-FFF2-40B4-BE49-F238E27FC236}">
                  <a16:creationId xmlns:a16="http://schemas.microsoft.com/office/drawing/2014/main" id="{5B73D942-78C9-5D95-73DA-4B21D0A6194F}"/>
                </a:ext>
              </a:extLst>
            </p:cNvPr>
            <p:cNvSpPr/>
            <p:nvPr/>
          </p:nvSpPr>
          <p:spPr>
            <a:xfrm>
              <a:off x="6553025" y="3921900"/>
              <a:ext cx="17300" cy="69950"/>
            </a:xfrm>
            <a:custGeom>
              <a:avLst/>
              <a:gdLst/>
              <a:ahLst/>
              <a:cxnLst/>
              <a:rect l="l" t="t" r="r" b="b"/>
              <a:pathLst>
                <a:path w="692" h="2798" extrusionOk="0">
                  <a:moveTo>
                    <a:pt x="691" y="0"/>
                  </a:moveTo>
                  <a:lnTo>
                    <a:pt x="524" y="698"/>
                  </a:lnTo>
                  <a:cubicBezTo>
                    <a:pt x="464" y="928"/>
                    <a:pt x="412" y="1162"/>
                    <a:pt x="356" y="1399"/>
                  </a:cubicBezTo>
                  <a:cubicBezTo>
                    <a:pt x="297" y="1633"/>
                    <a:pt x="234" y="1863"/>
                    <a:pt x="178" y="2097"/>
                  </a:cubicBezTo>
                  <a:lnTo>
                    <a:pt x="0" y="2797"/>
                  </a:lnTo>
                  <a:cubicBezTo>
                    <a:pt x="43" y="2686"/>
                    <a:pt x="79" y="2570"/>
                    <a:pt x="116" y="2455"/>
                  </a:cubicBezTo>
                  <a:cubicBezTo>
                    <a:pt x="155" y="2340"/>
                    <a:pt x="191" y="2225"/>
                    <a:pt x="224" y="2110"/>
                  </a:cubicBezTo>
                  <a:cubicBezTo>
                    <a:pt x="293" y="1879"/>
                    <a:pt x="356" y="1649"/>
                    <a:pt x="412" y="1412"/>
                  </a:cubicBezTo>
                  <a:cubicBezTo>
                    <a:pt x="471" y="1178"/>
                    <a:pt x="524" y="945"/>
                    <a:pt x="570" y="711"/>
                  </a:cubicBezTo>
                  <a:cubicBezTo>
                    <a:pt x="589" y="596"/>
                    <a:pt x="616" y="477"/>
                    <a:pt x="635" y="356"/>
                  </a:cubicBezTo>
                  <a:cubicBezTo>
                    <a:pt x="655" y="237"/>
                    <a:pt x="675" y="119"/>
                    <a:pt x="6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63" name="Google Shape;1774;p58">
              <a:extLst>
                <a:ext uri="{FF2B5EF4-FFF2-40B4-BE49-F238E27FC236}">
                  <a16:creationId xmlns:a16="http://schemas.microsoft.com/office/drawing/2014/main" id="{73CC434D-A1EF-28C7-9A2F-B534BD32203A}"/>
                </a:ext>
              </a:extLst>
            </p:cNvPr>
            <p:cNvSpPr/>
            <p:nvPr/>
          </p:nvSpPr>
          <p:spPr>
            <a:xfrm>
              <a:off x="6489675" y="3741475"/>
              <a:ext cx="46250" cy="208175"/>
            </a:xfrm>
            <a:custGeom>
              <a:avLst/>
              <a:gdLst/>
              <a:ahLst/>
              <a:cxnLst/>
              <a:rect l="l" t="t" r="r" b="b"/>
              <a:pathLst>
                <a:path w="1850" h="8327" extrusionOk="0">
                  <a:moveTo>
                    <a:pt x="1850" y="1"/>
                  </a:moveTo>
                  <a:lnTo>
                    <a:pt x="1636" y="1037"/>
                  </a:lnTo>
                  <a:lnTo>
                    <a:pt x="1412" y="2084"/>
                  </a:lnTo>
                  <a:cubicBezTo>
                    <a:pt x="1261" y="2778"/>
                    <a:pt x="1113" y="3473"/>
                    <a:pt x="955" y="4167"/>
                  </a:cubicBezTo>
                  <a:cubicBezTo>
                    <a:pt x="803" y="4865"/>
                    <a:pt x="649" y="5559"/>
                    <a:pt x="488" y="6250"/>
                  </a:cubicBezTo>
                  <a:lnTo>
                    <a:pt x="1" y="8326"/>
                  </a:lnTo>
                  <a:cubicBezTo>
                    <a:pt x="96" y="7981"/>
                    <a:pt x="182" y="7639"/>
                    <a:pt x="274" y="7293"/>
                  </a:cubicBezTo>
                  <a:lnTo>
                    <a:pt x="527" y="6256"/>
                  </a:lnTo>
                  <a:cubicBezTo>
                    <a:pt x="692" y="5565"/>
                    <a:pt x="853" y="4874"/>
                    <a:pt x="1011" y="4180"/>
                  </a:cubicBezTo>
                  <a:cubicBezTo>
                    <a:pt x="1159" y="3489"/>
                    <a:pt x="1310" y="2791"/>
                    <a:pt x="1448" y="2094"/>
                  </a:cubicBezTo>
                  <a:lnTo>
                    <a:pt x="1656" y="1051"/>
                  </a:lnTo>
                  <a:lnTo>
                    <a:pt x="185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600" name="Google Shape;1775;p58">
              <a:extLst>
                <a:ext uri="{FF2B5EF4-FFF2-40B4-BE49-F238E27FC236}">
                  <a16:creationId xmlns:a16="http://schemas.microsoft.com/office/drawing/2014/main" id="{5005CE7B-E0FA-9E65-3F53-0ABB1A53D389}"/>
                </a:ext>
              </a:extLst>
            </p:cNvPr>
            <p:cNvSpPr/>
            <p:nvPr/>
          </p:nvSpPr>
          <p:spPr>
            <a:xfrm>
              <a:off x="5906725" y="3494600"/>
              <a:ext cx="503000" cy="458250"/>
            </a:xfrm>
            <a:custGeom>
              <a:avLst/>
              <a:gdLst/>
              <a:ahLst/>
              <a:cxnLst/>
              <a:rect l="l" t="t" r="r" b="b"/>
              <a:pathLst>
                <a:path w="20120" h="18330" extrusionOk="0">
                  <a:moveTo>
                    <a:pt x="10059" y="1"/>
                  </a:moveTo>
                  <a:cubicBezTo>
                    <a:pt x="7713" y="1"/>
                    <a:pt x="5368" y="896"/>
                    <a:pt x="3578" y="2686"/>
                  </a:cubicBezTo>
                  <a:cubicBezTo>
                    <a:pt x="1" y="6263"/>
                    <a:pt x="1" y="12067"/>
                    <a:pt x="3578" y="15644"/>
                  </a:cubicBezTo>
                  <a:cubicBezTo>
                    <a:pt x="5368" y="17435"/>
                    <a:pt x="7713" y="18330"/>
                    <a:pt x="10059" y="18330"/>
                  </a:cubicBezTo>
                  <a:cubicBezTo>
                    <a:pt x="12404" y="18330"/>
                    <a:pt x="14750" y="17435"/>
                    <a:pt x="16540" y="15644"/>
                  </a:cubicBezTo>
                  <a:cubicBezTo>
                    <a:pt x="20120" y="12067"/>
                    <a:pt x="20120" y="6263"/>
                    <a:pt x="16540" y="2686"/>
                  </a:cubicBezTo>
                  <a:cubicBezTo>
                    <a:pt x="14750" y="896"/>
                    <a:pt x="12404" y="1"/>
                    <a:pt x="100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601" name="Google Shape;1776;p58">
              <a:extLst>
                <a:ext uri="{FF2B5EF4-FFF2-40B4-BE49-F238E27FC236}">
                  <a16:creationId xmlns:a16="http://schemas.microsoft.com/office/drawing/2014/main" id="{6B340D5A-4C43-2792-D662-44BE29FC7F95}"/>
                </a:ext>
              </a:extLst>
            </p:cNvPr>
            <p:cNvSpPr/>
            <p:nvPr/>
          </p:nvSpPr>
          <p:spPr>
            <a:xfrm>
              <a:off x="6355750" y="3790425"/>
              <a:ext cx="87875" cy="56200"/>
            </a:xfrm>
            <a:custGeom>
              <a:avLst/>
              <a:gdLst/>
              <a:ahLst/>
              <a:cxnLst/>
              <a:rect l="l" t="t" r="r" b="b"/>
              <a:pathLst>
                <a:path w="3515" h="2248" extrusionOk="0">
                  <a:moveTo>
                    <a:pt x="0" y="1"/>
                  </a:moveTo>
                  <a:lnTo>
                    <a:pt x="56" y="1798"/>
                  </a:lnTo>
                  <a:cubicBezTo>
                    <a:pt x="796" y="2097"/>
                    <a:pt x="1593" y="2248"/>
                    <a:pt x="2390" y="2248"/>
                  </a:cubicBezTo>
                  <a:cubicBezTo>
                    <a:pt x="2767" y="2248"/>
                    <a:pt x="3144" y="2214"/>
                    <a:pt x="3515" y="2146"/>
                  </a:cubicBezTo>
                  <a:cubicBezTo>
                    <a:pt x="2205" y="1699"/>
                    <a:pt x="994" y="965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602" name="Google Shape;1777;p58">
              <a:extLst>
                <a:ext uri="{FF2B5EF4-FFF2-40B4-BE49-F238E27FC236}">
                  <a16:creationId xmlns:a16="http://schemas.microsoft.com/office/drawing/2014/main" id="{B7C341DF-C57B-A9BF-BA5F-4B24BE5F2CBD}"/>
                </a:ext>
              </a:extLst>
            </p:cNvPr>
            <p:cNvSpPr/>
            <p:nvPr/>
          </p:nvSpPr>
          <p:spPr>
            <a:xfrm>
              <a:off x="6162500" y="3540625"/>
              <a:ext cx="156825" cy="362200"/>
            </a:xfrm>
            <a:custGeom>
              <a:avLst/>
              <a:gdLst/>
              <a:ahLst/>
              <a:cxnLst/>
              <a:rect l="l" t="t" r="r" b="b"/>
              <a:pathLst>
                <a:path w="6273" h="14488" extrusionOk="0">
                  <a:moveTo>
                    <a:pt x="844" y="0"/>
                  </a:moveTo>
                  <a:cubicBezTo>
                    <a:pt x="815" y="0"/>
                    <a:pt x="786" y="2"/>
                    <a:pt x="757" y="6"/>
                  </a:cubicBezTo>
                  <a:cubicBezTo>
                    <a:pt x="333" y="65"/>
                    <a:pt x="30" y="447"/>
                    <a:pt x="30" y="874"/>
                  </a:cubicBezTo>
                  <a:lnTo>
                    <a:pt x="30" y="13363"/>
                  </a:lnTo>
                  <a:cubicBezTo>
                    <a:pt x="56" y="13616"/>
                    <a:pt x="0" y="14086"/>
                    <a:pt x="287" y="14369"/>
                  </a:cubicBezTo>
                  <a:cubicBezTo>
                    <a:pt x="356" y="14436"/>
                    <a:pt x="474" y="14462"/>
                    <a:pt x="608" y="14462"/>
                  </a:cubicBezTo>
                  <a:cubicBezTo>
                    <a:pt x="835" y="14462"/>
                    <a:pt x="1107" y="14387"/>
                    <a:pt x="1254" y="14317"/>
                  </a:cubicBezTo>
                  <a:cubicBezTo>
                    <a:pt x="1479" y="14434"/>
                    <a:pt x="1727" y="14488"/>
                    <a:pt x="1978" y="14488"/>
                  </a:cubicBezTo>
                  <a:cubicBezTo>
                    <a:pt x="2447" y="14488"/>
                    <a:pt x="2924" y="14298"/>
                    <a:pt x="3271" y="13975"/>
                  </a:cubicBezTo>
                  <a:cubicBezTo>
                    <a:pt x="3801" y="13478"/>
                    <a:pt x="4061" y="12708"/>
                    <a:pt x="4018" y="11984"/>
                  </a:cubicBezTo>
                  <a:cubicBezTo>
                    <a:pt x="4653" y="11651"/>
                    <a:pt x="5137" y="11046"/>
                    <a:pt x="5322" y="10355"/>
                  </a:cubicBezTo>
                  <a:cubicBezTo>
                    <a:pt x="5509" y="9664"/>
                    <a:pt x="5312" y="8723"/>
                    <a:pt x="4923" y="8117"/>
                  </a:cubicBezTo>
                  <a:cubicBezTo>
                    <a:pt x="5779" y="7584"/>
                    <a:pt x="6273" y="6521"/>
                    <a:pt x="6128" y="5527"/>
                  </a:cubicBezTo>
                  <a:cubicBezTo>
                    <a:pt x="5986" y="4530"/>
                    <a:pt x="5219" y="3652"/>
                    <a:pt x="4249" y="3375"/>
                  </a:cubicBezTo>
                  <a:cubicBezTo>
                    <a:pt x="4647" y="2684"/>
                    <a:pt x="4558" y="1746"/>
                    <a:pt x="4038" y="1141"/>
                  </a:cubicBezTo>
                  <a:cubicBezTo>
                    <a:pt x="3660" y="698"/>
                    <a:pt x="3016" y="429"/>
                    <a:pt x="2406" y="429"/>
                  </a:cubicBezTo>
                  <a:cubicBezTo>
                    <a:pt x="2183" y="429"/>
                    <a:pt x="1964" y="465"/>
                    <a:pt x="1764" y="542"/>
                  </a:cubicBezTo>
                  <a:cubicBezTo>
                    <a:pt x="1596" y="233"/>
                    <a:pt x="1258" y="19"/>
                    <a:pt x="905" y="2"/>
                  </a:cubicBezTo>
                  <a:cubicBezTo>
                    <a:pt x="885" y="1"/>
                    <a:pt x="865" y="0"/>
                    <a:pt x="8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603" name="Google Shape;1778;p58">
              <a:extLst>
                <a:ext uri="{FF2B5EF4-FFF2-40B4-BE49-F238E27FC236}">
                  <a16:creationId xmlns:a16="http://schemas.microsoft.com/office/drawing/2014/main" id="{749CF27D-6CA3-AF67-D0EB-FEDBA6992B05}"/>
                </a:ext>
              </a:extLst>
            </p:cNvPr>
            <p:cNvSpPr/>
            <p:nvPr/>
          </p:nvSpPr>
          <p:spPr>
            <a:xfrm>
              <a:off x="6178625" y="3595175"/>
              <a:ext cx="70450" cy="41025"/>
            </a:xfrm>
            <a:custGeom>
              <a:avLst/>
              <a:gdLst/>
              <a:ahLst/>
              <a:cxnLst/>
              <a:rect l="l" t="t" r="r" b="b"/>
              <a:pathLst>
                <a:path w="2818" h="1641" extrusionOk="0">
                  <a:moveTo>
                    <a:pt x="2621" y="1"/>
                  </a:moveTo>
                  <a:cubicBezTo>
                    <a:pt x="2490" y="1"/>
                    <a:pt x="2357" y="31"/>
                    <a:pt x="2235" y="81"/>
                  </a:cubicBezTo>
                  <a:cubicBezTo>
                    <a:pt x="2051" y="160"/>
                    <a:pt x="1886" y="279"/>
                    <a:pt x="1754" y="436"/>
                  </a:cubicBezTo>
                  <a:cubicBezTo>
                    <a:pt x="1626" y="591"/>
                    <a:pt x="1531" y="772"/>
                    <a:pt x="1465" y="963"/>
                  </a:cubicBezTo>
                  <a:cubicBezTo>
                    <a:pt x="1408" y="1124"/>
                    <a:pt x="1374" y="1292"/>
                    <a:pt x="1355" y="1462"/>
                  </a:cubicBezTo>
                  <a:lnTo>
                    <a:pt x="1355" y="1462"/>
                  </a:lnTo>
                  <a:cubicBezTo>
                    <a:pt x="1276" y="1392"/>
                    <a:pt x="1184" y="1337"/>
                    <a:pt x="1086" y="1299"/>
                  </a:cubicBezTo>
                  <a:cubicBezTo>
                    <a:pt x="965" y="1249"/>
                    <a:pt x="833" y="1226"/>
                    <a:pt x="701" y="1226"/>
                  </a:cubicBezTo>
                  <a:cubicBezTo>
                    <a:pt x="570" y="1226"/>
                    <a:pt x="438" y="1249"/>
                    <a:pt x="316" y="1299"/>
                  </a:cubicBezTo>
                  <a:cubicBezTo>
                    <a:pt x="198" y="1345"/>
                    <a:pt x="86" y="1420"/>
                    <a:pt x="0" y="1513"/>
                  </a:cubicBezTo>
                  <a:cubicBezTo>
                    <a:pt x="99" y="1427"/>
                    <a:pt x="211" y="1364"/>
                    <a:pt x="330" y="1328"/>
                  </a:cubicBezTo>
                  <a:cubicBezTo>
                    <a:pt x="431" y="1297"/>
                    <a:pt x="539" y="1281"/>
                    <a:pt x="647" y="1281"/>
                  </a:cubicBezTo>
                  <a:cubicBezTo>
                    <a:pt x="665" y="1281"/>
                    <a:pt x="683" y="1281"/>
                    <a:pt x="701" y="1282"/>
                  </a:cubicBezTo>
                  <a:cubicBezTo>
                    <a:pt x="823" y="1289"/>
                    <a:pt x="948" y="1315"/>
                    <a:pt x="1057" y="1364"/>
                  </a:cubicBezTo>
                  <a:cubicBezTo>
                    <a:pt x="1169" y="1414"/>
                    <a:pt x="1271" y="1486"/>
                    <a:pt x="1353" y="1575"/>
                  </a:cubicBezTo>
                  <a:lnTo>
                    <a:pt x="1415" y="1641"/>
                  </a:lnTo>
                  <a:lnTo>
                    <a:pt x="1425" y="1552"/>
                  </a:lnTo>
                  <a:cubicBezTo>
                    <a:pt x="1442" y="1358"/>
                    <a:pt x="1478" y="1164"/>
                    <a:pt x="1540" y="983"/>
                  </a:cubicBezTo>
                  <a:cubicBezTo>
                    <a:pt x="1600" y="802"/>
                    <a:pt x="1689" y="624"/>
                    <a:pt x="1807" y="476"/>
                  </a:cubicBezTo>
                  <a:cubicBezTo>
                    <a:pt x="1922" y="328"/>
                    <a:pt x="2077" y="206"/>
                    <a:pt x="2251" y="124"/>
                  </a:cubicBezTo>
                  <a:cubicBezTo>
                    <a:pt x="2337" y="81"/>
                    <a:pt x="2432" y="48"/>
                    <a:pt x="2528" y="32"/>
                  </a:cubicBezTo>
                  <a:cubicBezTo>
                    <a:pt x="2581" y="22"/>
                    <a:pt x="2637" y="17"/>
                    <a:pt x="2694" y="17"/>
                  </a:cubicBezTo>
                  <a:cubicBezTo>
                    <a:pt x="2735" y="17"/>
                    <a:pt x="2776" y="20"/>
                    <a:pt x="2817" y="25"/>
                  </a:cubicBezTo>
                  <a:cubicBezTo>
                    <a:pt x="2753" y="9"/>
                    <a:pt x="2687" y="1"/>
                    <a:pt x="26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604" name="Google Shape;1779;p58">
              <a:extLst>
                <a:ext uri="{FF2B5EF4-FFF2-40B4-BE49-F238E27FC236}">
                  <a16:creationId xmlns:a16="http://schemas.microsoft.com/office/drawing/2014/main" id="{06C052F7-CEDA-23A8-D430-241AA791F9A8}"/>
                </a:ext>
              </a:extLst>
            </p:cNvPr>
            <p:cNvSpPr/>
            <p:nvPr/>
          </p:nvSpPr>
          <p:spPr>
            <a:xfrm>
              <a:off x="6162825" y="3664075"/>
              <a:ext cx="90100" cy="127200"/>
            </a:xfrm>
            <a:custGeom>
              <a:avLst/>
              <a:gdLst/>
              <a:ahLst/>
              <a:cxnLst/>
              <a:rect l="l" t="t" r="r" b="b"/>
              <a:pathLst>
                <a:path w="3604" h="5088" extrusionOk="0">
                  <a:moveTo>
                    <a:pt x="211" y="0"/>
                  </a:moveTo>
                  <a:cubicBezTo>
                    <a:pt x="140" y="0"/>
                    <a:pt x="69" y="8"/>
                    <a:pt x="1" y="23"/>
                  </a:cubicBezTo>
                  <a:cubicBezTo>
                    <a:pt x="52" y="16"/>
                    <a:pt x="105" y="12"/>
                    <a:pt x="157" y="12"/>
                  </a:cubicBezTo>
                  <a:cubicBezTo>
                    <a:pt x="283" y="12"/>
                    <a:pt x="408" y="33"/>
                    <a:pt x="517" y="73"/>
                  </a:cubicBezTo>
                  <a:cubicBezTo>
                    <a:pt x="685" y="132"/>
                    <a:pt x="840" y="234"/>
                    <a:pt x="955" y="366"/>
                  </a:cubicBezTo>
                  <a:cubicBezTo>
                    <a:pt x="1185" y="629"/>
                    <a:pt x="1268" y="1020"/>
                    <a:pt x="1159" y="1350"/>
                  </a:cubicBezTo>
                  <a:lnTo>
                    <a:pt x="1146" y="1386"/>
                  </a:lnTo>
                  <a:lnTo>
                    <a:pt x="1185" y="1392"/>
                  </a:lnTo>
                  <a:cubicBezTo>
                    <a:pt x="1399" y="1448"/>
                    <a:pt x="1613" y="1498"/>
                    <a:pt x="1811" y="1583"/>
                  </a:cubicBezTo>
                  <a:cubicBezTo>
                    <a:pt x="1909" y="1623"/>
                    <a:pt x="2001" y="1672"/>
                    <a:pt x="2090" y="1735"/>
                  </a:cubicBezTo>
                  <a:cubicBezTo>
                    <a:pt x="2176" y="1797"/>
                    <a:pt x="2255" y="1869"/>
                    <a:pt x="2321" y="1952"/>
                  </a:cubicBezTo>
                  <a:cubicBezTo>
                    <a:pt x="2452" y="2116"/>
                    <a:pt x="2525" y="2330"/>
                    <a:pt x="2492" y="2537"/>
                  </a:cubicBezTo>
                  <a:cubicBezTo>
                    <a:pt x="2479" y="2640"/>
                    <a:pt x="2442" y="2738"/>
                    <a:pt x="2396" y="2837"/>
                  </a:cubicBezTo>
                  <a:cubicBezTo>
                    <a:pt x="2353" y="2936"/>
                    <a:pt x="2298" y="3028"/>
                    <a:pt x="2242" y="3120"/>
                  </a:cubicBezTo>
                  <a:lnTo>
                    <a:pt x="2209" y="3176"/>
                  </a:lnTo>
                  <a:lnTo>
                    <a:pt x="2271" y="3179"/>
                  </a:lnTo>
                  <a:cubicBezTo>
                    <a:pt x="2485" y="3192"/>
                    <a:pt x="2699" y="3261"/>
                    <a:pt x="2883" y="3373"/>
                  </a:cubicBezTo>
                  <a:cubicBezTo>
                    <a:pt x="3068" y="3482"/>
                    <a:pt x="3232" y="3637"/>
                    <a:pt x="3347" y="3821"/>
                  </a:cubicBezTo>
                  <a:cubicBezTo>
                    <a:pt x="3466" y="4005"/>
                    <a:pt x="3538" y="4219"/>
                    <a:pt x="3558" y="4436"/>
                  </a:cubicBezTo>
                  <a:cubicBezTo>
                    <a:pt x="3578" y="4657"/>
                    <a:pt x="3548" y="4880"/>
                    <a:pt x="3472" y="5088"/>
                  </a:cubicBezTo>
                  <a:cubicBezTo>
                    <a:pt x="3564" y="4880"/>
                    <a:pt x="3604" y="4657"/>
                    <a:pt x="3591" y="4433"/>
                  </a:cubicBezTo>
                  <a:cubicBezTo>
                    <a:pt x="3578" y="4206"/>
                    <a:pt x="3512" y="3985"/>
                    <a:pt x="3397" y="3791"/>
                  </a:cubicBezTo>
                  <a:cubicBezTo>
                    <a:pt x="3281" y="3600"/>
                    <a:pt x="3117" y="3436"/>
                    <a:pt x="2923" y="3314"/>
                  </a:cubicBezTo>
                  <a:cubicBezTo>
                    <a:pt x="2746" y="3206"/>
                    <a:pt x="2547" y="3136"/>
                    <a:pt x="2341" y="3112"/>
                  </a:cubicBezTo>
                  <a:lnTo>
                    <a:pt x="2341" y="3112"/>
                  </a:lnTo>
                  <a:cubicBezTo>
                    <a:pt x="2387" y="3034"/>
                    <a:pt x="2435" y="2957"/>
                    <a:pt x="2475" y="2870"/>
                  </a:cubicBezTo>
                  <a:cubicBezTo>
                    <a:pt x="2521" y="2768"/>
                    <a:pt x="2561" y="2663"/>
                    <a:pt x="2577" y="2547"/>
                  </a:cubicBezTo>
                  <a:cubicBezTo>
                    <a:pt x="2590" y="2488"/>
                    <a:pt x="2590" y="2432"/>
                    <a:pt x="2587" y="2373"/>
                  </a:cubicBezTo>
                  <a:cubicBezTo>
                    <a:pt x="2581" y="2317"/>
                    <a:pt x="2571" y="2258"/>
                    <a:pt x="2554" y="2205"/>
                  </a:cubicBezTo>
                  <a:cubicBezTo>
                    <a:pt x="2521" y="2093"/>
                    <a:pt x="2459" y="1995"/>
                    <a:pt x="2390" y="1906"/>
                  </a:cubicBezTo>
                  <a:cubicBezTo>
                    <a:pt x="2317" y="1817"/>
                    <a:pt x="2235" y="1741"/>
                    <a:pt x="2143" y="1675"/>
                  </a:cubicBezTo>
                  <a:cubicBezTo>
                    <a:pt x="2047" y="1610"/>
                    <a:pt x="1949" y="1554"/>
                    <a:pt x="1847" y="1514"/>
                  </a:cubicBezTo>
                  <a:cubicBezTo>
                    <a:pt x="1651" y="1433"/>
                    <a:pt x="1447" y="1379"/>
                    <a:pt x="1245" y="1332"/>
                  </a:cubicBezTo>
                  <a:lnTo>
                    <a:pt x="1245" y="1332"/>
                  </a:lnTo>
                  <a:cubicBezTo>
                    <a:pt x="1333" y="983"/>
                    <a:pt x="1236" y="600"/>
                    <a:pt x="994" y="336"/>
                  </a:cubicBezTo>
                  <a:cubicBezTo>
                    <a:pt x="873" y="201"/>
                    <a:pt x="708" y="102"/>
                    <a:pt x="534" y="50"/>
                  </a:cubicBezTo>
                  <a:cubicBezTo>
                    <a:pt x="430" y="18"/>
                    <a:pt x="320" y="0"/>
                    <a:pt x="21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605" name="Google Shape;1780;p58">
              <a:extLst>
                <a:ext uri="{FF2B5EF4-FFF2-40B4-BE49-F238E27FC236}">
                  <a16:creationId xmlns:a16="http://schemas.microsoft.com/office/drawing/2014/main" id="{ABB68ECC-355D-39C6-D6DB-E87AEAC76D35}"/>
                </a:ext>
              </a:extLst>
            </p:cNvPr>
            <p:cNvSpPr/>
            <p:nvPr/>
          </p:nvSpPr>
          <p:spPr>
            <a:xfrm>
              <a:off x="6213425" y="3659925"/>
              <a:ext cx="100800" cy="27200"/>
            </a:xfrm>
            <a:custGeom>
              <a:avLst/>
              <a:gdLst/>
              <a:ahLst/>
              <a:cxnLst/>
              <a:rect l="l" t="t" r="r" b="b"/>
              <a:pathLst>
                <a:path w="4032" h="1088" extrusionOk="0">
                  <a:moveTo>
                    <a:pt x="92" y="1"/>
                  </a:moveTo>
                  <a:cubicBezTo>
                    <a:pt x="61" y="1"/>
                    <a:pt x="31" y="2"/>
                    <a:pt x="0" y="5"/>
                  </a:cubicBezTo>
                  <a:cubicBezTo>
                    <a:pt x="132" y="5"/>
                    <a:pt x="257" y="25"/>
                    <a:pt x="382" y="71"/>
                  </a:cubicBezTo>
                  <a:cubicBezTo>
                    <a:pt x="501" y="117"/>
                    <a:pt x="616" y="183"/>
                    <a:pt x="714" y="259"/>
                  </a:cubicBezTo>
                  <a:cubicBezTo>
                    <a:pt x="813" y="341"/>
                    <a:pt x="899" y="436"/>
                    <a:pt x="971" y="545"/>
                  </a:cubicBezTo>
                  <a:cubicBezTo>
                    <a:pt x="1040" y="650"/>
                    <a:pt x="1090" y="769"/>
                    <a:pt x="1113" y="894"/>
                  </a:cubicBezTo>
                  <a:lnTo>
                    <a:pt x="1129" y="976"/>
                  </a:lnTo>
                  <a:lnTo>
                    <a:pt x="1178" y="910"/>
                  </a:lnTo>
                  <a:cubicBezTo>
                    <a:pt x="1277" y="778"/>
                    <a:pt x="1415" y="670"/>
                    <a:pt x="1563" y="601"/>
                  </a:cubicBezTo>
                  <a:cubicBezTo>
                    <a:pt x="1690" y="542"/>
                    <a:pt x="1831" y="509"/>
                    <a:pt x="1972" y="509"/>
                  </a:cubicBezTo>
                  <a:cubicBezTo>
                    <a:pt x="1996" y="509"/>
                    <a:pt x="2020" y="510"/>
                    <a:pt x="2044" y="512"/>
                  </a:cubicBezTo>
                  <a:cubicBezTo>
                    <a:pt x="2208" y="525"/>
                    <a:pt x="2370" y="581"/>
                    <a:pt x="2508" y="673"/>
                  </a:cubicBezTo>
                  <a:cubicBezTo>
                    <a:pt x="2649" y="762"/>
                    <a:pt x="2765" y="887"/>
                    <a:pt x="2840" y="1035"/>
                  </a:cubicBezTo>
                  <a:lnTo>
                    <a:pt x="2870" y="1088"/>
                  </a:lnTo>
                  <a:lnTo>
                    <a:pt x="2903" y="1035"/>
                  </a:lnTo>
                  <a:cubicBezTo>
                    <a:pt x="3028" y="831"/>
                    <a:pt x="3192" y="660"/>
                    <a:pt x="3383" y="525"/>
                  </a:cubicBezTo>
                  <a:cubicBezTo>
                    <a:pt x="3482" y="453"/>
                    <a:pt x="3587" y="397"/>
                    <a:pt x="3693" y="347"/>
                  </a:cubicBezTo>
                  <a:cubicBezTo>
                    <a:pt x="3801" y="298"/>
                    <a:pt x="3916" y="262"/>
                    <a:pt x="4031" y="235"/>
                  </a:cubicBezTo>
                  <a:lnTo>
                    <a:pt x="4031" y="235"/>
                  </a:lnTo>
                  <a:cubicBezTo>
                    <a:pt x="3910" y="252"/>
                    <a:pt x="3791" y="282"/>
                    <a:pt x="3679" y="331"/>
                  </a:cubicBezTo>
                  <a:cubicBezTo>
                    <a:pt x="3564" y="370"/>
                    <a:pt x="3459" y="423"/>
                    <a:pt x="3357" y="489"/>
                  </a:cubicBezTo>
                  <a:cubicBezTo>
                    <a:pt x="3166" y="610"/>
                    <a:pt x="3001" y="767"/>
                    <a:pt x="2870" y="950"/>
                  </a:cubicBezTo>
                  <a:lnTo>
                    <a:pt x="2870" y="950"/>
                  </a:lnTo>
                  <a:cubicBezTo>
                    <a:pt x="2792" y="812"/>
                    <a:pt x="2682" y="691"/>
                    <a:pt x="2551" y="604"/>
                  </a:cubicBezTo>
                  <a:cubicBezTo>
                    <a:pt x="2403" y="505"/>
                    <a:pt x="2228" y="440"/>
                    <a:pt x="2047" y="430"/>
                  </a:cubicBezTo>
                  <a:cubicBezTo>
                    <a:pt x="2020" y="427"/>
                    <a:pt x="1993" y="426"/>
                    <a:pt x="1965" y="426"/>
                  </a:cubicBezTo>
                  <a:cubicBezTo>
                    <a:pt x="1812" y="426"/>
                    <a:pt x="1661" y="464"/>
                    <a:pt x="1524" y="528"/>
                  </a:cubicBezTo>
                  <a:cubicBezTo>
                    <a:pt x="1389" y="593"/>
                    <a:pt x="1263" y="689"/>
                    <a:pt x="1166" y="807"/>
                  </a:cubicBezTo>
                  <a:lnTo>
                    <a:pt x="1166" y="807"/>
                  </a:lnTo>
                  <a:cubicBezTo>
                    <a:pt x="1133" y="700"/>
                    <a:pt x="1083" y="600"/>
                    <a:pt x="1024" y="512"/>
                  </a:cubicBezTo>
                  <a:cubicBezTo>
                    <a:pt x="945" y="400"/>
                    <a:pt x="849" y="301"/>
                    <a:pt x="744" y="222"/>
                  </a:cubicBezTo>
                  <a:cubicBezTo>
                    <a:pt x="635" y="147"/>
                    <a:pt x="517" y="84"/>
                    <a:pt x="389" y="45"/>
                  </a:cubicBezTo>
                  <a:cubicBezTo>
                    <a:pt x="293" y="17"/>
                    <a:pt x="193" y="1"/>
                    <a:pt x="9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606" name="Google Shape;1781;p58">
              <a:extLst>
                <a:ext uri="{FF2B5EF4-FFF2-40B4-BE49-F238E27FC236}">
                  <a16:creationId xmlns:a16="http://schemas.microsoft.com/office/drawing/2014/main" id="{C16D162F-359B-41E8-9CCF-9C08331F7DAF}"/>
                </a:ext>
              </a:extLst>
            </p:cNvPr>
            <p:cNvSpPr/>
            <p:nvPr/>
          </p:nvSpPr>
          <p:spPr>
            <a:xfrm>
              <a:off x="6183475" y="3786150"/>
              <a:ext cx="76700" cy="82550"/>
            </a:xfrm>
            <a:custGeom>
              <a:avLst/>
              <a:gdLst/>
              <a:ahLst/>
              <a:cxnLst/>
              <a:rect l="l" t="t" r="r" b="b"/>
              <a:pathLst>
                <a:path w="3068" h="3302" extrusionOk="0">
                  <a:moveTo>
                    <a:pt x="1" y="1"/>
                  </a:moveTo>
                  <a:cubicBezTo>
                    <a:pt x="136" y="34"/>
                    <a:pt x="264" y="99"/>
                    <a:pt x="369" y="188"/>
                  </a:cubicBezTo>
                  <a:cubicBezTo>
                    <a:pt x="478" y="274"/>
                    <a:pt x="560" y="389"/>
                    <a:pt x="613" y="517"/>
                  </a:cubicBezTo>
                  <a:cubicBezTo>
                    <a:pt x="665" y="642"/>
                    <a:pt x="682" y="781"/>
                    <a:pt x="672" y="916"/>
                  </a:cubicBezTo>
                  <a:cubicBezTo>
                    <a:pt x="659" y="1054"/>
                    <a:pt x="616" y="1185"/>
                    <a:pt x="544" y="1301"/>
                  </a:cubicBezTo>
                  <a:lnTo>
                    <a:pt x="491" y="1383"/>
                  </a:lnTo>
                  <a:lnTo>
                    <a:pt x="583" y="1353"/>
                  </a:lnTo>
                  <a:cubicBezTo>
                    <a:pt x="653" y="1332"/>
                    <a:pt x="726" y="1322"/>
                    <a:pt x="799" y="1322"/>
                  </a:cubicBezTo>
                  <a:cubicBezTo>
                    <a:pt x="930" y="1322"/>
                    <a:pt x="1062" y="1353"/>
                    <a:pt x="1182" y="1406"/>
                  </a:cubicBezTo>
                  <a:cubicBezTo>
                    <a:pt x="1370" y="1488"/>
                    <a:pt x="1531" y="1630"/>
                    <a:pt x="1643" y="1801"/>
                  </a:cubicBezTo>
                  <a:cubicBezTo>
                    <a:pt x="1751" y="1975"/>
                    <a:pt x="1814" y="2179"/>
                    <a:pt x="1840" y="2386"/>
                  </a:cubicBezTo>
                  <a:cubicBezTo>
                    <a:pt x="1860" y="2594"/>
                    <a:pt x="1843" y="2804"/>
                    <a:pt x="1797" y="3012"/>
                  </a:cubicBezTo>
                  <a:lnTo>
                    <a:pt x="1784" y="3054"/>
                  </a:lnTo>
                  <a:lnTo>
                    <a:pt x="1784" y="3054"/>
                  </a:lnTo>
                  <a:lnTo>
                    <a:pt x="1830" y="3048"/>
                  </a:lnTo>
                  <a:cubicBezTo>
                    <a:pt x="2003" y="3020"/>
                    <a:pt x="2174" y="2990"/>
                    <a:pt x="2346" y="2990"/>
                  </a:cubicBezTo>
                  <a:cubicBezTo>
                    <a:pt x="2397" y="2990"/>
                    <a:pt x="2447" y="2993"/>
                    <a:pt x="2498" y="2999"/>
                  </a:cubicBezTo>
                  <a:cubicBezTo>
                    <a:pt x="2604" y="3012"/>
                    <a:pt x="2715" y="3038"/>
                    <a:pt x="2814" y="3087"/>
                  </a:cubicBezTo>
                  <a:cubicBezTo>
                    <a:pt x="2913" y="3137"/>
                    <a:pt x="3002" y="3209"/>
                    <a:pt x="3068" y="3301"/>
                  </a:cubicBezTo>
                  <a:cubicBezTo>
                    <a:pt x="3012" y="3209"/>
                    <a:pt x="2919" y="3127"/>
                    <a:pt x="2827" y="3081"/>
                  </a:cubicBezTo>
                  <a:cubicBezTo>
                    <a:pt x="2722" y="3022"/>
                    <a:pt x="2617" y="2985"/>
                    <a:pt x="2502" y="2969"/>
                  </a:cubicBezTo>
                  <a:cubicBezTo>
                    <a:pt x="2431" y="2956"/>
                    <a:pt x="2358" y="2952"/>
                    <a:pt x="2286" y="2952"/>
                  </a:cubicBezTo>
                  <a:cubicBezTo>
                    <a:pt x="2244" y="2952"/>
                    <a:pt x="2201" y="2953"/>
                    <a:pt x="2159" y="2956"/>
                  </a:cubicBezTo>
                  <a:cubicBezTo>
                    <a:pt x="2063" y="2959"/>
                    <a:pt x="1965" y="2971"/>
                    <a:pt x="1870" y="2987"/>
                  </a:cubicBezTo>
                  <a:lnTo>
                    <a:pt x="1870" y="2987"/>
                  </a:lnTo>
                  <a:cubicBezTo>
                    <a:pt x="1915" y="2790"/>
                    <a:pt x="1931" y="2588"/>
                    <a:pt x="1912" y="2386"/>
                  </a:cubicBezTo>
                  <a:cubicBezTo>
                    <a:pt x="1896" y="2166"/>
                    <a:pt x="1830" y="1949"/>
                    <a:pt x="1712" y="1765"/>
                  </a:cubicBezTo>
                  <a:cubicBezTo>
                    <a:pt x="1593" y="1574"/>
                    <a:pt x="1416" y="1426"/>
                    <a:pt x="1215" y="1337"/>
                  </a:cubicBezTo>
                  <a:cubicBezTo>
                    <a:pt x="1089" y="1280"/>
                    <a:pt x="953" y="1248"/>
                    <a:pt x="816" y="1248"/>
                  </a:cubicBezTo>
                  <a:cubicBezTo>
                    <a:pt x="759" y="1248"/>
                    <a:pt x="701" y="1254"/>
                    <a:pt x="644" y="1266"/>
                  </a:cubicBezTo>
                  <a:lnTo>
                    <a:pt x="644" y="1266"/>
                  </a:lnTo>
                  <a:cubicBezTo>
                    <a:pt x="694" y="1158"/>
                    <a:pt x="726" y="1043"/>
                    <a:pt x="731" y="925"/>
                  </a:cubicBezTo>
                  <a:cubicBezTo>
                    <a:pt x="741" y="781"/>
                    <a:pt x="715" y="633"/>
                    <a:pt x="655" y="501"/>
                  </a:cubicBezTo>
                  <a:cubicBezTo>
                    <a:pt x="596" y="369"/>
                    <a:pt x="501" y="254"/>
                    <a:pt x="386" y="169"/>
                  </a:cubicBezTo>
                  <a:cubicBezTo>
                    <a:pt x="270" y="83"/>
                    <a:pt x="139" y="20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607" name="Google Shape;1782;p58">
              <a:extLst>
                <a:ext uri="{FF2B5EF4-FFF2-40B4-BE49-F238E27FC236}">
                  <a16:creationId xmlns:a16="http://schemas.microsoft.com/office/drawing/2014/main" id="{E803A79A-648F-39FC-EC9D-F93571AADDC3}"/>
                </a:ext>
              </a:extLst>
            </p:cNvPr>
            <p:cNvSpPr/>
            <p:nvPr/>
          </p:nvSpPr>
          <p:spPr>
            <a:xfrm>
              <a:off x="6164875" y="3837725"/>
              <a:ext cx="40425" cy="47750"/>
            </a:xfrm>
            <a:custGeom>
              <a:avLst/>
              <a:gdLst/>
              <a:ahLst/>
              <a:cxnLst/>
              <a:rect l="l" t="t" r="r" b="b"/>
              <a:pathLst>
                <a:path w="1617" h="1910" extrusionOk="0">
                  <a:moveTo>
                    <a:pt x="1" y="1"/>
                  </a:moveTo>
                  <a:cubicBezTo>
                    <a:pt x="103" y="21"/>
                    <a:pt x="202" y="60"/>
                    <a:pt x="287" y="113"/>
                  </a:cubicBezTo>
                  <a:cubicBezTo>
                    <a:pt x="373" y="166"/>
                    <a:pt x="452" y="235"/>
                    <a:pt x="508" y="317"/>
                  </a:cubicBezTo>
                  <a:cubicBezTo>
                    <a:pt x="629" y="481"/>
                    <a:pt x="672" y="692"/>
                    <a:pt x="639" y="889"/>
                  </a:cubicBezTo>
                  <a:lnTo>
                    <a:pt x="633" y="932"/>
                  </a:lnTo>
                  <a:lnTo>
                    <a:pt x="672" y="939"/>
                  </a:lnTo>
                  <a:cubicBezTo>
                    <a:pt x="797" y="959"/>
                    <a:pt x="916" y="988"/>
                    <a:pt x="1031" y="1038"/>
                  </a:cubicBezTo>
                  <a:cubicBezTo>
                    <a:pt x="1146" y="1084"/>
                    <a:pt x="1255" y="1146"/>
                    <a:pt x="1343" y="1232"/>
                  </a:cubicBezTo>
                  <a:cubicBezTo>
                    <a:pt x="1436" y="1317"/>
                    <a:pt x="1501" y="1419"/>
                    <a:pt x="1541" y="1541"/>
                  </a:cubicBezTo>
                  <a:cubicBezTo>
                    <a:pt x="1584" y="1656"/>
                    <a:pt x="1590" y="1788"/>
                    <a:pt x="1554" y="1910"/>
                  </a:cubicBezTo>
                  <a:cubicBezTo>
                    <a:pt x="1613" y="1794"/>
                    <a:pt x="1617" y="1656"/>
                    <a:pt x="1587" y="1528"/>
                  </a:cubicBezTo>
                  <a:cubicBezTo>
                    <a:pt x="1557" y="1400"/>
                    <a:pt x="1492" y="1278"/>
                    <a:pt x="1396" y="1182"/>
                  </a:cubicBezTo>
                  <a:cubicBezTo>
                    <a:pt x="1304" y="1084"/>
                    <a:pt x="1189" y="1015"/>
                    <a:pt x="1067" y="959"/>
                  </a:cubicBezTo>
                  <a:cubicBezTo>
                    <a:pt x="958" y="914"/>
                    <a:pt x="844" y="883"/>
                    <a:pt x="729" y="863"/>
                  </a:cubicBezTo>
                  <a:lnTo>
                    <a:pt x="729" y="863"/>
                  </a:lnTo>
                  <a:cubicBezTo>
                    <a:pt x="756" y="656"/>
                    <a:pt x="693" y="444"/>
                    <a:pt x="564" y="281"/>
                  </a:cubicBezTo>
                  <a:cubicBezTo>
                    <a:pt x="494" y="195"/>
                    <a:pt x="406" y="129"/>
                    <a:pt x="307" y="80"/>
                  </a:cubicBezTo>
                  <a:cubicBezTo>
                    <a:pt x="208" y="31"/>
                    <a:pt x="106" y="1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692" name="Google Shape;1783;p58">
              <a:extLst>
                <a:ext uri="{FF2B5EF4-FFF2-40B4-BE49-F238E27FC236}">
                  <a16:creationId xmlns:a16="http://schemas.microsoft.com/office/drawing/2014/main" id="{AE5446AD-6494-D94D-B7FB-FA7180FEA868}"/>
                </a:ext>
              </a:extLst>
            </p:cNvPr>
            <p:cNvSpPr/>
            <p:nvPr/>
          </p:nvSpPr>
          <p:spPr>
            <a:xfrm>
              <a:off x="6163900" y="3574700"/>
              <a:ext cx="51850" cy="17000"/>
            </a:xfrm>
            <a:custGeom>
              <a:avLst/>
              <a:gdLst/>
              <a:ahLst/>
              <a:cxnLst/>
              <a:rect l="l" t="t" r="r" b="b"/>
              <a:pathLst>
                <a:path w="2074" h="680" extrusionOk="0">
                  <a:moveTo>
                    <a:pt x="1837" y="1"/>
                  </a:moveTo>
                  <a:cubicBezTo>
                    <a:pt x="1801" y="1"/>
                    <a:pt x="1765" y="3"/>
                    <a:pt x="1728" y="8"/>
                  </a:cubicBezTo>
                  <a:cubicBezTo>
                    <a:pt x="1613" y="25"/>
                    <a:pt x="1501" y="68"/>
                    <a:pt x="1402" y="123"/>
                  </a:cubicBezTo>
                  <a:cubicBezTo>
                    <a:pt x="1300" y="183"/>
                    <a:pt x="1211" y="255"/>
                    <a:pt x="1129" y="334"/>
                  </a:cubicBezTo>
                  <a:cubicBezTo>
                    <a:pt x="1061" y="400"/>
                    <a:pt x="994" y="470"/>
                    <a:pt x="930" y="539"/>
                  </a:cubicBezTo>
                  <a:lnTo>
                    <a:pt x="930" y="539"/>
                  </a:lnTo>
                  <a:cubicBezTo>
                    <a:pt x="838" y="389"/>
                    <a:pt x="705" y="262"/>
                    <a:pt x="553" y="176"/>
                  </a:cubicBezTo>
                  <a:cubicBezTo>
                    <a:pt x="471" y="127"/>
                    <a:pt x="379" y="91"/>
                    <a:pt x="283" y="68"/>
                  </a:cubicBezTo>
                  <a:cubicBezTo>
                    <a:pt x="203" y="47"/>
                    <a:pt x="120" y="37"/>
                    <a:pt x="36" y="37"/>
                  </a:cubicBezTo>
                  <a:cubicBezTo>
                    <a:pt x="24" y="37"/>
                    <a:pt x="12" y="38"/>
                    <a:pt x="0" y="38"/>
                  </a:cubicBezTo>
                  <a:cubicBezTo>
                    <a:pt x="96" y="51"/>
                    <a:pt x="185" y="71"/>
                    <a:pt x="274" y="104"/>
                  </a:cubicBezTo>
                  <a:cubicBezTo>
                    <a:pt x="359" y="137"/>
                    <a:pt x="441" y="183"/>
                    <a:pt x="520" y="232"/>
                  </a:cubicBezTo>
                  <a:cubicBezTo>
                    <a:pt x="672" y="334"/>
                    <a:pt x="803" y="469"/>
                    <a:pt x="889" y="630"/>
                  </a:cubicBezTo>
                  <a:lnTo>
                    <a:pt x="919" y="680"/>
                  </a:lnTo>
                  <a:lnTo>
                    <a:pt x="958" y="637"/>
                  </a:lnTo>
                  <a:cubicBezTo>
                    <a:pt x="1037" y="555"/>
                    <a:pt x="1113" y="472"/>
                    <a:pt x="1192" y="393"/>
                  </a:cubicBezTo>
                  <a:cubicBezTo>
                    <a:pt x="1267" y="318"/>
                    <a:pt x="1356" y="242"/>
                    <a:pt x="1445" y="186"/>
                  </a:cubicBezTo>
                  <a:cubicBezTo>
                    <a:pt x="1540" y="127"/>
                    <a:pt x="1639" y="77"/>
                    <a:pt x="1744" y="54"/>
                  </a:cubicBezTo>
                  <a:cubicBezTo>
                    <a:pt x="1806" y="38"/>
                    <a:pt x="1868" y="29"/>
                    <a:pt x="1930" y="29"/>
                  </a:cubicBezTo>
                  <a:cubicBezTo>
                    <a:pt x="1978" y="29"/>
                    <a:pt x="2026" y="34"/>
                    <a:pt x="2074" y="44"/>
                  </a:cubicBezTo>
                  <a:cubicBezTo>
                    <a:pt x="2000" y="15"/>
                    <a:pt x="1920" y="1"/>
                    <a:pt x="18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693" name="Google Shape;1784;p58">
              <a:extLst>
                <a:ext uri="{FF2B5EF4-FFF2-40B4-BE49-F238E27FC236}">
                  <a16:creationId xmlns:a16="http://schemas.microsoft.com/office/drawing/2014/main" id="{D16A6658-B152-7D51-0525-A12A63B3D48F}"/>
                </a:ext>
              </a:extLst>
            </p:cNvPr>
            <p:cNvSpPr/>
            <p:nvPr/>
          </p:nvSpPr>
          <p:spPr>
            <a:xfrm>
              <a:off x="5990725" y="3540625"/>
              <a:ext cx="156900" cy="362200"/>
            </a:xfrm>
            <a:custGeom>
              <a:avLst/>
              <a:gdLst/>
              <a:ahLst/>
              <a:cxnLst/>
              <a:rect l="l" t="t" r="r" b="b"/>
              <a:pathLst>
                <a:path w="6276" h="14488" extrusionOk="0">
                  <a:moveTo>
                    <a:pt x="5432" y="0"/>
                  </a:moveTo>
                  <a:cubicBezTo>
                    <a:pt x="5412" y="0"/>
                    <a:pt x="5391" y="1"/>
                    <a:pt x="5371" y="2"/>
                  </a:cubicBezTo>
                  <a:cubicBezTo>
                    <a:pt x="5016" y="19"/>
                    <a:pt x="4677" y="233"/>
                    <a:pt x="4509" y="542"/>
                  </a:cubicBezTo>
                  <a:cubicBezTo>
                    <a:pt x="4309" y="465"/>
                    <a:pt x="4091" y="429"/>
                    <a:pt x="3868" y="429"/>
                  </a:cubicBezTo>
                  <a:cubicBezTo>
                    <a:pt x="3258" y="429"/>
                    <a:pt x="2615" y="698"/>
                    <a:pt x="2235" y="1141"/>
                  </a:cubicBezTo>
                  <a:cubicBezTo>
                    <a:pt x="1715" y="1746"/>
                    <a:pt x="1626" y="2684"/>
                    <a:pt x="2024" y="3375"/>
                  </a:cubicBezTo>
                  <a:cubicBezTo>
                    <a:pt x="1054" y="3652"/>
                    <a:pt x="290" y="4530"/>
                    <a:pt x="145" y="5527"/>
                  </a:cubicBezTo>
                  <a:cubicBezTo>
                    <a:pt x="1" y="6521"/>
                    <a:pt x="494" y="7584"/>
                    <a:pt x="1350" y="8117"/>
                  </a:cubicBezTo>
                  <a:cubicBezTo>
                    <a:pt x="965" y="8723"/>
                    <a:pt x="767" y="9664"/>
                    <a:pt x="952" y="10355"/>
                  </a:cubicBezTo>
                  <a:cubicBezTo>
                    <a:pt x="1136" y="11046"/>
                    <a:pt x="1623" y="11651"/>
                    <a:pt x="2255" y="11984"/>
                  </a:cubicBezTo>
                  <a:cubicBezTo>
                    <a:pt x="2215" y="12708"/>
                    <a:pt x="2475" y="13478"/>
                    <a:pt x="3005" y="13975"/>
                  </a:cubicBezTo>
                  <a:cubicBezTo>
                    <a:pt x="3350" y="14298"/>
                    <a:pt x="3827" y="14488"/>
                    <a:pt x="4295" y="14488"/>
                  </a:cubicBezTo>
                  <a:cubicBezTo>
                    <a:pt x="4546" y="14488"/>
                    <a:pt x="4794" y="14434"/>
                    <a:pt x="5019" y="14317"/>
                  </a:cubicBezTo>
                  <a:cubicBezTo>
                    <a:pt x="5166" y="14387"/>
                    <a:pt x="5439" y="14462"/>
                    <a:pt x="5667" y="14462"/>
                  </a:cubicBezTo>
                  <a:cubicBezTo>
                    <a:pt x="5800" y="14462"/>
                    <a:pt x="5918" y="14436"/>
                    <a:pt x="5986" y="14369"/>
                  </a:cubicBezTo>
                  <a:cubicBezTo>
                    <a:pt x="6276" y="14086"/>
                    <a:pt x="6217" y="13616"/>
                    <a:pt x="6246" y="13363"/>
                  </a:cubicBezTo>
                  <a:lnTo>
                    <a:pt x="6246" y="874"/>
                  </a:lnTo>
                  <a:cubicBezTo>
                    <a:pt x="6246" y="447"/>
                    <a:pt x="5940" y="65"/>
                    <a:pt x="5519" y="6"/>
                  </a:cubicBezTo>
                  <a:cubicBezTo>
                    <a:pt x="5490" y="2"/>
                    <a:pt x="5461" y="0"/>
                    <a:pt x="5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694" name="Google Shape;1785;p58">
              <a:extLst>
                <a:ext uri="{FF2B5EF4-FFF2-40B4-BE49-F238E27FC236}">
                  <a16:creationId xmlns:a16="http://schemas.microsoft.com/office/drawing/2014/main" id="{AB6C771E-BB17-2D8F-DBD6-CC045A3D8041}"/>
                </a:ext>
              </a:extLst>
            </p:cNvPr>
            <p:cNvSpPr/>
            <p:nvPr/>
          </p:nvSpPr>
          <p:spPr>
            <a:xfrm>
              <a:off x="6060975" y="3595225"/>
              <a:ext cx="70450" cy="40900"/>
            </a:xfrm>
            <a:custGeom>
              <a:avLst/>
              <a:gdLst/>
              <a:ahLst/>
              <a:cxnLst/>
              <a:rect l="l" t="t" r="r" b="b"/>
              <a:pathLst>
                <a:path w="2818" h="1636" extrusionOk="0">
                  <a:moveTo>
                    <a:pt x="201" y="0"/>
                  </a:moveTo>
                  <a:cubicBezTo>
                    <a:pt x="134" y="0"/>
                    <a:pt x="67" y="8"/>
                    <a:pt x="1" y="23"/>
                  </a:cubicBezTo>
                  <a:cubicBezTo>
                    <a:pt x="47" y="17"/>
                    <a:pt x="94" y="14"/>
                    <a:pt x="140" y="14"/>
                  </a:cubicBezTo>
                  <a:cubicBezTo>
                    <a:pt x="192" y="14"/>
                    <a:pt x="243" y="18"/>
                    <a:pt x="294" y="26"/>
                  </a:cubicBezTo>
                  <a:cubicBezTo>
                    <a:pt x="386" y="43"/>
                    <a:pt x="481" y="76"/>
                    <a:pt x="567" y="119"/>
                  </a:cubicBezTo>
                  <a:cubicBezTo>
                    <a:pt x="741" y="201"/>
                    <a:pt x="893" y="323"/>
                    <a:pt x="1011" y="471"/>
                  </a:cubicBezTo>
                  <a:cubicBezTo>
                    <a:pt x="1133" y="619"/>
                    <a:pt x="1218" y="796"/>
                    <a:pt x="1281" y="977"/>
                  </a:cubicBezTo>
                  <a:cubicBezTo>
                    <a:pt x="1340" y="1162"/>
                    <a:pt x="1380" y="1353"/>
                    <a:pt x="1396" y="1543"/>
                  </a:cubicBezTo>
                  <a:lnTo>
                    <a:pt x="1403" y="1636"/>
                  </a:lnTo>
                  <a:lnTo>
                    <a:pt x="1465" y="1570"/>
                  </a:lnTo>
                  <a:cubicBezTo>
                    <a:pt x="1547" y="1478"/>
                    <a:pt x="1649" y="1409"/>
                    <a:pt x="1761" y="1359"/>
                  </a:cubicBezTo>
                  <a:cubicBezTo>
                    <a:pt x="1873" y="1310"/>
                    <a:pt x="1995" y="1280"/>
                    <a:pt x="2120" y="1277"/>
                  </a:cubicBezTo>
                  <a:cubicBezTo>
                    <a:pt x="2138" y="1276"/>
                    <a:pt x="2155" y="1275"/>
                    <a:pt x="2173" y="1275"/>
                  </a:cubicBezTo>
                  <a:cubicBezTo>
                    <a:pt x="2279" y="1275"/>
                    <a:pt x="2387" y="1292"/>
                    <a:pt x="2489" y="1323"/>
                  </a:cubicBezTo>
                  <a:cubicBezTo>
                    <a:pt x="2607" y="1359"/>
                    <a:pt x="2722" y="1425"/>
                    <a:pt x="2818" y="1507"/>
                  </a:cubicBezTo>
                  <a:cubicBezTo>
                    <a:pt x="2732" y="1412"/>
                    <a:pt x="2620" y="1343"/>
                    <a:pt x="2502" y="1293"/>
                  </a:cubicBezTo>
                  <a:cubicBezTo>
                    <a:pt x="2383" y="1244"/>
                    <a:pt x="2252" y="1221"/>
                    <a:pt x="2120" y="1221"/>
                  </a:cubicBezTo>
                  <a:cubicBezTo>
                    <a:pt x="1988" y="1221"/>
                    <a:pt x="1857" y="1244"/>
                    <a:pt x="1732" y="1293"/>
                  </a:cubicBezTo>
                  <a:cubicBezTo>
                    <a:pt x="1635" y="1332"/>
                    <a:pt x="1543" y="1388"/>
                    <a:pt x="1463" y="1459"/>
                  </a:cubicBezTo>
                  <a:lnTo>
                    <a:pt x="1463" y="1459"/>
                  </a:lnTo>
                  <a:cubicBezTo>
                    <a:pt x="1442" y="1289"/>
                    <a:pt x="1410" y="1119"/>
                    <a:pt x="1353" y="958"/>
                  </a:cubicBezTo>
                  <a:cubicBezTo>
                    <a:pt x="1291" y="767"/>
                    <a:pt x="1199" y="586"/>
                    <a:pt x="1067" y="431"/>
                  </a:cubicBezTo>
                  <a:cubicBezTo>
                    <a:pt x="939" y="273"/>
                    <a:pt x="771" y="151"/>
                    <a:pt x="586" y="76"/>
                  </a:cubicBezTo>
                  <a:cubicBezTo>
                    <a:pt x="463" y="28"/>
                    <a:pt x="331" y="0"/>
                    <a:pt x="2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695" name="Google Shape;1786;p58">
              <a:extLst>
                <a:ext uri="{FF2B5EF4-FFF2-40B4-BE49-F238E27FC236}">
                  <a16:creationId xmlns:a16="http://schemas.microsoft.com/office/drawing/2014/main" id="{911DB337-8175-C8F9-3608-4E30BA361F10}"/>
                </a:ext>
              </a:extLst>
            </p:cNvPr>
            <p:cNvSpPr/>
            <p:nvPr/>
          </p:nvSpPr>
          <p:spPr>
            <a:xfrm>
              <a:off x="6056950" y="3664075"/>
              <a:ext cx="90350" cy="127200"/>
            </a:xfrm>
            <a:custGeom>
              <a:avLst/>
              <a:gdLst/>
              <a:ahLst/>
              <a:cxnLst/>
              <a:rect l="l" t="t" r="r" b="b"/>
              <a:pathLst>
                <a:path w="3614" h="5088" extrusionOk="0">
                  <a:moveTo>
                    <a:pt x="3401" y="0"/>
                  </a:moveTo>
                  <a:cubicBezTo>
                    <a:pt x="3291" y="0"/>
                    <a:pt x="3180" y="18"/>
                    <a:pt x="3071" y="50"/>
                  </a:cubicBezTo>
                  <a:cubicBezTo>
                    <a:pt x="2896" y="102"/>
                    <a:pt x="2732" y="201"/>
                    <a:pt x="2610" y="336"/>
                  </a:cubicBezTo>
                  <a:cubicBezTo>
                    <a:pt x="2372" y="600"/>
                    <a:pt x="2271" y="984"/>
                    <a:pt x="2360" y="1333"/>
                  </a:cubicBezTo>
                  <a:lnTo>
                    <a:pt x="2360" y="1333"/>
                  </a:lnTo>
                  <a:cubicBezTo>
                    <a:pt x="2158" y="1385"/>
                    <a:pt x="1953" y="1433"/>
                    <a:pt x="1758" y="1514"/>
                  </a:cubicBezTo>
                  <a:cubicBezTo>
                    <a:pt x="1656" y="1560"/>
                    <a:pt x="1557" y="1610"/>
                    <a:pt x="1462" y="1675"/>
                  </a:cubicBezTo>
                  <a:cubicBezTo>
                    <a:pt x="1373" y="1741"/>
                    <a:pt x="1284" y="1814"/>
                    <a:pt x="1215" y="1906"/>
                  </a:cubicBezTo>
                  <a:cubicBezTo>
                    <a:pt x="1146" y="1995"/>
                    <a:pt x="1083" y="2093"/>
                    <a:pt x="1050" y="2205"/>
                  </a:cubicBezTo>
                  <a:cubicBezTo>
                    <a:pt x="1034" y="2258"/>
                    <a:pt x="1021" y="2317"/>
                    <a:pt x="1017" y="2373"/>
                  </a:cubicBezTo>
                  <a:cubicBezTo>
                    <a:pt x="1014" y="2432"/>
                    <a:pt x="1017" y="2488"/>
                    <a:pt x="1027" y="2547"/>
                  </a:cubicBezTo>
                  <a:cubicBezTo>
                    <a:pt x="1044" y="2663"/>
                    <a:pt x="1080" y="2768"/>
                    <a:pt x="1129" y="2870"/>
                  </a:cubicBezTo>
                  <a:cubicBezTo>
                    <a:pt x="1170" y="2957"/>
                    <a:pt x="1215" y="3034"/>
                    <a:pt x="1263" y="3113"/>
                  </a:cubicBezTo>
                  <a:lnTo>
                    <a:pt x="1263" y="3113"/>
                  </a:lnTo>
                  <a:cubicBezTo>
                    <a:pt x="1057" y="3137"/>
                    <a:pt x="856" y="3206"/>
                    <a:pt x="682" y="3314"/>
                  </a:cubicBezTo>
                  <a:cubicBezTo>
                    <a:pt x="491" y="3436"/>
                    <a:pt x="323" y="3600"/>
                    <a:pt x="208" y="3791"/>
                  </a:cubicBezTo>
                  <a:cubicBezTo>
                    <a:pt x="93" y="3989"/>
                    <a:pt x="27" y="4212"/>
                    <a:pt x="14" y="4433"/>
                  </a:cubicBezTo>
                  <a:cubicBezTo>
                    <a:pt x="1" y="4660"/>
                    <a:pt x="43" y="4887"/>
                    <a:pt x="132" y="5088"/>
                  </a:cubicBezTo>
                  <a:cubicBezTo>
                    <a:pt x="56" y="4884"/>
                    <a:pt x="27" y="4657"/>
                    <a:pt x="47" y="4440"/>
                  </a:cubicBezTo>
                  <a:cubicBezTo>
                    <a:pt x="73" y="4219"/>
                    <a:pt x="142" y="4005"/>
                    <a:pt x="257" y="3821"/>
                  </a:cubicBezTo>
                  <a:cubicBezTo>
                    <a:pt x="372" y="3637"/>
                    <a:pt x="537" y="3482"/>
                    <a:pt x="721" y="3373"/>
                  </a:cubicBezTo>
                  <a:cubicBezTo>
                    <a:pt x="905" y="3261"/>
                    <a:pt x="1119" y="3192"/>
                    <a:pt x="1333" y="3179"/>
                  </a:cubicBezTo>
                  <a:lnTo>
                    <a:pt x="1396" y="3176"/>
                  </a:lnTo>
                  <a:lnTo>
                    <a:pt x="1363" y="3123"/>
                  </a:lnTo>
                  <a:cubicBezTo>
                    <a:pt x="1307" y="3028"/>
                    <a:pt x="1251" y="2936"/>
                    <a:pt x="1208" y="2837"/>
                  </a:cubicBezTo>
                  <a:cubicBezTo>
                    <a:pt x="1162" y="2742"/>
                    <a:pt x="1126" y="2640"/>
                    <a:pt x="1113" y="2537"/>
                  </a:cubicBezTo>
                  <a:cubicBezTo>
                    <a:pt x="1080" y="2327"/>
                    <a:pt x="1152" y="2120"/>
                    <a:pt x="1284" y="1955"/>
                  </a:cubicBezTo>
                  <a:cubicBezTo>
                    <a:pt x="1350" y="1873"/>
                    <a:pt x="1429" y="1797"/>
                    <a:pt x="1514" y="1735"/>
                  </a:cubicBezTo>
                  <a:cubicBezTo>
                    <a:pt x="1603" y="1679"/>
                    <a:pt x="1695" y="1626"/>
                    <a:pt x="1794" y="1583"/>
                  </a:cubicBezTo>
                  <a:cubicBezTo>
                    <a:pt x="1998" y="1498"/>
                    <a:pt x="2205" y="1448"/>
                    <a:pt x="2419" y="1396"/>
                  </a:cubicBezTo>
                  <a:lnTo>
                    <a:pt x="2459" y="1386"/>
                  </a:lnTo>
                  <a:lnTo>
                    <a:pt x="2445" y="1350"/>
                  </a:lnTo>
                  <a:cubicBezTo>
                    <a:pt x="2337" y="1020"/>
                    <a:pt x="2419" y="629"/>
                    <a:pt x="2650" y="366"/>
                  </a:cubicBezTo>
                  <a:cubicBezTo>
                    <a:pt x="2771" y="234"/>
                    <a:pt x="2919" y="132"/>
                    <a:pt x="3087" y="73"/>
                  </a:cubicBezTo>
                  <a:cubicBezTo>
                    <a:pt x="3203" y="33"/>
                    <a:pt x="3329" y="12"/>
                    <a:pt x="3455" y="12"/>
                  </a:cubicBezTo>
                  <a:cubicBezTo>
                    <a:pt x="3508" y="12"/>
                    <a:pt x="3561" y="16"/>
                    <a:pt x="3614" y="23"/>
                  </a:cubicBezTo>
                  <a:cubicBezTo>
                    <a:pt x="3544" y="8"/>
                    <a:pt x="3472" y="0"/>
                    <a:pt x="34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696" name="Google Shape;1787;p58">
              <a:extLst>
                <a:ext uri="{FF2B5EF4-FFF2-40B4-BE49-F238E27FC236}">
                  <a16:creationId xmlns:a16="http://schemas.microsoft.com/office/drawing/2014/main" id="{E39142CD-4810-F7A4-53D4-01FC848172B1}"/>
                </a:ext>
              </a:extLst>
            </p:cNvPr>
            <p:cNvSpPr/>
            <p:nvPr/>
          </p:nvSpPr>
          <p:spPr>
            <a:xfrm>
              <a:off x="5995900" y="3659850"/>
              <a:ext cx="100800" cy="27200"/>
            </a:xfrm>
            <a:custGeom>
              <a:avLst/>
              <a:gdLst/>
              <a:ahLst/>
              <a:cxnLst/>
              <a:rect l="l" t="t" r="r" b="b"/>
              <a:pathLst>
                <a:path w="4032" h="1088" extrusionOk="0">
                  <a:moveTo>
                    <a:pt x="3941" y="0"/>
                  </a:moveTo>
                  <a:cubicBezTo>
                    <a:pt x="3840" y="0"/>
                    <a:pt x="3739" y="17"/>
                    <a:pt x="3640" y="44"/>
                  </a:cubicBezTo>
                  <a:cubicBezTo>
                    <a:pt x="3512" y="84"/>
                    <a:pt x="3394" y="143"/>
                    <a:pt x="3285" y="222"/>
                  </a:cubicBezTo>
                  <a:cubicBezTo>
                    <a:pt x="3180" y="301"/>
                    <a:pt x="3081" y="400"/>
                    <a:pt x="3005" y="512"/>
                  </a:cubicBezTo>
                  <a:cubicBezTo>
                    <a:pt x="2947" y="599"/>
                    <a:pt x="2897" y="700"/>
                    <a:pt x="2866" y="804"/>
                  </a:cubicBezTo>
                  <a:lnTo>
                    <a:pt x="2866" y="804"/>
                  </a:lnTo>
                  <a:cubicBezTo>
                    <a:pt x="2769" y="686"/>
                    <a:pt x="2643" y="590"/>
                    <a:pt x="2505" y="528"/>
                  </a:cubicBezTo>
                  <a:cubicBezTo>
                    <a:pt x="2366" y="463"/>
                    <a:pt x="2211" y="427"/>
                    <a:pt x="2055" y="427"/>
                  </a:cubicBezTo>
                  <a:cubicBezTo>
                    <a:pt x="2031" y="427"/>
                    <a:pt x="2006" y="428"/>
                    <a:pt x="1982" y="429"/>
                  </a:cubicBezTo>
                  <a:cubicBezTo>
                    <a:pt x="1801" y="439"/>
                    <a:pt x="1630" y="505"/>
                    <a:pt x="1482" y="604"/>
                  </a:cubicBezTo>
                  <a:cubicBezTo>
                    <a:pt x="1350" y="697"/>
                    <a:pt x="1237" y="814"/>
                    <a:pt x="1160" y="952"/>
                  </a:cubicBezTo>
                  <a:lnTo>
                    <a:pt x="1160" y="952"/>
                  </a:lnTo>
                  <a:cubicBezTo>
                    <a:pt x="1030" y="768"/>
                    <a:pt x="864" y="610"/>
                    <a:pt x="675" y="489"/>
                  </a:cubicBezTo>
                  <a:cubicBezTo>
                    <a:pt x="573" y="423"/>
                    <a:pt x="462" y="370"/>
                    <a:pt x="350" y="331"/>
                  </a:cubicBezTo>
                  <a:cubicBezTo>
                    <a:pt x="234" y="285"/>
                    <a:pt x="119" y="255"/>
                    <a:pt x="1" y="238"/>
                  </a:cubicBezTo>
                  <a:lnTo>
                    <a:pt x="1" y="238"/>
                  </a:lnTo>
                  <a:cubicBezTo>
                    <a:pt x="119" y="268"/>
                    <a:pt x="231" y="304"/>
                    <a:pt x="336" y="347"/>
                  </a:cubicBezTo>
                  <a:cubicBezTo>
                    <a:pt x="445" y="396"/>
                    <a:pt x="547" y="456"/>
                    <a:pt x="646" y="521"/>
                  </a:cubicBezTo>
                  <a:cubicBezTo>
                    <a:pt x="840" y="660"/>
                    <a:pt x="1004" y="831"/>
                    <a:pt x="1126" y="1032"/>
                  </a:cubicBezTo>
                  <a:lnTo>
                    <a:pt x="1159" y="1087"/>
                  </a:lnTo>
                  <a:lnTo>
                    <a:pt x="1189" y="1032"/>
                  </a:lnTo>
                  <a:cubicBezTo>
                    <a:pt x="1268" y="890"/>
                    <a:pt x="1383" y="762"/>
                    <a:pt x="1521" y="670"/>
                  </a:cubicBezTo>
                  <a:cubicBezTo>
                    <a:pt x="1663" y="581"/>
                    <a:pt x="1824" y="521"/>
                    <a:pt x="1988" y="512"/>
                  </a:cubicBezTo>
                  <a:cubicBezTo>
                    <a:pt x="2012" y="510"/>
                    <a:pt x="2036" y="509"/>
                    <a:pt x="2060" y="509"/>
                  </a:cubicBezTo>
                  <a:cubicBezTo>
                    <a:pt x="2200" y="509"/>
                    <a:pt x="2339" y="541"/>
                    <a:pt x="2469" y="600"/>
                  </a:cubicBezTo>
                  <a:cubicBezTo>
                    <a:pt x="2620" y="670"/>
                    <a:pt x="2752" y="775"/>
                    <a:pt x="2851" y="910"/>
                  </a:cubicBezTo>
                  <a:lnTo>
                    <a:pt x="2900" y="976"/>
                  </a:lnTo>
                  <a:lnTo>
                    <a:pt x="2916" y="893"/>
                  </a:lnTo>
                  <a:cubicBezTo>
                    <a:pt x="2943" y="768"/>
                    <a:pt x="2989" y="650"/>
                    <a:pt x="3061" y="545"/>
                  </a:cubicBezTo>
                  <a:cubicBezTo>
                    <a:pt x="3130" y="436"/>
                    <a:pt x="3216" y="341"/>
                    <a:pt x="3315" y="258"/>
                  </a:cubicBezTo>
                  <a:cubicBezTo>
                    <a:pt x="3413" y="183"/>
                    <a:pt x="3525" y="117"/>
                    <a:pt x="3647" y="71"/>
                  </a:cubicBezTo>
                  <a:cubicBezTo>
                    <a:pt x="3772" y="25"/>
                    <a:pt x="3900" y="5"/>
                    <a:pt x="4032" y="5"/>
                  </a:cubicBezTo>
                  <a:cubicBezTo>
                    <a:pt x="4001" y="2"/>
                    <a:pt x="3971" y="0"/>
                    <a:pt x="39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697" name="Google Shape;1788;p58">
              <a:extLst>
                <a:ext uri="{FF2B5EF4-FFF2-40B4-BE49-F238E27FC236}">
                  <a16:creationId xmlns:a16="http://schemas.microsoft.com/office/drawing/2014/main" id="{29AFB298-3A29-B7F5-80AC-22FF61CFAE0E}"/>
                </a:ext>
              </a:extLst>
            </p:cNvPr>
            <p:cNvSpPr/>
            <p:nvPr/>
          </p:nvSpPr>
          <p:spPr>
            <a:xfrm>
              <a:off x="6049875" y="3785825"/>
              <a:ext cx="76625" cy="82875"/>
            </a:xfrm>
            <a:custGeom>
              <a:avLst/>
              <a:gdLst/>
              <a:ahLst/>
              <a:cxnLst/>
              <a:rect l="l" t="t" r="r" b="b"/>
              <a:pathLst>
                <a:path w="3065" h="3315" extrusionOk="0">
                  <a:moveTo>
                    <a:pt x="3064" y="1"/>
                  </a:moveTo>
                  <a:cubicBezTo>
                    <a:pt x="2926" y="20"/>
                    <a:pt x="2794" y="83"/>
                    <a:pt x="2679" y="168"/>
                  </a:cubicBezTo>
                  <a:cubicBezTo>
                    <a:pt x="2567" y="254"/>
                    <a:pt x="2469" y="369"/>
                    <a:pt x="2413" y="501"/>
                  </a:cubicBezTo>
                  <a:cubicBezTo>
                    <a:pt x="2353" y="632"/>
                    <a:pt x="2330" y="780"/>
                    <a:pt x="2337" y="925"/>
                  </a:cubicBezTo>
                  <a:cubicBezTo>
                    <a:pt x="2345" y="1045"/>
                    <a:pt x="2372" y="1162"/>
                    <a:pt x="2424" y="1267"/>
                  </a:cubicBezTo>
                  <a:lnTo>
                    <a:pt x="2424" y="1267"/>
                  </a:lnTo>
                  <a:cubicBezTo>
                    <a:pt x="2368" y="1256"/>
                    <a:pt x="2312" y="1250"/>
                    <a:pt x="2255" y="1250"/>
                  </a:cubicBezTo>
                  <a:cubicBezTo>
                    <a:pt x="2118" y="1250"/>
                    <a:pt x="1981" y="1282"/>
                    <a:pt x="1856" y="1337"/>
                  </a:cubicBezTo>
                  <a:cubicBezTo>
                    <a:pt x="1652" y="1429"/>
                    <a:pt x="1478" y="1577"/>
                    <a:pt x="1360" y="1764"/>
                  </a:cubicBezTo>
                  <a:cubicBezTo>
                    <a:pt x="1244" y="1955"/>
                    <a:pt x="1179" y="2169"/>
                    <a:pt x="1156" y="2386"/>
                  </a:cubicBezTo>
                  <a:cubicBezTo>
                    <a:pt x="1137" y="2589"/>
                    <a:pt x="1153" y="2792"/>
                    <a:pt x="1201" y="2989"/>
                  </a:cubicBezTo>
                  <a:lnTo>
                    <a:pt x="1201" y="2989"/>
                  </a:lnTo>
                  <a:cubicBezTo>
                    <a:pt x="1105" y="2978"/>
                    <a:pt x="1008" y="2965"/>
                    <a:pt x="909" y="2959"/>
                  </a:cubicBezTo>
                  <a:cubicBezTo>
                    <a:pt x="868" y="2955"/>
                    <a:pt x="826" y="2953"/>
                    <a:pt x="784" y="2953"/>
                  </a:cubicBezTo>
                  <a:cubicBezTo>
                    <a:pt x="714" y="2953"/>
                    <a:pt x="642" y="2958"/>
                    <a:pt x="570" y="2969"/>
                  </a:cubicBezTo>
                  <a:cubicBezTo>
                    <a:pt x="455" y="2985"/>
                    <a:pt x="343" y="3025"/>
                    <a:pt x="244" y="3081"/>
                  </a:cubicBezTo>
                  <a:cubicBezTo>
                    <a:pt x="145" y="3140"/>
                    <a:pt x="60" y="3216"/>
                    <a:pt x="1" y="3314"/>
                  </a:cubicBezTo>
                  <a:cubicBezTo>
                    <a:pt x="66" y="3225"/>
                    <a:pt x="158" y="3150"/>
                    <a:pt x="251" y="3091"/>
                  </a:cubicBezTo>
                  <a:cubicBezTo>
                    <a:pt x="349" y="3041"/>
                    <a:pt x="458" y="3012"/>
                    <a:pt x="570" y="2998"/>
                  </a:cubicBezTo>
                  <a:cubicBezTo>
                    <a:pt x="622" y="2991"/>
                    <a:pt x="673" y="2988"/>
                    <a:pt x="725" y="2988"/>
                  </a:cubicBezTo>
                  <a:cubicBezTo>
                    <a:pt x="895" y="2988"/>
                    <a:pt x="1066" y="3020"/>
                    <a:pt x="1235" y="3048"/>
                  </a:cubicBezTo>
                  <a:lnTo>
                    <a:pt x="1281" y="3058"/>
                  </a:lnTo>
                  <a:lnTo>
                    <a:pt x="1267" y="3012"/>
                  </a:lnTo>
                  <a:cubicBezTo>
                    <a:pt x="1221" y="2804"/>
                    <a:pt x="1202" y="2590"/>
                    <a:pt x="1228" y="2386"/>
                  </a:cubicBezTo>
                  <a:cubicBezTo>
                    <a:pt x="1251" y="2179"/>
                    <a:pt x="1313" y="1975"/>
                    <a:pt x="1425" y="1801"/>
                  </a:cubicBezTo>
                  <a:cubicBezTo>
                    <a:pt x="1534" y="1633"/>
                    <a:pt x="1695" y="1488"/>
                    <a:pt x="1886" y="1406"/>
                  </a:cubicBezTo>
                  <a:cubicBezTo>
                    <a:pt x="2004" y="1353"/>
                    <a:pt x="2134" y="1323"/>
                    <a:pt x="2264" y="1323"/>
                  </a:cubicBezTo>
                  <a:cubicBezTo>
                    <a:pt x="2337" y="1323"/>
                    <a:pt x="2410" y="1333"/>
                    <a:pt x="2482" y="1353"/>
                  </a:cubicBezTo>
                  <a:lnTo>
                    <a:pt x="2577" y="1383"/>
                  </a:lnTo>
                  <a:lnTo>
                    <a:pt x="2521" y="1300"/>
                  </a:lnTo>
                  <a:cubicBezTo>
                    <a:pt x="2452" y="1185"/>
                    <a:pt x="2406" y="1054"/>
                    <a:pt x="2396" y="919"/>
                  </a:cubicBezTo>
                  <a:cubicBezTo>
                    <a:pt x="2383" y="787"/>
                    <a:pt x="2399" y="646"/>
                    <a:pt x="2452" y="517"/>
                  </a:cubicBezTo>
                  <a:cubicBezTo>
                    <a:pt x="2505" y="395"/>
                    <a:pt x="2587" y="280"/>
                    <a:pt x="2696" y="188"/>
                  </a:cubicBezTo>
                  <a:cubicBezTo>
                    <a:pt x="2801" y="99"/>
                    <a:pt x="2929" y="33"/>
                    <a:pt x="30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698" name="Google Shape;1789;p58">
              <a:extLst>
                <a:ext uri="{FF2B5EF4-FFF2-40B4-BE49-F238E27FC236}">
                  <a16:creationId xmlns:a16="http://schemas.microsoft.com/office/drawing/2014/main" id="{E8A2A17B-FCFF-B203-501A-09DF1CF8AFA3}"/>
                </a:ext>
              </a:extLst>
            </p:cNvPr>
            <p:cNvSpPr/>
            <p:nvPr/>
          </p:nvSpPr>
          <p:spPr>
            <a:xfrm>
              <a:off x="6104675" y="3837725"/>
              <a:ext cx="40575" cy="47750"/>
            </a:xfrm>
            <a:custGeom>
              <a:avLst/>
              <a:gdLst/>
              <a:ahLst/>
              <a:cxnLst/>
              <a:rect l="l" t="t" r="r" b="b"/>
              <a:pathLst>
                <a:path w="1623" h="1910" extrusionOk="0">
                  <a:moveTo>
                    <a:pt x="1622" y="1"/>
                  </a:moveTo>
                  <a:lnTo>
                    <a:pt x="1622" y="1"/>
                  </a:lnTo>
                  <a:cubicBezTo>
                    <a:pt x="1514" y="4"/>
                    <a:pt x="1409" y="34"/>
                    <a:pt x="1310" y="80"/>
                  </a:cubicBezTo>
                  <a:cubicBezTo>
                    <a:pt x="1211" y="123"/>
                    <a:pt x="1122" y="195"/>
                    <a:pt x="1053" y="281"/>
                  </a:cubicBezTo>
                  <a:cubicBezTo>
                    <a:pt x="927" y="440"/>
                    <a:pt x="864" y="657"/>
                    <a:pt x="889" y="862"/>
                  </a:cubicBezTo>
                  <a:lnTo>
                    <a:pt x="889" y="862"/>
                  </a:lnTo>
                  <a:cubicBezTo>
                    <a:pt x="773" y="880"/>
                    <a:pt x="656" y="911"/>
                    <a:pt x="550" y="959"/>
                  </a:cubicBezTo>
                  <a:cubicBezTo>
                    <a:pt x="425" y="1011"/>
                    <a:pt x="313" y="1087"/>
                    <a:pt x="221" y="1182"/>
                  </a:cubicBezTo>
                  <a:cubicBezTo>
                    <a:pt x="128" y="1281"/>
                    <a:pt x="63" y="1400"/>
                    <a:pt x="30" y="1528"/>
                  </a:cubicBezTo>
                  <a:cubicBezTo>
                    <a:pt x="0" y="1653"/>
                    <a:pt x="7" y="1794"/>
                    <a:pt x="63" y="1910"/>
                  </a:cubicBezTo>
                  <a:cubicBezTo>
                    <a:pt x="26" y="1785"/>
                    <a:pt x="33" y="1653"/>
                    <a:pt x="76" y="1538"/>
                  </a:cubicBezTo>
                  <a:cubicBezTo>
                    <a:pt x="115" y="1419"/>
                    <a:pt x="181" y="1314"/>
                    <a:pt x="273" y="1232"/>
                  </a:cubicBezTo>
                  <a:cubicBezTo>
                    <a:pt x="362" y="1149"/>
                    <a:pt x="471" y="1087"/>
                    <a:pt x="586" y="1038"/>
                  </a:cubicBezTo>
                  <a:cubicBezTo>
                    <a:pt x="698" y="988"/>
                    <a:pt x="819" y="959"/>
                    <a:pt x="945" y="939"/>
                  </a:cubicBezTo>
                  <a:lnTo>
                    <a:pt x="984" y="932"/>
                  </a:lnTo>
                  <a:lnTo>
                    <a:pt x="977" y="889"/>
                  </a:lnTo>
                  <a:cubicBezTo>
                    <a:pt x="945" y="692"/>
                    <a:pt x="987" y="481"/>
                    <a:pt x="1109" y="317"/>
                  </a:cubicBezTo>
                  <a:cubicBezTo>
                    <a:pt x="1165" y="235"/>
                    <a:pt x="1244" y="166"/>
                    <a:pt x="1330" y="113"/>
                  </a:cubicBezTo>
                  <a:cubicBezTo>
                    <a:pt x="1422" y="54"/>
                    <a:pt x="1520" y="17"/>
                    <a:pt x="162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699" name="Google Shape;1790;p58">
              <a:extLst>
                <a:ext uri="{FF2B5EF4-FFF2-40B4-BE49-F238E27FC236}">
                  <a16:creationId xmlns:a16="http://schemas.microsoft.com/office/drawing/2014/main" id="{0BDF3A26-9DAD-DBC2-1A06-68D5399D55A2}"/>
                </a:ext>
              </a:extLst>
            </p:cNvPr>
            <p:cNvSpPr/>
            <p:nvPr/>
          </p:nvSpPr>
          <p:spPr>
            <a:xfrm>
              <a:off x="6094300" y="3574700"/>
              <a:ext cx="51600" cy="17000"/>
            </a:xfrm>
            <a:custGeom>
              <a:avLst/>
              <a:gdLst/>
              <a:ahLst/>
              <a:cxnLst/>
              <a:rect l="l" t="t" r="r" b="b"/>
              <a:pathLst>
                <a:path w="2064" h="680" extrusionOk="0">
                  <a:moveTo>
                    <a:pt x="234" y="1"/>
                  </a:moveTo>
                  <a:cubicBezTo>
                    <a:pt x="153" y="1"/>
                    <a:pt x="72" y="15"/>
                    <a:pt x="0" y="44"/>
                  </a:cubicBezTo>
                  <a:cubicBezTo>
                    <a:pt x="49" y="34"/>
                    <a:pt x="98" y="29"/>
                    <a:pt x="146" y="29"/>
                  </a:cubicBezTo>
                  <a:cubicBezTo>
                    <a:pt x="207" y="29"/>
                    <a:pt x="266" y="38"/>
                    <a:pt x="320" y="54"/>
                  </a:cubicBezTo>
                  <a:cubicBezTo>
                    <a:pt x="428" y="77"/>
                    <a:pt x="530" y="127"/>
                    <a:pt x="622" y="186"/>
                  </a:cubicBezTo>
                  <a:cubicBezTo>
                    <a:pt x="711" y="245"/>
                    <a:pt x="797" y="318"/>
                    <a:pt x="876" y="393"/>
                  </a:cubicBezTo>
                  <a:cubicBezTo>
                    <a:pt x="955" y="472"/>
                    <a:pt x="1027" y="555"/>
                    <a:pt x="1106" y="637"/>
                  </a:cubicBezTo>
                  <a:lnTo>
                    <a:pt x="1149" y="680"/>
                  </a:lnTo>
                  <a:lnTo>
                    <a:pt x="1175" y="630"/>
                  </a:lnTo>
                  <a:cubicBezTo>
                    <a:pt x="1264" y="469"/>
                    <a:pt x="1396" y="334"/>
                    <a:pt x="1547" y="232"/>
                  </a:cubicBezTo>
                  <a:cubicBezTo>
                    <a:pt x="1626" y="176"/>
                    <a:pt x="1708" y="137"/>
                    <a:pt x="1794" y="104"/>
                  </a:cubicBezTo>
                  <a:cubicBezTo>
                    <a:pt x="1879" y="71"/>
                    <a:pt x="1972" y="51"/>
                    <a:pt x="2064" y="38"/>
                  </a:cubicBezTo>
                  <a:cubicBezTo>
                    <a:pt x="2043" y="36"/>
                    <a:pt x="2022" y="35"/>
                    <a:pt x="2001" y="35"/>
                  </a:cubicBezTo>
                  <a:cubicBezTo>
                    <a:pt x="1929" y="35"/>
                    <a:pt x="1855" y="47"/>
                    <a:pt x="1781" y="68"/>
                  </a:cubicBezTo>
                  <a:cubicBezTo>
                    <a:pt x="1685" y="91"/>
                    <a:pt x="1596" y="127"/>
                    <a:pt x="1514" y="176"/>
                  </a:cubicBezTo>
                  <a:cubicBezTo>
                    <a:pt x="1363" y="265"/>
                    <a:pt x="1230" y="389"/>
                    <a:pt x="1135" y="538"/>
                  </a:cubicBezTo>
                  <a:lnTo>
                    <a:pt x="1135" y="538"/>
                  </a:lnTo>
                  <a:cubicBezTo>
                    <a:pt x="1073" y="468"/>
                    <a:pt x="1007" y="400"/>
                    <a:pt x="938" y="334"/>
                  </a:cubicBezTo>
                  <a:cubicBezTo>
                    <a:pt x="856" y="255"/>
                    <a:pt x="761" y="183"/>
                    <a:pt x="662" y="123"/>
                  </a:cubicBezTo>
                  <a:cubicBezTo>
                    <a:pt x="563" y="68"/>
                    <a:pt x="455" y="25"/>
                    <a:pt x="339" y="8"/>
                  </a:cubicBezTo>
                  <a:cubicBezTo>
                    <a:pt x="305" y="3"/>
                    <a:pt x="269" y="1"/>
                    <a:pt x="2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700" name="Google Shape;1791;p58">
              <a:extLst>
                <a:ext uri="{FF2B5EF4-FFF2-40B4-BE49-F238E27FC236}">
                  <a16:creationId xmlns:a16="http://schemas.microsoft.com/office/drawing/2014/main" id="{511A4C0E-33C4-5250-E2F5-0356731B99A1}"/>
                </a:ext>
              </a:extLst>
            </p:cNvPr>
            <p:cNvSpPr/>
            <p:nvPr/>
          </p:nvSpPr>
          <p:spPr>
            <a:xfrm>
              <a:off x="6062550" y="3643825"/>
              <a:ext cx="184800" cy="165875"/>
            </a:xfrm>
            <a:custGeom>
              <a:avLst/>
              <a:gdLst/>
              <a:ahLst/>
              <a:cxnLst/>
              <a:rect l="l" t="t" r="r" b="b"/>
              <a:pathLst>
                <a:path w="7392" h="6635" extrusionOk="0">
                  <a:moveTo>
                    <a:pt x="2027" y="1"/>
                  </a:moveTo>
                  <a:cubicBezTo>
                    <a:pt x="1024" y="1"/>
                    <a:pt x="4" y="748"/>
                    <a:pt x="0" y="2183"/>
                  </a:cubicBezTo>
                  <a:cubicBezTo>
                    <a:pt x="0" y="2469"/>
                    <a:pt x="66" y="2758"/>
                    <a:pt x="185" y="3048"/>
                  </a:cubicBezTo>
                  <a:cubicBezTo>
                    <a:pt x="895" y="4789"/>
                    <a:pt x="3403" y="6441"/>
                    <a:pt x="3525" y="6523"/>
                  </a:cubicBezTo>
                  <a:lnTo>
                    <a:pt x="3699" y="6635"/>
                  </a:lnTo>
                  <a:lnTo>
                    <a:pt x="3870" y="6523"/>
                  </a:lnTo>
                  <a:cubicBezTo>
                    <a:pt x="3995" y="6444"/>
                    <a:pt x="6496" y="4789"/>
                    <a:pt x="7207" y="3048"/>
                  </a:cubicBezTo>
                  <a:cubicBezTo>
                    <a:pt x="7322" y="2758"/>
                    <a:pt x="7391" y="2472"/>
                    <a:pt x="7391" y="2183"/>
                  </a:cubicBezTo>
                  <a:cubicBezTo>
                    <a:pt x="7391" y="748"/>
                    <a:pt x="6371" y="1"/>
                    <a:pt x="5367" y="1"/>
                  </a:cubicBezTo>
                  <a:cubicBezTo>
                    <a:pt x="4726" y="1"/>
                    <a:pt x="4120" y="300"/>
                    <a:pt x="3699" y="817"/>
                  </a:cubicBezTo>
                  <a:cubicBezTo>
                    <a:pt x="3275" y="300"/>
                    <a:pt x="2669" y="1"/>
                    <a:pt x="20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  <p:sp>
          <p:nvSpPr>
            <p:cNvPr id="1701" name="Google Shape;1792;p58">
              <a:extLst>
                <a:ext uri="{FF2B5EF4-FFF2-40B4-BE49-F238E27FC236}">
                  <a16:creationId xmlns:a16="http://schemas.microsoft.com/office/drawing/2014/main" id="{63118CB5-ECC4-E977-6EE5-6A5EF1D89C40}"/>
                </a:ext>
              </a:extLst>
            </p:cNvPr>
            <p:cNvSpPr/>
            <p:nvPr/>
          </p:nvSpPr>
          <p:spPr>
            <a:xfrm>
              <a:off x="6105725" y="3682500"/>
              <a:ext cx="98675" cy="88550"/>
            </a:xfrm>
            <a:custGeom>
              <a:avLst/>
              <a:gdLst/>
              <a:ahLst/>
              <a:cxnLst/>
              <a:rect l="l" t="t" r="r" b="b"/>
              <a:pathLst>
                <a:path w="3947" h="3542" extrusionOk="0">
                  <a:moveTo>
                    <a:pt x="1077" y="0"/>
                  </a:moveTo>
                  <a:cubicBezTo>
                    <a:pt x="544" y="0"/>
                    <a:pt x="1" y="399"/>
                    <a:pt x="4" y="1162"/>
                  </a:cubicBezTo>
                  <a:cubicBezTo>
                    <a:pt x="4" y="1317"/>
                    <a:pt x="40" y="1471"/>
                    <a:pt x="103" y="1623"/>
                  </a:cubicBezTo>
                  <a:cubicBezTo>
                    <a:pt x="481" y="2554"/>
                    <a:pt x="1817" y="3439"/>
                    <a:pt x="1883" y="3479"/>
                  </a:cubicBezTo>
                  <a:lnTo>
                    <a:pt x="1975" y="3541"/>
                  </a:lnTo>
                  <a:lnTo>
                    <a:pt x="2064" y="3479"/>
                  </a:lnTo>
                  <a:cubicBezTo>
                    <a:pt x="2130" y="3439"/>
                    <a:pt x="3469" y="2554"/>
                    <a:pt x="3848" y="1623"/>
                  </a:cubicBezTo>
                  <a:cubicBezTo>
                    <a:pt x="3907" y="1471"/>
                    <a:pt x="3946" y="1317"/>
                    <a:pt x="3946" y="1162"/>
                  </a:cubicBezTo>
                  <a:cubicBezTo>
                    <a:pt x="3946" y="399"/>
                    <a:pt x="3403" y="0"/>
                    <a:pt x="2864" y="0"/>
                  </a:cubicBezTo>
                  <a:cubicBezTo>
                    <a:pt x="2518" y="0"/>
                    <a:pt x="2196" y="158"/>
                    <a:pt x="1972" y="435"/>
                  </a:cubicBezTo>
                  <a:cubicBezTo>
                    <a:pt x="1745" y="158"/>
                    <a:pt x="1419" y="0"/>
                    <a:pt x="107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noProof="1"/>
            </a:p>
          </p:txBody>
        </p:sp>
      </p:grpSp>
      <p:sp>
        <p:nvSpPr>
          <p:cNvPr id="1706" name="Google Shape;1696;p58">
            <a:extLst>
              <a:ext uri="{FF2B5EF4-FFF2-40B4-BE49-F238E27FC236}">
                <a16:creationId xmlns:a16="http://schemas.microsoft.com/office/drawing/2014/main" id="{F130AB3B-4CD3-1164-A58D-C9FCEA3E7B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1425" y="1469250"/>
            <a:ext cx="4510500" cy="11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GB" sz="5400" noProof="1"/>
              <a:t>Thank you for your attention!</a:t>
            </a:r>
            <a:br>
              <a:rPr lang="en-GB" sz="5400" noProof="1"/>
            </a:br>
            <a:endParaRPr lang="en-GB" sz="5400" noProof="1">
              <a:solidFill>
                <a:schemeClr val="l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push dir="u"/>
      </p:transition>
    </mc:Choice>
    <mc:Fallback xmlns="">
      <p:transition spd="slow">
        <p:push dir="u"/>
      </p:transition>
    </mc:Fallback>
  </mc:AlternateContent>
</p:sld>
</file>

<file path=ppt/theme/theme1.xml><?xml version="1.0" encoding="utf-8"?>
<a:theme xmlns:a="http://schemas.openxmlformats.org/drawingml/2006/main" name="Treatment-Resistant Depression Breakthrough by Slidesgo">
  <a:themeElements>
    <a:clrScheme name="Simple Light">
      <a:dk1>
        <a:srgbClr val="395AC3"/>
      </a:dk1>
      <a:lt1>
        <a:srgbClr val="0C0A33"/>
      </a:lt1>
      <a:dk2>
        <a:srgbClr val="FFEDE9"/>
      </a:dk2>
      <a:lt2>
        <a:srgbClr val="B3CEFF"/>
      </a:lt2>
      <a:accent1>
        <a:srgbClr val="4C93F8"/>
      </a:accent1>
      <a:accent2>
        <a:srgbClr val="002E58"/>
      </a:accent2>
      <a:accent3>
        <a:srgbClr val="FF707C"/>
      </a:accent3>
      <a:accent4>
        <a:srgbClr val="FF959F"/>
      </a:accent4>
      <a:accent5>
        <a:srgbClr val="FF9566"/>
      </a:accent5>
      <a:accent6>
        <a:srgbClr val="FFFFFF"/>
      </a:accent6>
      <a:hlink>
        <a:srgbClr val="0C0A3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507</Words>
  <Application>Microsoft Macintosh PowerPoint</Application>
  <PresentationFormat>Bildschirmpräsentation (16:9)</PresentationFormat>
  <Paragraphs>88</Paragraphs>
  <Slides>15</Slides>
  <Notes>10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15</vt:i4>
      </vt:variant>
    </vt:vector>
  </HeadingPairs>
  <TitlesOfParts>
    <vt:vector size="20" baseType="lpstr">
      <vt:lpstr>Arial</vt:lpstr>
      <vt:lpstr>Catamaran</vt:lpstr>
      <vt:lpstr>Poppins ExtraBold</vt:lpstr>
      <vt:lpstr>Bebas Neue</vt:lpstr>
      <vt:lpstr>Treatment-Resistant Depression Breakthrough by Slidesgo</vt:lpstr>
      <vt:lpstr>Can we predict depression in students? A machine learning  approach</vt:lpstr>
      <vt:lpstr>01</vt:lpstr>
      <vt:lpstr>Research Question &amp; Dataset </vt:lpstr>
      <vt:lpstr>Preprocessing &amp; EDA</vt:lpstr>
      <vt:lpstr>Preprocessing &amp; EDA</vt:lpstr>
      <vt:lpstr>Modelling &amp; Evaluation</vt:lpstr>
      <vt:lpstr>Modelling &amp; Evaluation</vt:lpstr>
      <vt:lpstr>Model Comparison</vt:lpstr>
      <vt:lpstr>ROC Curves</vt:lpstr>
      <vt:lpstr>Feature Importance</vt:lpstr>
      <vt:lpstr>Ethics &amp; Bias</vt:lpstr>
      <vt:lpstr>EU AI Act How does this system fit in?</vt:lpstr>
      <vt:lpstr>Conclusion </vt:lpstr>
      <vt:lpstr>Resources</vt:lpstr>
      <vt:lpstr>Thank you for your attention!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Sinegaa SK</cp:lastModifiedBy>
  <cp:revision>7</cp:revision>
  <dcterms:modified xsi:type="dcterms:W3CDTF">2026-06-10T10:00:38Z</dcterms:modified>
</cp:coreProperties>
</file>